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48" r:id="rId1"/>
    <p:sldMasterId id="2147483655" r:id="rId3"/>
  </p:sldMasterIdLst>
  <p:notesMasterIdLst>
    <p:notesMasterId r:id="rId5"/>
  </p:notesMasterIdLst>
  <p:handoutMasterIdLst>
    <p:handoutMasterId r:id="rId12"/>
  </p:handoutMasterIdLst>
  <p:sldIdLst>
    <p:sldId id="807" r:id="rId4"/>
    <p:sldId id="852" r:id="rId6"/>
    <p:sldId id="669" r:id="rId7"/>
    <p:sldId id="964" r:id="rId8"/>
    <p:sldId id="665" r:id="rId9"/>
    <p:sldId id="666" r:id="rId10"/>
    <p:sldId id="909" r:id="rId11"/>
  </p:sldIdLst>
  <p:sldSz cx="12192000" cy="6858000"/>
  <p:notesSz cx="6805295" cy="993902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551" userDrawn="1">
          <p15:clr>
            <a:srgbClr val="A4A3A4"/>
          </p15:clr>
        </p15:guide>
        <p15:guide id="2" pos="7129" userDrawn="1">
          <p15:clr>
            <a:srgbClr val="A4A3A4"/>
          </p15:clr>
        </p15:guide>
        <p15:guide id="3" orient="horz" pos="459" userDrawn="1">
          <p15:clr>
            <a:srgbClr val="A4A3A4"/>
          </p15:clr>
        </p15:guide>
        <p15:guide id="4" orient="horz" pos="386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ICBCCSI" initials="I" lastIdx="6" clrIdx="0"/>
  <p:cmAuthor id="1" name="Administrator" initials="A" lastIdx="1" clrIdx="1"/>
  <p:cmAuthor id="2" name="尹珂嘉" initials="尹珂嘉" lastIdx="1" clrIdx="19"/>
  <p:cmAuthor id="3" name="gyrx-gaows" initials="g" lastIdx="2" clrIdx="2"/>
  <p:cmAuthor id="4" name="饶秀秀" initials="饶秀秀" lastIdx="9" clrIdx="3"/>
  <p:cmAuthor id="5" name="宋倩楠" initials="宋倩楠" lastIdx="34" clrIdx="4"/>
  <p:cmAuthor id="6" name="卢雨晴" initials="卢雨晴" lastIdx="12" clrIdx="5"/>
  <p:cmAuthor id="7" name="吕青芝" initials="吕青芝" lastIdx="60" clrIdx="6"/>
  <p:cmAuthor id="8" name="何金刚" initials="何金刚" lastIdx="11" clrIdx="7"/>
  <p:cmAuthor id="9" name="尚丽欣" initials="尚丽欣" lastIdx="6" clrIdx="8"/>
  <p:cmAuthor id="10" name="谢誉凡" initials="谢誉凡" lastIdx="13" clrIdx="10"/>
  <p:cmAuthor id="12" name="郑洁" initials="郑洁" lastIdx="35" clrIdx="1"/>
  <p:cmAuthor id="15" name="王斌" initials="尚丽欣" lastIdx="48" clrIdx="2"/>
  <p:cmAuthor id="16" name="gyrx-wangy" initials="g" lastIdx="2" clrIdx="15"/>
  <p:cmAuthor id="18" name="姜卓" initials="姜卓" lastIdx="16" clrIdx="5"/>
  <p:cmAuthor id="19" name="杨兴颖" initials="无" lastIdx="186" clrIdx="16"/>
  <p:cmAuthor id="20" name="辛华" initials="辛华" lastIdx="7" clrIdx="18"/>
  <p:cmAuthor id="21" name="孟博" initials="孟博" lastIdx="2" clrIdx="17"/>
  <p:cmAuthor id="22" name="辛璐" initials="辛璐" lastIdx="4" clrIdx="20"/>
  <p:cmAuthor id="23" name="栗开元" initials="lky" lastIdx="1" clrIdx="2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BFBF"/>
    <a:srgbClr val="767171"/>
    <a:srgbClr val="F0F0F0"/>
    <a:srgbClr val="F2F2F2"/>
    <a:srgbClr val="000000"/>
    <a:srgbClr val="EE7632"/>
    <a:srgbClr val="D22931"/>
    <a:srgbClr val="C00000"/>
    <a:srgbClr val="251A16"/>
    <a:srgbClr val="DEEB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778" autoAdjust="0"/>
    <p:restoredTop sz="94737" autoAdjust="0"/>
  </p:normalViewPr>
  <p:slideViewPr>
    <p:cSldViewPr snapToGrid="0" showGuides="1">
      <p:cViewPr>
        <p:scale>
          <a:sx n="100" d="100"/>
          <a:sy n="100" d="100"/>
        </p:scale>
        <p:origin x="1440" y="510"/>
      </p:cViewPr>
      <p:guideLst>
        <p:guide pos="551"/>
        <p:guide pos="7129"/>
        <p:guide orient="horz" pos="459"/>
        <p:guide orient="horz" pos="3861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-26336"/>
    </p:cViewPr>
  </p:sorterViewPr>
  <p:notesViewPr>
    <p:cSldViewPr snapToGrid="0">
      <p:cViewPr varScale="1">
        <p:scale>
          <a:sx n="76" d="100"/>
          <a:sy n="76" d="100"/>
        </p:scale>
        <p:origin x="3222" y="96"/>
      </p:cViewPr>
      <p:guideLst/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7" Type="http://schemas.openxmlformats.org/officeDocument/2006/relationships/tags" Target="tags/tag7.xml"/><Relationship Id="rId16" Type="http://schemas.openxmlformats.org/officeDocument/2006/relationships/commentAuthors" Target="commentAuthors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file:///D:\2024&#24180;&#23458;&#26381;&#24037;&#20316;\&#25253;&#21578;&#24120;&#29992;&#24037;&#20855;\&#21103;&#26412;&#26102;&#38388;&#24207;&#21015;2024-12&#20848;&#24030;&#36335;&#23616;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oleObject" Target="file:///C:\Users\lhlbh\Desktop\&#20848;&#24030;&#23616;-&#26102;&#38388;&#24207;&#21015;2024_12_13.xlsx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oleObject" Target="file:///D:\2024&#24180;&#23458;&#26381;&#24037;&#20316;\&#25253;&#21578;&#24120;&#29992;&#24037;&#20855;\&#21103;&#26412;&#26102;&#38388;&#24207;&#21015;2024-12&#20848;&#24030;&#36335;&#23616;.xlsx" TargetMode="External"/></Relationships>
</file>

<file path=ppt/charts/_rels/chart4.xml.rels><?xml version="1.0" encoding="UTF-8" standalone="yes"?>
<Relationships xmlns="http://schemas.openxmlformats.org/package/2006/relationships"><Relationship Id="rId3" Type="http://schemas.microsoft.com/office/2011/relationships/chartColorStyle" Target="colors4.xml"/><Relationship Id="rId2" Type="http://schemas.microsoft.com/office/2011/relationships/chartStyle" Target="style4.xml"/><Relationship Id="rId1" Type="http://schemas.openxmlformats.org/officeDocument/2006/relationships/oleObject" Target="file:///D:\2024&#24180;&#23458;&#26381;&#24037;&#20316;\&#25253;&#21578;&#24120;&#29992;&#24037;&#20855;\&#21103;&#26412;&#26102;&#38388;&#24207;&#21015;2024-12&#20848;&#24030;&#36335;&#23616;.xlsx" TargetMode="External"/></Relationships>
</file>

<file path=ppt/charts/_rels/chart5.xml.rels><?xml version="1.0" encoding="UTF-8" standalone="yes"?>
<Relationships xmlns="http://schemas.openxmlformats.org/package/2006/relationships"><Relationship Id="rId3" Type="http://schemas.microsoft.com/office/2011/relationships/chartColorStyle" Target="colors5.xml"/><Relationship Id="rId2" Type="http://schemas.microsoft.com/office/2011/relationships/chartStyle" Target="style5.xml"/><Relationship Id="rId1" Type="http://schemas.openxmlformats.org/officeDocument/2006/relationships/oleObject" Target="file:///D:\2024&#24180;&#23458;&#26381;&#24037;&#20316;\&#25253;&#21578;&#24120;&#29992;&#24037;&#20855;\&#21103;&#26412;&#26102;&#38388;&#24207;&#21015;2024-12&#20848;&#24030;&#36335;&#23616;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r>
              <a:rPr lang="zh-CN"/>
              <a:t>组合</a:t>
            </a:r>
            <a:r>
              <a:rPr lang="en-US"/>
              <a:t>2024</a:t>
            </a:r>
            <a:r>
              <a:rPr lang="zh-CN"/>
              <a:t>年以来收益率走势图</a:t>
            </a:r>
            <a:endParaRPr lang="zh-CN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114932979559254"/>
          <c:y val="0.250743011353916"/>
          <c:w val="0.78343848980207"/>
          <c:h val="0.665344590603715"/>
        </c:manualLayout>
      </c:layout>
      <c:barChart>
        <c:barDir val="col"/>
        <c:grouping val="clustered"/>
        <c:varyColors val="0"/>
        <c:ser>
          <c:idx val="4"/>
          <c:order val="5"/>
          <c:tx>
            <c:strRef>
              <c:f>'走势图 24'!$J$1</c:f>
              <c:strCache>
                <c:ptCount val="1"/>
                <c:pt idx="0">
                  <c:v>沪深300指数(收盘价)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numRef>
              <c:f>'走势图 24'!$E$4:$E$620</c:f>
              <c:numCache>
                <c:formatCode>yyyy/mm/dd</c:formatCode>
                <c:ptCount val="617"/>
                <c:pt idx="0" c:formatCode="yyyy/mm/dd">
                  <c:v>45294</c:v>
                </c:pt>
                <c:pt idx="1" c:formatCode="yyyy/mm/dd">
                  <c:v>45295</c:v>
                </c:pt>
                <c:pt idx="2" c:formatCode="yyyy/mm/dd">
                  <c:v>45296</c:v>
                </c:pt>
                <c:pt idx="3" c:formatCode="yyyy/mm/dd">
                  <c:v>45299</c:v>
                </c:pt>
                <c:pt idx="4" c:formatCode="yyyy/mm/dd">
                  <c:v>45300</c:v>
                </c:pt>
                <c:pt idx="5" c:formatCode="yyyy/mm/dd">
                  <c:v>45301</c:v>
                </c:pt>
                <c:pt idx="6" c:formatCode="yyyy/mm/dd">
                  <c:v>45302</c:v>
                </c:pt>
                <c:pt idx="7" c:formatCode="yyyy/mm/dd">
                  <c:v>45303</c:v>
                </c:pt>
                <c:pt idx="8" c:formatCode="yyyy/mm/dd">
                  <c:v>45306</c:v>
                </c:pt>
                <c:pt idx="9" c:formatCode="yyyy/mm/dd">
                  <c:v>45307</c:v>
                </c:pt>
                <c:pt idx="10" c:formatCode="yyyy/mm/dd">
                  <c:v>45308</c:v>
                </c:pt>
                <c:pt idx="11" c:formatCode="yyyy/mm/dd">
                  <c:v>45309</c:v>
                </c:pt>
                <c:pt idx="12" c:formatCode="yyyy/mm/dd">
                  <c:v>45310</c:v>
                </c:pt>
                <c:pt idx="13" c:formatCode="yyyy/mm/dd">
                  <c:v>45313</c:v>
                </c:pt>
                <c:pt idx="14" c:formatCode="yyyy/mm/dd">
                  <c:v>45314</c:v>
                </c:pt>
                <c:pt idx="15" c:formatCode="yyyy/mm/dd">
                  <c:v>45315</c:v>
                </c:pt>
                <c:pt idx="16" c:formatCode="yyyy/mm/dd">
                  <c:v>45316</c:v>
                </c:pt>
                <c:pt idx="17" c:formatCode="yyyy/mm/dd">
                  <c:v>45317</c:v>
                </c:pt>
                <c:pt idx="18" c:formatCode="yyyy/mm/dd">
                  <c:v>45320</c:v>
                </c:pt>
                <c:pt idx="19" c:formatCode="yyyy/mm/dd">
                  <c:v>45321</c:v>
                </c:pt>
                <c:pt idx="20" c:formatCode="yyyy/mm/dd">
                  <c:v>45322</c:v>
                </c:pt>
                <c:pt idx="21" c:formatCode="yyyy/mm/dd">
                  <c:v>45323</c:v>
                </c:pt>
                <c:pt idx="22" c:formatCode="yyyy/mm/dd">
                  <c:v>45324</c:v>
                </c:pt>
                <c:pt idx="23" c:formatCode="yyyy/mm/dd">
                  <c:v>45327</c:v>
                </c:pt>
                <c:pt idx="24" c:formatCode="yyyy/mm/dd">
                  <c:v>45328</c:v>
                </c:pt>
                <c:pt idx="25" c:formatCode="yyyy/mm/dd">
                  <c:v>45329</c:v>
                </c:pt>
                <c:pt idx="26" c:formatCode="yyyy/mm/dd">
                  <c:v>45330</c:v>
                </c:pt>
                <c:pt idx="27" c:formatCode="yyyy/mm/dd">
                  <c:v>45341</c:v>
                </c:pt>
                <c:pt idx="28" c:formatCode="yyyy/mm/dd">
                  <c:v>45342</c:v>
                </c:pt>
                <c:pt idx="29" c:formatCode="yyyy/mm/dd">
                  <c:v>45343</c:v>
                </c:pt>
                <c:pt idx="30" c:formatCode="yyyy/mm/dd">
                  <c:v>45344</c:v>
                </c:pt>
                <c:pt idx="31" c:formatCode="yyyy/mm/dd">
                  <c:v>45345</c:v>
                </c:pt>
                <c:pt idx="32" c:formatCode="yyyy/mm/dd">
                  <c:v>45348</c:v>
                </c:pt>
                <c:pt idx="33" c:formatCode="yyyy/mm/dd">
                  <c:v>45349</c:v>
                </c:pt>
                <c:pt idx="34" c:formatCode="yyyy/mm/dd">
                  <c:v>45350</c:v>
                </c:pt>
                <c:pt idx="35" c:formatCode="yyyy/mm/dd">
                  <c:v>45351</c:v>
                </c:pt>
                <c:pt idx="36" c:formatCode="yyyy/mm/dd">
                  <c:v>45352</c:v>
                </c:pt>
                <c:pt idx="37" c:formatCode="yyyy/mm/dd">
                  <c:v>45355</c:v>
                </c:pt>
                <c:pt idx="38" c:formatCode="yyyy/mm/dd">
                  <c:v>45356</c:v>
                </c:pt>
                <c:pt idx="39" c:formatCode="yyyy/mm/dd">
                  <c:v>45357</c:v>
                </c:pt>
                <c:pt idx="40" c:formatCode="yyyy/mm/dd">
                  <c:v>45358</c:v>
                </c:pt>
                <c:pt idx="41" c:formatCode="yyyy/mm/dd">
                  <c:v>45359</c:v>
                </c:pt>
                <c:pt idx="42" c:formatCode="yyyy/mm/dd">
                  <c:v>45362</c:v>
                </c:pt>
                <c:pt idx="43" c:formatCode="yyyy/mm/dd">
                  <c:v>45363</c:v>
                </c:pt>
                <c:pt idx="44" c:formatCode="yyyy/mm/dd">
                  <c:v>45364</c:v>
                </c:pt>
                <c:pt idx="45" c:formatCode="yyyy/mm/dd">
                  <c:v>45365</c:v>
                </c:pt>
                <c:pt idx="46" c:formatCode="yyyy/mm/dd">
                  <c:v>45366</c:v>
                </c:pt>
                <c:pt idx="47" c:formatCode="yyyy/mm/dd">
                  <c:v>45369</c:v>
                </c:pt>
                <c:pt idx="48" c:formatCode="yyyy/mm/dd">
                  <c:v>45370</c:v>
                </c:pt>
                <c:pt idx="49" c:formatCode="yyyy/mm/dd">
                  <c:v>45371</c:v>
                </c:pt>
                <c:pt idx="50" c:formatCode="yyyy/mm/dd">
                  <c:v>45372</c:v>
                </c:pt>
                <c:pt idx="51" c:formatCode="yyyy/mm/dd">
                  <c:v>45373</c:v>
                </c:pt>
                <c:pt idx="52" c:formatCode="yyyy/mm/dd">
                  <c:v>45376</c:v>
                </c:pt>
                <c:pt idx="53" c:formatCode="yyyy/mm/dd">
                  <c:v>45377</c:v>
                </c:pt>
                <c:pt idx="54" c:formatCode="yyyy/mm/dd">
                  <c:v>45378</c:v>
                </c:pt>
                <c:pt idx="55" c:formatCode="yyyy/mm/dd">
                  <c:v>45379</c:v>
                </c:pt>
                <c:pt idx="56" c:formatCode="yyyy/mm/dd">
                  <c:v>45380</c:v>
                </c:pt>
                <c:pt idx="57" c:formatCode="yyyy/mm/dd">
                  <c:v>45383</c:v>
                </c:pt>
                <c:pt idx="58" c:formatCode="yyyy/mm/dd">
                  <c:v>45384</c:v>
                </c:pt>
                <c:pt idx="59" c:formatCode="yyyy/mm/dd">
                  <c:v>45385</c:v>
                </c:pt>
                <c:pt idx="60" c:formatCode="yyyy/mm/dd">
                  <c:v>45390</c:v>
                </c:pt>
                <c:pt idx="61" c:formatCode="yyyy/mm/dd">
                  <c:v>45391</c:v>
                </c:pt>
                <c:pt idx="62" c:formatCode="yyyy/mm/dd">
                  <c:v>45392</c:v>
                </c:pt>
                <c:pt idx="63" c:formatCode="yyyy/mm/dd">
                  <c:v>45393</c:v>
                </c:pt>
                <c:pt idx="64" c:formatCode="yyyy/mm/dd">
                  <c:v>45394</c:v>
                </c:pt>
                <c:pt idx="65" c:formatCode="yyyy/mm/dd">
                  <c:v>45397</c:v>
                </c:pt>
                <c:pt idx="66" c:formatCode="yyyy/mm/dd">
                  <c:v>45398</c:v>
                </c:pt>
                <c:pt idx="67" c:formatCode="yyyy/mm/dd">
                  <c:v>45399</c:v>
                </c:pt>
                <c:pt idx="68" c:formatCode="yyyy/mm/dd">
                  <c:v>45400</c:v>
                </c:pt>
                <c:pt idx="69" c:formatCode="yyyy/mm/dd">
                  <c:v>45401</c:v>
                </c:pt>
                <c:pt idx="70" c:formatCode="yyyy/mm/dd">
                  <c:v>45404</c:v>
                </c:pt>
                <c:pt idx="71" c:formatCode="yyyy/mm/dd">
                  <c:v>45405</c:v>
                </c:pt>
                <c:pt idx="72" c:formatCode="yyyy/mm/dd">
                  <c:v>45406</c:v>
                </c:pt>
                <c:pt idx="73" c:formatCode="yyyy/mm/dd">
                  <c:v>45407</c:v>
                </c:pt>
                <c:pt idx="74" c:formatCode="yyyy/mm/dd">
                  <c:v>45408</c:v>
                </c:pt>
                <c:pt idx="75" c:formatCode="yyyy/mm/dd">
                  <c:v>45411</c:v>
                </c:pt>
                <c:pt idx="76" c:formatCode="yyyy/mm/dd">
                  <c:v>45412</c:v>
                </c:pt>
                <c:pt idx="77" c:formatCode="yyyy/mm/dd">
                  <c:v>45418</c:v>
                </c:pt>
                <c:pt idx="78" c:formatCode="yyyy/mm/dd">
                  <c:v>45419</c:v>
                </c:pt>
                <c:pt idx="79" c:formatCode="yyyy/mm/dd">
                  <c:v>45420</c:v>
                </c:pt>
                <c:pt idx="80" c:formatCode="yyyy/mm/dd">
                  <c:v>45421</c:v>
                </c:pt>
                <c:pt idx="81" c:formatCode="yyyy/mm/dd">
                  <c:v>45422</c:v>
                </c:pt>
                <c:pt idx="82" c:formatCode="yyyy/mm/dd">
                  <c:v>45425</c:v>
                </c:pt>
                <c:pt idx="83" c:formatCode="yyyy/mm/dd">
                  <c:v>45426</c:v>
                </c:pt>
                <c:pt idx="84" c:formatCode="yyyy/mm/dd">
                  <c:v>45427</c:v>
                </c:pt>
                <c:pt idx="85" c:formatCode="yyyy/mm/dd">
                  <c:v>45428</c:v>
                </c:pt>
                <c:pt idx="86" c:formatCode="yyyy/mm/dd">
                  <c:v>45429</c:v>
                </c:pt>
                <c:pt idx="87" c:formatCode="yyyy/mm/dd">
                  <c:v>45432</c:v>
                </c:pt>
                <c:pt idx="88" c:formatCode="yyyy/mm/dd">
                  <c:v>45433</c:v>
                </c:pt>
                <c:pt idx="89" c:formatCode="yyyy/mm/dd">
                  <c:v>45434</c:v>
                </c:pt>
                <c:pt idx="90" c:formatCode="yyyy/mm/dd">
                  <c:v>45435</c:v>
                </c:pt>
                <c:pt idx="91" c:formatCode="yyyy/mm/dd">
                  <c:v>45436</c:v>
                </c:pt>
                <c:pt idx="92" c:formatCode="yyyy/mm/dd">
                  <c:v>45439</c:v>
                </c:pt>
                <c:pt idx="93" c:formatCode="yyyy/mm/dd">
                  <c:v>45440</c:v>
                </c:pt>
                <c:pt idx="94" c:formatCode="yyyy/mm/dd">
                  <c:v>45441</c:v>
                </c:pt>
                <c:pt idx="95" c:formatCode="yyyy/mm/dd">
                  <c:v>45442</c:v>
                </c:pt>
                <c:pt idx="96" c:formatCode="yyyy/mm/dd">
                  <c:v>45443</c:v>
                </c:pt>
                <c:pt idx="97" c:formatCode="yyyy/mm/dd">
                  <c:v>45446</c:v>
                </c:pt>
                <c:pt idx="98" c:formatCode="yyyy/mm/dd">
                  <c:v>45447</c:v>
                </c:pt>
                <c:pt idx="99" c:formatCode="yyyy/mm/dd">
                  <c:v>45448</c:v>
                </c:pt>
                <c:pt idx="100" c:formatCode="yyyy/mm/dd">
                  <c:v>45449</c:v>
                </c:pt>
                <c:pt idx="101" c:formatCode="yyyy/mm/dd">
                  <c:v>45450</c:v>
                </c:pt>
                <c:pt idx="102" c:formatCode="yyyy/mm/dd">
                  <c:v>45454</c:v>
                </c:pt>
                <c:pt idx="103" c:formatCode="yyyy/mm/dd">
                  <c:v>45455</c:v>
                </c:pt>
                <c:pt idx="104" c:formatCode="yyyy/mm/dd">
                  <c:v>45456</c:v>
                </c:pt>
                <c:pt idx="105" c:formatCode="yyyy/mm/dd">
                  <c:v>45457</c:v>
                </c:pt>
                <c:pt idx="106" c:formatCode="yyyy/mm/dd">
                  <c:v>45460</c:v>
                </c:pt>
                <c:pt idx="107" c:formatCode="yyyy/mm/dd">
                  <c:v>45461</c:v>
                </c:pt>
                <c:pt idx="108" c:formatCode="yyyy/mm/dd">
                  <c:v>45462</c:v>
                </c:pt>
                <c:pt idx="109" c:formatCode="yyyy/mm/dd">
                  <c:v>45463</c:v>
                </c:pt>
                <c:pt idx="110" c:formatCode="yyyy/mm/dd">
                  <c:v>45464</c:v>
                </c:pt>
                <c:pt idx="111" c:formatCode="yyyy/mm/dd">
                  <c:v>45467</c:v>
                </c:pt>
                <c:pt idx="112" c:formatCode="yyyy/mm/dd">
                  <c:v>45468</c:v>
                </c:pt>
                <c:pt idx="113" c:formatCode="yyyy/mm/dd">
                  <c:v>45469</c:v>
                </c:pt>
                <c:pt idx="114" c:formatCode="yyyy/mm/dd">
                  <c:v>45470</c:v>
                </c:pt>
                <c:pt idx="115" c:formatCode="yyyy/mm/dd">
                  <c:v>45471</c:v>
                </c:pt>
                <c:pt idx="116" c:formatCode="yyyy/mm/dd">
                  <c:v>45474</c:v>
                </c:pt>
                <c:pt idx="117" c:formatCode="yyyy/mm/dd">
                  <c:v>45475</c:v>
                </c:pt>
                <c:pt idx="118" c:formatCode="yyyy/mm/dd">
                  <c:v>45476</c:v>
                </c:pt>
                <c:pt idx="119" c:formatCode="yyyy/mm/dd">
                  <c:v>45477</c:v>
                </c:pt>
                <c:pt idx="120" c:formatCode="yyyy/mm/dd">
                  <c:v>45478</c:v>
                </c:pt>
                <c:pt idx="121" c:formatCode="yyyy/mm/dd">
                  <c:v>45481</c:v>
                </c:pt>
                <c:pt idx="122" c:formatCode="yyyy/mm/dd">
                  <c:v>45482</c:v>
                </c:pt>
                <c:pt idx="123" c:formatCode="yyyy/mm/dd">
                  <c:v>45483</c:v>
                </c:pt>
                <c:pt idx="124" c:formatCode="yyyy/mm/dd">
                  <c:v>45484</c:v>
                </c:pt>
                <c:pt idx="125" c:formatCode="yyyy/mm/dd">
                  <c:v>45485</c:v>
                </c:pt>
                <c:pt idx="126" c:formatCode="yyyy/mm/dd">
                  <c:v>45488</c:v>
                </c:pt>
                <c:pt idx="127" c:formatCode="yyyy/mm/dd">
                  <c:v>45489</c:v>
                </c:pt>
                <c:pt idx="128" c:formatCode="yyyy/mm/dd">
                  <c:v>45490</c:v>
                </c:pt>
                <c:pt idx="129" c:formatCode="yyyy/mm/dd">
                  <c:v>45491</c:v>
                </c:pt>
                <c:pt idx="130" c:formatCode="yyyy/mm/dd">
                  <c:v>45492</c:v>
                </c:pt>
                <c:pt idx="131" c:formatCode="yyyy/mm/dd">
                  <c:v>45495</c:v>
                </c:pt>
                <c:pt idx="132" c:formatCode="yyyy/mm/dd">
                  <c:v>45496</c:v>
                </c:pt>
                <c:pt idx="133" c:formatCode="yyyy/mm/dd">
                  <c:v>45497</c:v>
                </c:pt>
                <c:pt idx="134" c:formatCode="yyyy/mm/dd">
                  <c:v>45498</c:v>
                </c:pt>
                <c:pt idx="135" c:formatCode="yyyy/mm/dd">
                  <c:v>45499</c:v>
                </c:pt>
                <c:pt idx="136" c:formatCode="yyyy/mm/dd">
                  <c:v>45502</c:v>
                </c:pt>
                <c:pt idx="137" c:formatCode="yyyy/mm/dd">
                  <c:v>45503</c:v>
                </c:pt>
                <c:pt idx="138" c:formatCode="yyyy/mm/dd">
                  <c:v>45504</c:v>
                </c:pt>
                <c:pt idx="139" c:formatCode="yyyy/mm/dd">
                  <c:v>45505</c:v>
                </c:pt>
                <c:pt idx="140" c:formatCode="yyyy/mm/dd">
                  <c:v>45506</c:v>
                </c:pt>
                <c:pt idx="141" c:formatCode="yyyy/mm/dd">
                  <c:v>45509</c:v>
                </c:pt>
                <c:pt idx="142" c:formatCode="yyyy/mm/dd">
                  <c:v>45510</c:v>
                </c:pt>
                <c:pt idx="143" c:formatCode="yyyy/mm/dd">
                  <c:v>45511</c:v>
                </c:pt>
                <c:pt idx="144" c:formatCode="yyyy/mm/dd">
                  <c:v>45512</c:v>
                </c:pt>
                <c:pt idx="145" c:formatCode="yyyy/mm/dd">
                  <c:v>45513</c:v>
                </c:pt>
                <c:pt idx="146" c:formatCode="yyyy/mm/dd">
                  <c:v>45516</c:v>
                </c:pt>
                <c:pt idx="147" c:formatCode="yyyy/mm/dd">
                  <c:v>45517</c:v>
                </c:pt>
                <c:pt idx="148" c:formatCode="yyyy/mm/dd">
                  <c:v>45518</c:v>
                </c:pt>
                <c:pt idx="149" c:formatCode="yyyy/mm/dd">
                  <c:v>45519</c:v>
                </c:pt>
                <c:pt idx="150" c:formatCode="yyyy/mm/dd">
                  <c:v>45520</c:v>
                </c:pt>
                <c:pt idx="151" c:formatCode="yyyy/mm/dd">
                  <c:v>45523</c:v>
                </c:pt>
                <c:pt idx="152" c:formatCode="yyyy/mm/dd">
                  <c:v>45524</c:v>
                </c:pt>
                <c:pt idx="153" c:formatCode="yyyy/mm/dd">
                  <c:v>45525</c:v>
                </c:pt>
                <c:pt idx="154" c:formatCode="yyyy/mm/dd">
                  <c:v>45526</c:v>
                </c:pt>
                <c:pt idx="155" c:formatCode="yyyy/mm/dd">
                  <c:v>45527</c:v>
                </c:pt>
                <c:pt idx="156" c:formatCode="yyyy/mm/dd">
                  <c:v>45530</c:v>
                </c:pt>
                <c:pt idx="157" c:formatCode="yyyy/mm/dd">
                  <c:v>45531</c:v>
                </c:pt>
                <c:pt idx="158" c:formatCode="yyyy/mm/dd">
                  <c:v>45532</c:v>
                </c:pt>
                <c:pt idx="159" c:formatCode="yyyy/mm/dd">
                  <c:v>45533</c:v>
                </c:pt>
                <c:pt idx="160" c:formatCode="yyyy/mm/dd">
                  <c:v>45534</c:v>
                </c:pt>
                <c:pt idx="161" c:formatCode="yyyy/mm/dd">
                  <c:v>45537</c:v>
                </c:pt>
                <c:pt idx="162" c:formatCode="yyyy/mm/dd">
                  <c:v>45538</c:v>
                </c:pt>
                <c:pt idx="163" c:formatCode="yyyy/mm/dd">
                  <c:v>45539</c:v>
                </c:pt>
                <c:pt idx="164" c:formatCode="yyyy/mm/dd">
                  <c:v>45540</c:v>
                </c:pt>
                <c:pt idx="165" c:formatCode="yyyy/mm/dd">
                  <c:v>45541</c:v>
                </c:pt>
                <c:pt idx="166" c:formatCode="yyyy/mm/dd">
                  <c:v>45544</c:v>
                </c:pt>
                <c:pt idx="167" c:formatCode="yyyy/mm/dd">
                  <c:v>45545</c:v>
                </c:pt>
                <c:pt idx="168" c:formatCode="yyyy/mm/dd">
                  <c:v>45546</c:v>
                </c:pt>
                <c:pt idx="169" c:formatCode="yyyy/mm/dd">
                  <c:v>45547</c:v>
                </c:pt>
                <c:pt idx="170" c:formatCode="yyyy/mm/dd">
                  <c:v>45548</c:v>
                </c:pt>
                <c:pt idx="171" c:formatCode="yyyy/mm/dd">
                  <c:v>45553</c:v>
                </c:pt>
                <c:pt idx="172" c:formatCode="yyyy/mm/dd">
                  <c:v>45554</c:v>
                </c:pt>
                <c:pt idx="173" c:formatCode="yyyy/mm/dd">
                  <c:v>45555</c:v>
                </c:pt>
                <c:pt idx="174" c:formatCode="yyyy/mm/dd">
                  <c:v>45558</c:v>
                </c:pt>
                <c:pt idx="175" c:formatCode="yyyy/mm/dd">
                  <c:v>45559</c:v>
                </c:pt>
                <c:pt idx="176" c:formatCode="yyyy/mm/dd">
                  <c:v>45560</c:v>
                </c:pt>
                <c:pt idx="177" c:formatCode="yyyy/mm/dd">
                  <c:v>45561</c:v>
                </c:pt>
                <c:pt idx="178" c:formatCode="yyyy/mm/dd">
                  <c:v>45562</c:v>
                </c:pt>
                <c:pt idx="179" c:formatCode="yyyy/mm/dd">
                  <c:v>45565</c:v>
                </c:pt>
                <c:pt idx="180" c:formatCode="yyyy/mm/dd">
                  <c:v>45573</c:v>
                </c:pt>
                <c:pt idx="181" c:formatCode="yyyy/mm/dd">
                  <c:v>45574</c:v>
                </c:pt>
                <c:pt idx="182" c:formatCode="yyyy/mm/dd">
                  <c:v>45575</c:v>
                </c:pt>
                <c:pt idx="183" c:formatCode="yyyy/mm/dd">
                  <c:v>45576</c:v>
                </c:pt>
                <c:pt idx="184" c:formatCode="yyyy/mm/dd">
                  <c:v>45579</c:v>
                </c:pt>
                <c:pt idx="185" c:formatCode="yyyy/mm/dd">
                  <c:v>45580</c:v>
                </c:pt>
                <c:pt idx="186" c:formatCode="yyyy/mm/dd">
                  <c:v>45581</c:v>
                </c:pt>
                <c:pt idx="187" c:formatCode="yyyy/mm/dd">
                  <c:v>45582</c:v>
                </c:pt>
                <c:pt idx="188" c:formatCode="yyyy/mm/dd">
                  <c:v>45583</c:v>
                </c:pt>
                <c:pt idx="189" c:formatCode="yyyy/mm/dd">
                  <c:v>45586</c:v>
                </c:pt>
                <c:pt idx="190" c:formatCode="yyyy/mm/dd">
                  <c:v>45587</c:v>
                </c:pt>
                <c:pt idx="191" c:formatCode="yyyy/mm/dd">
                  <c:v>45588</c:v>
                </c:pt>
                <c:pt idx="192" c:formatCode="yyyy/mm/dd">
                  <c:v>45589</c:v>
                </c:pt>
                <c:pt idx="193" c:formatCode="yyyy/mm/dd">
                  <c:v>45590</c:v>
                </c:pt>
                <c:pt idx="194" c:formatCode="yyyy/mm/dd">
                  <c:v>45593</c:v>
                </c:pt>
                <c:pt idx="195" c:formatCode="yyyy/mm/dd">
                  <c:v>45594</c:v>
                </c:pt>
                <c:pt idx="196" c:formatCode="yyyy/mm/dd">
                  <c:v>45595</c:v>
                </c:pt>
                <c:pt idx="197" c:formatCode="yyyy/mm/dd">
                  <c:v>45596</c:v>
                </c:pt>
                <c:pt idx="198" c:formatCode="yyyy/mm/dd">
                  <c:v>45597</c:v>
                </c:pt>
                <c:pt idx="199" c:formatCode="yyyy/mm/dd">
                  <c:v>45600</c:v>
                </c:pt>
                <c:pt idx="200" c:formatCode="yyyy/mm/dd">
                  <c:v>45601</c:v>
                </c:pt>
                <c:pt idx="201" c:formatCode="yyyy/mm/dd">
                  <c:v>45602</c:v>
                </c:pt>
                <c:pt idx="202" c:formatCode="yyyy/mm/dd">
                  <c:v>45603</c:v>
                </c:pt>
                <c:pt idx="203" c:formatCode="yyyy/mm/dd">
                  <c:v>45604</c:v>
                </c:pt>
                <c:pt idx="204" c:formatCode="yyyy/mm/dd">
                  <c:v>45607</c:v>
                </c:pt>
                <c:pt idx="205" c:formatCode="yyyy/mm/dd">
                  <c:v>45608</c:v>
                </c:pt>
                <c:pt idx="206" c:formatCode="yyyy/mm/dd">
                  <c:v>45609</c:v>
                </c:pt>
                <c:pt idx="207" c:formatCode="yyyy/mm/dd">
                  <c:v>45610</c:v>
                </c:pt>
                <c:pt idx="208" c:formatCode="yyyy/mm/dd">
                  <c:v>45611</c:v>
                </c:pt>
                <c:pt idx="209" c:formatCode="yyyy/mm/dd">
                  <c:v>45614</c:v>
                </c:pt>
                <c:pt idx="210" c:formatCode="yyyy/mm/dd">
                  <c:v>45615</c:v>
                </c:pt>
                <c:pt idx="211" c:formatCode="yyyy/mm/dd">
                  <c:v>45616</c:v>
                </c:pt>
                <c:pt idx="212" c:formatCode="yyyy/mm/dd">
                  <c:v>45617</c:v>
                </c:pt>
                <c:pt idx="213" c:formatCode="yyyy/mm/dd">
                  <c:v>45618</c:v>
                </c:pt>
                <c:pt idx="214" c:formatCode="yyyy/mm/dd">
                  <c:v>45621</c:v>
                </c:pt>
                <c:pt idx="215" c:formatCode="yyyy/mm/dd">
                  <c:v>45622</c:v>
                </c:pt>
                <c:pt idx="216" c:formatCode="yyyy/mm/dd">
                  <c:v>45623</c:v>
                </c:pt>
                <c:pt idx="217" c:formatCode="yyyy/mm/dd">
                  <c:v>45624</c:v>
                </c:pt>
                <c:pt idx="218" c:formatCode="yyyy/mm/dd">
                  <c:v>45625</c:v>
                </c:pt>
                <c:pt idx="219" c:formatCode="yyyy/mm/dd">
                  <c:v>45628</c:v>
                </c:pt>
                <c:pt idx="220" c:formatCode="yyyy/mm/dd">
                  <c:v>45629</c:v>
                </c:pt>
                <c:pt idx="221" c:formatCode="yyyy/mm/dd">
                  <c:v>45630</c:v>
                </c:pt>
                <c:pt idx="222" c:formatCode="yyyy/mm/dd">
                  <c:v>45631</c:v>
                </c:pt>
                <c:pt idx="223" c:formatCode="yyyy/mm/dd">
                  <c:v>45632</c:v>
                </c:pt>
                <c:pt idx="224" c:formatCode="yyyy/mm/dd">
                  <c:v>45635</c:v>
                </c:pt>
                <c:pt idx="225" c:formatCode="yyyy/mm/dd">
                  <c:v>45636</c:v>
                </c:pt>
              </c:numCache>
            </c:numRef>
          </c:cat>
          <c:val>
            <c:numRef>
              <c:f>'走势图 24'!$J$4:$J$620</c:f>
              <c:numCache>
                <c:formatCode>#,##0.00</c:formatCode>
                <c:ptCount val="617"/>
                <c:pt idx="0">
                  <c:v>3378.2971</c:v>
                </c:pt>
                <c:pt idx="1">
                  <c:v>3347.0519</c:v>
                </c:pt>
                <c:pt idx="2">
                  <c:v>3329.1114</c:v>
                </c:pt>
                <c:pt idx="3">
                  <c:v>3286.0564</c:v>
                </c:pt>
                <c:pt idx="4">
                  <c:v>3292.4994</c:v>
                </c:pt>
                <c:pt idx="5">
                  <c:v>3277.129</c:v>
                </c:pt>
                <c:pt idx="6">
                  <c:v>3295.6717</c:v>
                </c:pt>
                <c:pt idx="7">
                  <c:v>3284.1667</c:v>
                </c:pt>
                <c:pt idx="8">
                  <c:v>3280.9195</c:v>
                </c:pt>
                <c:pt idx="9">
                  <c:v>3300.8762</c:v>
                </c:pt>
                <c:pt idx="10">
                  <c:v>3229.082</c:v>
                </c:pt>
                <c:pt idx="11">
                  <c:v>3274.7286</c:v>
                </c:pt>
                <c:pt idx="12">
                  <c:v>3269.7763</c:v>
                </c:pt>
                <c:pt idx="13">
                  <c:v>3218.9016</c:v>
                </c:pt>
                <c:pt idx="14">
                  <c:v>3231.9329</c:v>
                </c:pt>
                <c:pt idx="15">
                  <c:v>3277.1089</c:v>
                </c:pt>
                <c:pt idx="16">
                  <c:v>3342.9189</c:v>
                </c:pt>
                <c:pt idx="17">
                  <c:v>3333.8213</c:v>
                </c:pt>
                <c:pt idx="18">
                  <c:v>3303.9604</c:v>
                </c:pt>
                <c:pt idx="19">
                  <c:v>3245.0387</c:v>
                </c:pt>
                <c:pt idx="20">
                  <c:v>3215.3518</c:v>
                </c:pt>
                <c:pt idx="21">
                  <c:v>3217.7109</c:v>
                </c:pt>
                <c:pt idx="22">
                  <c:v>3179.6276</c:v>
                </c:pt>
                <c:pt idx="23">
                  <c:v>3200.4218</c:v>
                </c:pt>
                <c:pt idx="24">
                  <c:v>3311.6922</c:v>
                </c:pt>
                <c:pt idx="25">
                  <c:v>3343.6303</c:v>
                </c:pt>
                <c:pt idx="26">
                  <c:v>3364.9297</c:v>
                </c:pt>
                <c:pt idx="27">
                  <c:v>3403.8078</c:v>
                </c:pt>
                <c:pt idx="28">
                  <c:v>3410.8542</c:v>
                </c:pt>
                <c:pt idx="29">
                  <c:v>3456.8713</c:v>
                </c:pt>
                <c:pt idx="30">
                  <c:v>3486.6747</c:v>
                </c:pt>
                <c:pt idx="31">
                  <c:v>3489.7416</c:v>
                </c:pt>
                <c:pt idx="32">
                  <c:v>3453.3585</c:v>
                </c:pt>
                <c:pt idx="33">
                  <c:v>3494.7874</c:v>
                </c:pt>
                <c:pt idx="34">
                  <c:v>3450.2598</c:v>
                </c:pt>
                <c:pt idx="35">
                  <c:v>3516.0826</c:v>
                </c:pt>
                <c:pt idx="36">
                  <c:v>3537.8038</c:v>
                </c:pt>
                <c:pt idx="37">
                  <c:v>3540.8686</c:v>
                </c:pt>
                <c:pt idx="38">
                  <c:v>3565.5143</c:v>
                </c:pt>
                <c:pt idx="39">
                  <c:v>3551.0481</c:v>
                </c:pt>
                <c:pt idx="40">
                  <c:v>3529.7195</c:v>
                </c:pt>
                <c:pt idx="41">
                  <c:v>3544.9099</c:v>
                </c:pt>
                <c:pt idx="42">
                  <c:v>3589.2635</c:v>
                </c:pt>
                <c:pt idx="43">
                  <c:v>3597.4939</c:v>
                </c:pt>
                <c:pt idx="44">
                  <c:v>3572.361</c:v>
                </c:pt>
                <c:pt idx="45">
                  <c:v>3562.2229</c:v>
                </c:pt>
                <c:pt idx="46">
                  <c:v>3569.993</c:v>
                </c:pt>
                <c:pt idx="47">
                  <c:v>3603.528</c:v>
                </c:pt>
                <c:pt idx="48">
                  <c:v>3577.6303</c:v>
                </c:pt>
                <c:pt idx="49">
                  <c:v>3585.3838</c:v>
                </c:pt>
                <c:pt idx="50">
                  <c:v>3581.0902</c:v>
                </c:pt>
                <c:pt idx="51">
                  <c:v>3545.0023</c:v>
                </c:pt>
                <c:pt idx="52">
                  <c:v>3525.7634</c:v>
                </c:pt>
                <c:pt idx="53">
                  <c:v>3543.7467</c:v>
                </c:pt>
                <c:pt idx="54">
                  <c:v>3502.7866</c:v>
                </c:pt>
                <c:pt idx="55">
                  <c:v>3520.9648</c:v>
                </c:pt>
                <c:pt idx="56">
                  <c:v>3537.4843</c:v>
                </c:pt>
                <c:pt idx="57">
                  <c:v>3595.6466</c:v>
                </c:pt>
                <c:pt idx="58">
                  <c:v>3580.6759</c:v>
                </c:pt>
                <c:pt idx="59">
                  <c:v>3567.8031</c:v>
                </c:pt>
                <c:pt idx="60">
                  <c:v>3536.4077</c:v>
                </c:pt>
                <c:pt idx="61">
                  <c:v>3533.4871</c:v>
                </c:pt>
                <c:pt idx="62">
                  <c:v>3504.7086</c:v>
                </c:pt>
                <c:pt idx="63">
                  <c:v>3504.2447</c:v>
                </c:pt>
                <c:pt idx="64">
                  <c:v>3475.8389</c:v>
                </c:pt>
                <c:pt idx="65">
                  <c:v>3549.0759</c:v>
                </c:pt>
                <c:pt idx="66">
                  <c:v>3511.1146</c:v>
                </c:pt>
                <c:pt idx="67">
                  <c:v>3565.403</c:v>
                </c:pt>
                <c:pt idx="68">
                  <c:v>3569.8018</c:v>
                </c:pt>
                <c:pt idx="69">
                  <c:v>3541.6619</c:v>
                </c:pt>
                <c:pt idx="70">
                  <c:v>3530.9045</c:v>
                </c:pt>
                <c:pt idx="71">
                  <c:v>3506.2249</c:v>
                </c:pt>
                <c:pt idx="72">
                  <c:v>3521.6219</c:v>
                </c:pt>
                <c:pt idx="73">
                  <c:v>3530.2813</c:v>
                </c:pt>
                <c:pt idx="74">
                  <c:v>3584.2686</c:v>
                </c:pt>
                <c:pt idx="75">
                  <c:v>3623.9124</c:v>
                </c:pt>
                <c:pt idx="76">
                  <c:v>3604.3943</c:v>
                </c:pt>
                <c:pt idx="77">
                  <c:v>3657.8767</c:v>
                </c:pt>
                <c:pt idx="78">
                  <c:v>3659.0076</c:v>
                </c:pt>
                <c:pt idx="79">
                  <c:v>3630.2233</c:v>
                </c:pt>
                <c:pt idx="80">
                  <c:v>3664.561</c:v>
                </c:pt>
                <c:pt idx="81">
                  <c:v>3666.2771</c:v>
                </c:pt>
                <c:pt idx="82">
                  <c:v>3664.6907</c:v>
                </c:pt>
                <c:pt idx="83">
                  <c:v>3657.0454</c:v>
                </c:pt>
                <c:pt idx="84">
                  <c:v>3626.0559</c:v>
                </c:pt>
                <c:pt idx="85">
                  <c:v>3640.3592</c:v>
                </c:pt>
                <c:pt idx="86">
                  <c:v>3677.9696</c:v>
                </c:pt>
                <c:pt idx="87">
                  <c:v>3690.9623</c:v>
                </c:pt>
                <c:pt idx="88">
                  <c:v>3676.1611</c:v>
                </c:pt>
                <c:pt idx="89">
                  <c:v>3684.451</c:v>
                </c:pt>
                <c:pt idx="90">
                  <c:v>3641.7917</c:v>
                </c:pt>
                <c:pt idx="91">
                  <c:v>3601.4754</c:v>
                </c:pt>
                <c:pt idx="92">
                  <c:v>3635.7079</c:v>
                </c:pt>
                <c:pt idx="93">
                  <c:v>3609.1724</c:v>
                </c:pt>
                <c:pt idx="94">
                  <c:v>3613.5223</c:v>
                </c:pt>
                <c:pt idx="95">
                  <c:v>3594.3121</c:v>
                </c:pt>
                <c:pt idx="96">
                  <c:v>3579.9247</c:v>
                </c:pt>
                <c:pt idx="97">
                  <c:v>3588.7483</c:v>
                </c:pt>
                <c:pt idx="98">
                  <c:v>3615.6714</c:v>
                </c:pt>
                <c:pt idx="99">
                  <c:v>3594.7936</c:v>
                </c:pt>
                <c:pt idx="100">
                  <c:v>3592.2454</c:v>
                </c:pt>
                <c:pt idx="101">
                  <c:v>3574.1143</c:v>
                </c:pt>
                <c:pt idx="102">
                  <c:v>3542.8771</c:v>
                </c:pt>
                <c:pt idx="103">
                  <c:v>3544.1225</c:v>
                </c:pt>
                <c:pt idx="104">
                  <c:v>3526.1306</c:v>
                </c:pt>
                <c:pt idx="105">
                  <c:v>3541.5331</c:v>
                </c:pt>
                <c:pt idx="106">
                  <c:v>3536.1986</c:v>
                </c:pt>
                <c:pt idx="107">
                  <c:v>3545.5902</c:v>
                </c:pt>
                <c:pt idx="108">
                  <c:v>3528.749</c:v>
                </c:pt>
                <c:pt idx="109">
                  <c:v>3503.2817</c:v>
                </c:pt>
                <c:pt idx="110">
                  <c:v>3495.6198</c:v>
                </c:pt>
                <c:pt idx="111">
                  <c:v>3476.8102</c:v>
                </c:pt>
                <c:pt idx="112">
                  <c:v>3457.9023</c:v>
                </c:pt>
                <c:pt idx="113">
                  <c:v>3480.2648</c:v>
                </c:pt>
                <c:pt idx="114">
                  <c:v>3454.1175</c:v>
                </c:pt>
                <c:pt idx="115">
                  <c:v>3461.657</c:v>
                </c:pt>
                <c:pt idx="116">
                  <c:v>3478.1827</c:v>
                </c:pt>
                <c:pt idx="117">
                  <c:v>3471.7857</c:v>
                </c:pt>
                <c:pt idx="118">
                  <c:v>3463.4141</c:v>
                </c:pt>
                <c:pt idx="119">
                  <c:v>3445.8128</c:v>
                </c:pt>
                <c:pt idx="120">
                  <c:v>3431.0605</c:v>
                </c:pt>
                <c:pt idx="121">
                  <c:v>3401.7604</c:v>
                </c:pt>
                <c:pt idx="122">
                  <c:v>3439.8111</c:v>
                </c:pt>
                <c:pt idx="123">
                  <c:v>3428.9657</c:v>
                </c:pt>
                <c:pt idx="124">
                  <c:v>3468.169</c:v>
                </c:pt>
                <c:pt idx="125">
                  <c:v>3472.4014</c:v>
                </c:pt>
                <c:pt idx="126">
                  <c:v>3476.2467</c:v>
                </c:pt>
                <c:pt idx="127">
                  <c:v>3498.2827</c:v>
                </c:pt>
                <c:pt idx="128">
                  <c:v>3501.5836</c:v>
                </c:pt>
                <c:pt idx="129">
                  <c:v>3520.931</c:v>
                </c:pt>
                <c:pt idx="130">
                  <c:v>3539.0156</c:v>
                </c:pt>
                <c:pt idx="131">
                  <c:v>3514.9249</c:v>
                </c:pt>
                <c:pt idx="132">
                  <c:v>3439.8779</c:v>
                </c:pt>
                <c:pt idx="133">
                  <c:v>3418.1663</c:v>
                </c:pt>
                <c:pt idx="134">
                  <c:v>3399.2716</c:v>
                </c:pt>
                <c:pt idx="135">
                  <c:v>3409.2931</c:v>
                </c:pt>
                <c:pt idx="136">
                  <c:v>3390.742</c:v>
                </c:pt>
                <c:pt idx="137">
                  <c:v>3369.3821</c:v>
                </c:pt>
                <c:pt idx="138">
                  <c:v>3442.0844</c:v>
                </c:pt>
                <c:pt idx="139">
                  <c:v>3419.2666</c:v>
                </c:pt>
                <c:pt idx="140">
                  <c:v>3384.3919</c:v>
                </c:pt>
                <c:pt idx="141">
                  <c:v>3343.3205</c:v>
                </c:pt>
                <c:pt idx="142">
                  <c:v>3342.9789</c:v>
                </c:pt>
                <c:pt idx="143">
                  <c:v>3341.489</c:v>
                </c:pt>
                <c:pt idx="144">
                  <c:v>3342.9369</c:v>
                </c:pt>
                <c:pt idx="145">
                  <c:v>3331.6274</c:v>
                </c:pt>
                <c:pt idx="146">
                  <c:v>3325.8645</c:v>
                </c:pt>
                <c:pt idx="147">
                  <c:v>3334.3903</c:v>
                </c:pt>
                <c:pt idx="148">
                  <c:v>3309.2389</c:v>
                </c:pt>
                <c:pt idx="149">
                  <c:v>3341.953</c:v>
                </c:pt>
                <c:pt idx="150">
                  <c:v>3345.634</c:v>
                </c:pt>
                <c:pt idx="151">
                  <c:v>3356.9677</c:v>
                </c:pt>
                <c:pt idx="152">
                  <c:v>3332.7034</c:v>
                </c:pt>
                <c:pt idx="153">
                  <c:v>3321.635</c:v>
                </c:pt>
                <c:pt idx="154">
                  <c:v>3313.1357</c:v>
                </c:pt>
                <c:pt idx="155">
                  <c:v>3327.1905</c:v>
                </c:pt>
                <c:pt idx="156">
                  <c:v>3324.2231</c:v>
                </c:pt>
                <c:pt idx="157">
                  <c:v>3305.3338</c:v>
                </c:pt>
                <c:pt idx="158">
                  <c:v>3286.4956</c:v>
                </c:pt>
                <c:pt idx="159">
                  <c:v>3277.6812</c:v>
                </c:pt>
                <c:pt idx="160">
                  <c:v>3321.4323</c:v>
                </c:pt>
                <c:pt idx="161">
                  <c:v>3265.011</c:v>
                </c:pt>
                <c:pt idx="162">
                  <c:v>3273.4282</c:v>
                </c:pt>
                <c:pt idx="163">
                  <c:v>3252.1649</c:v>
                </c:pt>
                <c:pt idx="164">
                  <c:v>3257.7578</c:v>
                </c:pt>
                <c:pt idx="165">
                  <c:v>3231.3457</c:v>
                </c:pt>
                <c:pt idx="166">
                  <c:v>3192.9516</c:v>
                </c:pt>
                <c:pt idx="167">
                  <c:v>3195.7552</c:v>
                </c:pt>
                <c:pt idx="168">
                  <c:v>3186.1299</c:v>
                </c:pt>
                <c:pt idx="169">
                  <c:v>3172.4747</c:v>
                </c:pt>
                <c:pt idx="170">
                  <c:v>3159.247</c:v>
                </c:pt>
                <c:pt idx="171">
                  <c:v>3171.0102</c:v>
                </c:pt>
                <c:pt idx="172">
                  <c:v>3196.0357</c:v>
                </c:pt>
                <c:pt idx="173">
                  <c:v>3201.0497</c:v>
                </c:pt>
                <c:pt idx="174">
                  <c:v>3212.7639</c:v>
                </c:pt>
                <c:pt idx="175">
                  <c:v>3351.909</c:v>
                </c:pt>
                <c:pt idx="176">
                  <c:v>3401.533</c:v>
                </c:pt>
                <c:pt idx="177">
                  <c:v>3545.3204</c:v>
                </c:pt>
                <c:pt idx="178">
                  <c:v>3703.6849</c:v>
                </c:pt>
                <c:pt idx="179">
                  <c:v>4017.8545</c:v>
                </c:pt>
                <c:pt idx="180">
                  <c:v>4256.0962</c:v>
                </c:pt>
                <c:pt idx="181">
                  <c:v>3955.9839</c:v>
                </c:pt>
                <c:pt idx="182">
                  <c:v>3997.7879</c:v>
                </c:pt>
                <c:pt idx="183">
                  <c:v>3887.167</c:v>
                </c:pt>
                <c:pt idx="184">
                  <c:v>3961.3424</c:v>
                </c:pt>
                <c:pt idx="185">
                  <c:v>3855.9949</c:v>
                </c:pt>
                <c:pt idx="186">
                  <c:v>3831.589</c:v>
                </c:pt>
                <c:pt idx="187">
                  <c:v>3788.2217</c:v>
                </c:pt>
                <c:pt idx="188">
                  <c:v>3925.234</c:v>
                </c:pt>
                <c:pt idx="189">
                  <c:v>3935.1974</c:v>
                </c:pt>
                <c:pt idx="190">
                  <c:v>3957.7755</c:v>
                </c:pt>
                <c:pt idx="191">
                  <c:v>3973.2089</c:v>
                </c:pt>
                <c:pt idx="192">
                  <c:v>3928.8334</c:v>
                </c:pt>
                <c:pt idx="193">
                  <c:v>3956.421</c:v>
                </c:pt>
                <c:pt idx="194">
                  <c:v>3964.1569</c:v>
                </c:pt>
                <c:pt idx="195">
                  <c:v>3924.649</c:v>
                </c:pt>
                <c:pt idx="196">
                  <c:v>3889.4487</c:v>
                </c:pt>
                <c:pt idx="197">
                  <c:v>3891.0396</c:v>
                </c:pt>
                <c:pt idx="198">
                  <c:v>3890.0203</c:v>
                </c:pt>
                <c:pt idx="199">
                  <c:v>3944.7619</c:v>
                </c:pt>
                <c:pt idx="200">
                  <c:v>4044.5725</c:v>
                </c:pt>
                <c:pt idx="201">
                  <c:v>4024.2831</c:v>
                </c:pt>
                <c:pt idx="202">
                  <c:v>4145.6952</c:v>
                </c:pt>
                <c:pt idx="203">
                  <c:v>4104.047</c:v>
                </c:pt>
                <c:pt idx="204">
                  <c:v>4131.1312</c:v>
                </c:pt>
                <c:pt idx="205">
                  <c:v>4085.743</c:v>
                </c:pt>
                <c:pt idx="206">
                  <c:v>4110.8901</c:v>
                </c:pt>
                <c:pt idx="207">
                  <c:v>4039.6191</c:v>
                </c:pt>
                <c:pt idx="208">
                  <c:v>3968.8308</c:v>
                </c:pt>
                <c:pt idx="209">
                  <c:v>3950.3806</c:v>
                </c:pt>
                <c:pt idx="210">
                  <c:v>3976.8912</c:v>
                </c:pt>
                <c:pt idx="211">
                  <c:v>3985.7727</c:v>
                </c:pt>
                <c:pt idx="212">
                  <c:v>3989.2979</c:v>
                </c:pt>
                <c:pt idx="213">
                  <c:v>3865.6989</c:v>
                </c:pt>
                <c:pt idx="214">
                  <c:v>3848.0909</c:v>
                </c:pt>
                <c:pt idx="215">
                  <c:v>3840.1847</c:v>
                </c:pt>
                <c:pt idx="216">
                  <c:v>3907.0447</c:v>
                </c:pt>
                <c:pt idx="217">
                  <c:v>3872.5505</c:v>
                </c:pt>
                <c:pt idx="218">
                  <c:v>3916.5832</c:v>
                </c:pt>
                <c:pt idx="219">
                  <c:v>3947.632</c:v>
                </c:pt>
                <c:pt idx="220">
                  <c:v>3951.8912</c:v>
                </c:pt>
                <c:pt idx="221">
                  <c:v>3930.5568</c:v>
                </c:pt>
                <c:pt idx="222">
                  <c:v>3921.5881</c:v>
                </c:pt>
                <c:pt idx="223">
                  <c:v>3973.1405</c:v>
                </c:pt>
                <c:pt idx="224">
                  <c:v>3966.5708</c:v>
                </c:pt>
                <c:pt idx="225">
                  <c:v>3995.6369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538247024"/>
        <c:axId val="1538246192"/>
        <c:extLst>
          <c:ext xmlns:c15="http://schemas.microsoft.com/office/drawing/2012/chart" uri="{02D57815-91ED-43cb-92C2-25804820EDAC}">
            <c15:filteredBar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'走势图 24'!$G$1</c15:sqref>
                        </c15:formulaRef>
                      </c:ext>
                    </c:extLst>
                    <c:strCache>
                      <c:ptCount val="1"/>
                      <c:pt idx="0">
                        <c:v>单位净值</c:v>
                      </c:pt>
                    </c:strCache>
                  </c:strRef>
                </c:tx>
                <c:spPr>
                  <a:solidFill>
                    <a:schemeClr val="accent2"/>
                  </a:solidFill>
                  <a:ln>
                    <a:noFill/>
                  </a:ln>
                  <a:effectLst/>
                </c:spPr>
                <c:invertIfNegative val="0"/>
                <c:dLbls>
                  <c:delete val="1"/>
                </c:dLbls>
                <c:cat>
                  <c:num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'走势图 24'!$E$4:$E$620</c15:sqref>
                        </c15:formulaRef>
                      </c:ext>
                    </c:extLst>
                    <c:numCache>
                      <c:formatCode>yyyy/mm/dd</c:formatCode>
                      <c:ptCount val="617"/>
                      <c:pt idx="0" c:formatCode="yyyy/mm/dd">
                        <c:v>45294</c:v>
                      </c:pt>
                      <c:pt idx="1" c:formatCode="yyyy/mm/dd">
                        <c:v>45295</c:v>
                      </c:pt>
                      <c:pt idx="2" c:formatCode="yyyy/mm/dd">
                        <c:v>45296</c:v>
                      </c:pt>
                      <c:pt idx="3" c:formatCode="yyyy/mm/dd">
                        <c:v>45299</c:v>
                      </c:pt>
                      <c:pt idx="4" c:formatCode="yyyy/mm/dd">
                        <c:v>45300</c:v>
                      </c:pt>
                      <c:pt idx="5" c:formatCode="yyyy/mm/dd">
                        <c:v>45301</c:v>
                      </c:pt>
                      <c:pt idx="6" c:formatCode="yyyy/mm/dd">
                        <c:v>45302</c:v>
                      </c:pt>
                      <c:pt idx="7" c:formatCode="yyyy/mm/dd">
                        <c:v>45303</c:v>
                      </c:pt>
                      <c:pt idx="8" c:formatCode="yyyy/mm/dd">
                        <c:v>45306</c:v>
                      </c:pt>
                      <c:pt idx="9" c:formatCode="yyyy/mm/dd">
                        <c:v>45307</c:v>
                      </c:pt>
                      <c:pt idx="10" c:formatCode="yyyy/mm/dd">
                        <c:v>45308</c:v>
                      </c:pt>
                      <c:pt idx="11" c:formatCode="yyyy/mm/dd">
                        <c:v>45309</c:v>
                      </c:pt>
                      <c:pt idx="12" c:formatCode="yyyy/mm/dd">
                        <c:v>45310</c:v>
                      </c:pt>
                      <c:pt idx="13" c:formatCode="yyyy/mm/dd">
                        <c:v>45313</c:v>
                      </c:pt>
                      <c:pt idx="14" c:formatCode="yyyy/mm/dd">
                        <c:v>45314</c:v>
                      </c:pt>
                      <c:pt idx="15" c:formatCode="yyyy/mm/dd">
                        <c:v>45315</c:v>
                      </c:pt>
                      <c:pt idx="16" c:formatCode="yyyy/mm/dd">
                        <c:v>45316</c:v>
                      </c:pt>
                      <c:pt idx="17" c:formatCode="yyyy/mm/dd">
                        <c:v>45317</c:v>
                      </c:pt>
                      <c:pt idx="18" c:formatCode="yyyy/mm/dd">
                        <c:v>45320</c:v>
                      </c:pt>
                      <c:pt idx="19" c:formatCode="yyyy/mm/dd">
                        <c:v>45321</c:v>
                      </c:pt>
                      <c:pt idx="20" c:formatCode="yyyy/mm/dd">
                        <c:v>45322</c:v>
                      </c:pt>
                      <c:pt idx="21" c:formatCode="yyyy/mm/dd">
                        <c:v>45323</c:v>
                      </c:pt>
                      <c:pt idx="22" c:formatCode="yyyy/mm/dd">
                        <c:v>45324</c:v>
                      </c:pt>
                      <c:pt idx="23" c:formatCode="yyyy/mm/dd">
                        <c:v>45327</c:v>
                      </c:pt>
                      <c:pt idx="24" c:formatCode="yyyy/mm/dd">
                        <c:v>45328</c:v>
                      </c:pt>
                      <c:pt idx="25" c:formatCode="yyyy/mm/dd">
                        <c:v>45329</c:v>
                      </c:pt>
                      <c:pt idx="26" c:formatCode="yyyy/mm/dd">
                        <c:v>45330</c:v>
                      </c:pt>
                      <c:pt idx="27" c:formatCode="yyyy/mm/dd">
                        <c:v>45341</c:v>
                      </c:pt>
                      <c:pt idx="28" c:formatCode="yyyy/mm/dd">
                        <c:v>45342</c:v>
                      </c:pt>
                      <c:pt idx="29" c:formatCode="yyyy/mm/dd">
                        <c:v>45343</c:v>
                      </c:pt>
                      <c:pt idx="30" c:formatCode="yyyy/mm/dd">
                        <c:v>45344</c:v>
                      </c:pt>
                      <c:pt idx="31" c:formatCode="yyyy/mm/dd">
                        <c:v>45345</c:v>
                      </c:pt>
                      <c:pt idx="32" c:formatCode="yyyy/mm/dd">
                        <c:v>45348</c:v>
                      </c:pt>
                      <c:pt idx="33" c:formatCode="yyyy/mm/dd">
                        <c:v>45349</c:v>
                      </c:pt>
                      <c:pt idx="34" c:formatCode="yyyy/mm/dd">
                        <c:v>45350</c:v>
                      </c:pt>
                      <c:pt idx="35" c:formatCode="yyyy/mm/dd">
                        <c:v>45351</c:v>
                      </c:pt>
                      <c:pt idx="36" c:formatCode="yyyy/mm/dd">
                        <c:v>45352</c:v>
                      </c:pt>
                      <c:pt idx="37" c:formatCode="yyyy/mm/dd">
                        <c:v>45355</c:v>
                      </c:pt>
                      <c:pt idx="38" c:formatCode="yyyy/mm/dd">
                        <c:v>45356</c:v>
                      </c:pt>
                      <c:pt idx="39" c:formatCode="yyyy/mm/dd">
                        <c:v>45357</c:v>
                      </c:pt>
                      <c:pt idx="40" c:formatCode="yyyy/mm/dd">
                        <c:v>45358</c:v>
                      </c:pt>
                      <c:pt idx="41" c:formatCode="yyyy/mm/dd">
                        <c:v>45359</c:v>
                      </c:pt>
                      <c:pt idx="42" c:formatCode="yyyy/mm/dd">
                        <c:v>45362</c:v>
                      </c:pt>
                      <c:pt idx="43" c:formatCode="yyyy/mm/dd">
                        <c:v>45363</c:v>
                      </c:pt>
                      <c:pt idx="44" c:formatCode="yyyy/mm/dd">
                        <c:v>45364</c:v>
                      </c:pt>
                      <c:pt idx="45" c:formatCode="yyyy/mm/dd">
                        <c:v>45365</c:v>
                      </c:pt>
                      <c:pt idx="46" c:formatCode="yyyy/mm/dd">
                        <c:v>45366</c:v>
                      </c:pt>
                      <c:pt idx="47" c:formatCode="yyyy/mm/dd">
                        <c:v>45369</c:v>
                      </c:pt>
                      <c:pt idx="48" c:formatCode="yyyy/mm/dd">
                        <c:v>45370</c:v>
                      </c:pt>
                      <c:pt idx="49" c:formatCode="yyyy/mm/dd">
                        <c:v>45371</c:v>
                      </c:pt>
                      <c:pt idx="50" c:formatCode="yyyy/mm/dd">
                        <c:v>45372</c:v>
                      </c:pt>
                      <c:pt idx="51" c:formatCode="yyyy/mm/dd">
                        <c:v>45373</c:v>
                      </c:pt>
                      <c:pt idx="52" c:formatCode="yyyy/mm/dd">
                        <c:v>45376</c:v>
                      </c:pt>
                      <c:pt idx="53" c:formatCode="yyyy/mm/dd">
                        <c:v>45377</c:v>
                      </c:pt>
                      <c:pt idx="54" c:formatCode="yyyy/mm/dd">
                        <c:v>45378</c:v>
                      </c:pt>
                      <c:pt idx="55" c:formatCode="yyyy/mm/dd">
                        <c:v>45379</c:v>
                      </c:pt>
                      <c:pt idx="56" c:formatCode="yyyy/mm/dd">
                        <c:v>45380</c:v>
                      </c:pt>
                      <c:pt idx="57" c:formatCode="yyyy/mm/dd">
                        <c:v>45383</c:v>
                      </c:pt>
                      <c:pt idx="58" c:formatCode="yyyy/mm/dd">
                        <c:v>45384</c:v>
                      </c:pt>
                      <c:pt idx="59" c:formatCode="yyyy/mm/dd">
                        <c:v>45385</c:v>
                      </c:pt>
                      <c:pt idx="60" c:formatCode="yyyy/mm/dd">
                        <c:v>45390</c:v>
                      </c:pt>
                      <c:pt idx="61" c:formatCode="yyyy/mm/dd">
                        <c:v>45391</c:v>
                      </c:pt>
                      <c:pt idx="62" c:formatCode="yyyy/mm/dd">
                        <c:v>45392</c:v>
                      </c:pt>
                      <c:pt idx="63" c:formatCode="yyyy/mm/dd">
                        <c:v>45393</c:v>
                      </c:pt>
                      <c:pt idx="64" c:formatCode="yyyy/mm/dd">
                        <c:v>45394</c:v>
                      </c:pt>
                      <c:pt idx="65" c:formatCode="yyyy/mm/dd">
                        <c:v>45397</c:v>
                      </c:pt>
                      <c:pt idx="66" c:formatCode="yyyy/mm/dd">
                        <c:v>45398</c:v>
                      </c:pt>
                      <c:pt idx="67" c:formatCode="yyyy/mm/dd">
                        <c:v>45399</c:v>
                      </c:pt>
                      <c:pt idx="68" c:formatCode="yyyy/mm/dd">
                        <c:v>45400</c:v>
                      </c:pt>
                      <c:pt idx="69" c:formatCode="yyyy/mm/dd">
                        <c:v>45401</c:v>
                      </c:pt>
                      <c:pt idx="70" c:formatCode="yyyy/mm/dd">
                        <c:v>45404</c:v>
                      </c:pt>
                      <c:pt idx="71" c:formatCode="yyyy/mm/dd">
                        <c:v>45405</c:v>
                      </c:pt>
                      <c:pt idx="72" c:formatCode="yyyy/mm/dd">
                        <c:v>45406</c:v>
                      </c:pt>
                      <c:pt idx="73" c:formatCode="yyyy/mm/dd">
                        <c:v>45407</c:v>
                      </c:pt>
                      <c:pt idx="74" c:formatCode="yyyy/mm/dd">
                        <c:v>45408</c:v>
                      </c:pt>
                      <c:pt idx="75" c:formatCode="yyyy/mm/dd">
                        <c:v>45411</c:v>
                      </c:pt>
                      <c:pt idx="76" c:formatCode="yyyy/mm/dd">
                        <c:v>45412</c:v>
                      </c:pt>
                      <c:pt idx="77" c:formatCode="yyyy/mm/dd">
                        <c:v>45418</c:v>
                      </c:pt>
                      <c:pt idx="78" c:formatCode="yyyy/mm/dd">
                        <c:v>45419</c:v>
                      </c:pt>
                      <c:pt idx="79" c:formatCode="yyyy/mm/dd">
                        <c:v>45420</c:v>
                      </c:pt>
                      <c:pt idx="80" c:formatCode="yyyy/mm/dd">
                        <c:v>45421</c:v>
                      </c:pt>
                      <c:pt idx="81" c:formatCode="yyyy/mm/dd">
                        <c:v>45422</c:v>
                      </c:pt>
                      <c:pt idx="82" c:formatCode="yyyy/mm/dd">
                        <c:v>45425</c:v>
                      </c:pt>
                      <c:pt idx="83" c:formatCode="yyyy/mm/dd">
                        <c:v>45426</c:v>
                      </c:pt>
                      <c:pt idx="84" c:formatCode="yyyy/mm/dd">
                        <c:v>45427</c:v>
                      </c:pt>
                      <c:pt idx="85" c:formatCode="yyyy/mm/dd">
                        <c:v>45428</c:v>
                      </c:pt>
                      <c:pt idx="86" c:formatCode="yyyy/mm/dd">
                        <c:v>45429</c:v>
                      </c:pt>
                      <c:pt idx="87" c:formatCode="yyyy/mm/dd">
                        <c:v>45432</c:v>
                      </c:pt>
                      <c:pt idx="88" c:formatCode="yyyy/mm/dd">
                        <c:v>45433</c:v>
                      </c:pt>
                      <c:pt idx="89" c:formatCode="yyyy/mm/dd">
                        <c:v>45434</c:v>
                      </c:pt>
                      <c:pt idx="90" c:formatCode="yyyy/mm/dd">
                        <c:v>45435</c:v>
                      </c:pt>
                      <c:pt idx="91" c:formatCode="yyyy/mm/dd">
                        <c:v>45436</c:v>
                      </c:pt>
                      <c:pt idx="92" c:formatCode="yyyy/mm/dd">
                        <c:v>45439</c:v>
                      </c:pt>
                      <c:pt idx="93" c:formatCode="yyyy/mm/dd">
                        <c:v>45440</c:v>
                      </c:pt>
                      <c:pt idx="94" c:formatCode="yyyy/mm/dd">
                        <c:v>45441</c:v>
                      </c:pt>
                      <c:pt idx="95" c:formatCode="yyyy/mm/dd">
                        <c:v>45442</c:v>
                      </c:pt>
                      <c:pt idx="96" c:formatCode="yyyy/mm/dd">
                        <c:v>45443</c:v>
                      </c:pt>
                      <c:pt idx="97" c:formatCode="yyyy/mm/dd">
                        <c:v>45446</c:v>
                      </c:pt>
                      <c:pt idx="98" c:formatCode="yyyy/mm/dd">
                        <c:v>45447</c:v>
                      </c:pt>
                      <c:pt idx="99" c:formatCode="yyyy/mm/dd">
                        <c:v>45448</c:v>
                      </c:pt>
                      <c:pt idx="100" c:formatCode="yyyy/mm/dd">
                        <c:v>45449</c:v>
                      </c:pt>
                      <c:pt idx="101" c:formatCode="yyyy/mm/dd">
                        <c:v>45450</c:v>
                      </c:pt>
                      <c:pt idx="102" c:formatCode="yyyy/mm/dd">
                        <c:v>45454</c:v>
                      </c:pt>
                      <c:pt idx="103" c:formatCode="yyyy/mm/dd">
                        <c:v>45455</c:v>
                      </c:pt>
                      <c:pt idx="104" c:formatCode="yyyy/mm/dd">
                        <c:v>45456</c:v>
                      </c:pt>
                      <c:pt idx="105" c:formatCode="yyyy/mm/dd">
                        <c:v>45457</c:v>
                      </c:pt>
                      <c:pt idx="106" c:formatCode="yyyy/mm/dd">
                        <c:v>45460</c:v>
                      </c:pt>
                      <c:pt idx="107" c:formatCode="yyyy/mm/dd">
                        <c:v>45461</c:v>
                      </c:pt>
                      <c:pt idx="108" c:formatCode="yyyy/mm/dd">
                        <c:v>45462</c:v>
                      </c:pt>
                      <c:pt idx="109" c:formatCode="yyyy/mm/dd">
                        <c:v>45463</c:v>
                      </c:pt>
                      <c:pt idx="110" c:formatCode="yyyy/mm/dd">
                        <c:v>45464</c:v>
                      </c:pt>
                      <c:pt idx="111" c:formatCode="yyyy/mm/dd">
                        <c:v>45467</c:v>
                      </c:pt>
                      <c:pt idx="112" c:formatCode="yyyy/mm/dd">
                        <c:v>45468</c:v>
                      </c:pt>
                      <c:pt idx="113" c:formatCode="yyyy/mm/dd">
                        <c:v>45469</c:v>
                      </c:pt>
                      <c:pt idx="114" c:formatCode="yyyy/mm/dd">
                        <c:v>45470</c:v>
                      </c:pt>
                      <c:pt idx="115" c:formatCode="yyyy/mm/dd">
                        <c:v>45471</c:v>
                      </c:pt>
                      <c:pt idx="116" c:formatCode="yyyy/mm/dd">
                        <c:v>45474</c:v>
                      </c:pt>
                      <c:pt idx="117" c:formatCode="yyyy/mm/dd">
                        <c:v>45475</c:v>
                      </c:pt>
                      <c:pt idx="118" c:formatCode="yyyy/mm/dd">
                        <c:v>45476</c:v>
                      </c:pt>
                      <c:pt idx="119" c:formatCode="yyyy/mm/dd">
                        <c:v>45477</c:v>
                      </c:pt>
                      <c:pt idx="120" c:formatCode="yyyy/mm/dd">
                        <c:v>45478</c:v>
                      </c:pt>
                      <c:pt idx="121" c:formatCode="yyyy/mm/dd">
                        <c:v>45481</c:v>
                      </c:pt>
                      <c:pt idx="122" c:formatCode="yyyy/mm/dd">
                        <c:v>45482</c:v>
                      </c:pt>
                      <c:pt idx="123" c:formatCode="yyyy/mm/dd">
                        <c:v>45483</c:v>
                      </c:pt>
                      <c:pt idx="124" c:formatCode="yyyy/mm/dd">
                        <c:v>45484</c:v>
                      </c:pt>
                      <c:pt idx="125" c:formatCode="yyyy/mm/dd">
                        <c:v>45485</c:v>
                      </c:pt>
                      <c:pt idx="126" c:formatCode="yyyy/mm/dd">
                        <c:v>45488</c:v>
                      </c:pt>
                      <c:pt idx="127" c:formatCode="yyyy/mm/dd">
                        <c:v>45489</c:v>
                      </c:pt>
                      <c:pt idx="128" c:formatCode="yyyy/mm/dd">
                        <c:v>45490</c:v>
                      </c:pt>
                      <c:pt idx="129" c:formatCode="yyyy/mm/dd">
                        <c:v>45491</c:v>
                      </c:pt>
                      <c:pt idx="130" c:formatCode="yyyy/mm/dd">
                        <c:v>45492</c:v>
                      </c:pt>
                      <c:pt idx="131" c:formatCode="yyyy/mm/dd">
                        <c:v>45495</c:v>
                      </c:pt>
                      <c:pt idx="132" c:formatCode="yyyy/mm/dd">
                        <c:v>45496</c:v>
                      </c:pt>
                      <c:pt idx="133" c:formatCode="yyyy/mm/dd">
                        <c:v>45497</c:v>
                      </c:pt>
                      <c:pt idx="134" c:formatCode="yyyy/mm/dd">
                        <c:v>45498</c:v>
                      </c:pt>
                      <c:pt idx="135" c:formatCode="yyyy/mm/dd">
                        <c:v>45499</c:v>
                      </c:pt>
                      <c:pt idx="136" c:formatCode="yyyy/mm/dd">
                        <c:v>45502</c:v>
                      </c:pt>
                      <c:pt idx="137" c:formatCode="yyyy/mm/dd">
                        <c:v>45503</c:v>
                      </c:pt>
                      <c:pt idx="138" c:formatCode="yyyy/mm/dd">
                        <c:v>45504</c:v>
                      </c:pt>
                      <c:pt idx="139" c:formatCode="yyyy/mm/dd">
                        <c:v>45505</c:v>
                      </c:pt>
                      <c:pt idx="140" c:formatCode="yyyy/mm/dd">
                        <c:v>45506</c:v>
                      </c:pt>
                      <c:pt idx="141" c:formatCode="yyyy/mm/dd">
                        <c:v>45509</c:v>
                      </c:pt>
                      <c:pt idx="142" c:formatCode="yyyy/mm/dd">
                        <c:v>45510</c:v>
                      </c:pt>
                      <c:pt idx="143" c:formatCode="yyyy/mm/dd">
                        <c:v>45511</c:v>
                      </c:pt>
                      <c:pt idx="144" c:formatCode="yyyy/mm/dd">
                        <c:v>45512</c:v>
                      </c:pt>
                      <c:pt idx="145" c:formatCode="yyyy/mm/dd">
                        <c:v>45513</c:v>
                      </c:pt>
                      <c:pt idx="146" c:formatCode="yyyy/mm/dd">
                        <c:v>45516</c:v>
                      </c:pt>
                      <c:pt idx="147" c:formatCode="yyyy/mm/dd">
                        <c:v>45517</c:v>
                      </c:pt>
                      <c:pt idx="148" c:formatCode="yyyy/mm/dd">
                        <c:v>45518</c:v>
                      </c:pt>
                      <c:pt idx="149" c:formatCode="yyyy/mm/dd">
                        <c:v>45519</c:v>
                      </c:pt>
                      <c:pt idx="150" c:formatCode="yyyy/mm/dd">
                        <c:v>45520</c:v>
                      </c:pt>
                      <c:pt idx="151" c:formatCode="yyyy/mm/dd">
                        <c:v>45523</c:v>
                      </c:pt>
                      <c:pt idx="152" c:formatCode="yyyy/mm/dd">
                        <c:v>45524</c:v>
                      </c:pt>
                      <c:pt idx="153" c:formatCode="yyyy/mm/dd">
                        <c:v>45525</c:v>
                      </c:pt>
                      <c:pt idx="154" c:formatCode="yyyy/mm/dd">
                        <c:v>45526</c:v>
                      </c:pt>
                      <c:pt idx="155" c:formatCode="yyyy/mm/dd">
                        <c:v>45527</c:v>
                      </c:pt>
                      <c:pt idx="156" c:formatCode="yyyy/mm/dd">
                        <c:v>45530</c:v>
                      </c:pt>
                      <c:pt idx="157" c:formatCode="yyyy/mm/dd">
                        <c:v>45531</c:v>
                      </c:pt>
                      <c:pt idx="158" c:formatCode="yyyy/mm/dd">
                        <c:v>45532</c:v>
                      </c:pt>
                      <c:pt idx="159" c:formatCode="yyyy/mm/dd">
                        <c:v>45533</c:v>
                      </c:pt>
                      <c:pt idx="160" c:formatCode="yyyy/mm/dd">
                        <c:v>45534</c:v>
                      </c:pt>
                      <c:pt idx="161" c:formatCode="yyyy/mm/dd">
                        <c:v>45537</c:v>
                      </c:pt>
                      <c:pt idx="162" c:formatCode="yyyy/mm/dd">
                        <c:v>45538</c:v>
                      </c:pt>
                      <c:pt idx="163" c:formatCode="yyyy/mm/dd">
                        <c:v>45539</c:v>
                      </c:pt>
                      <c:pt idx="164" c:formatCode="yyyy/mm/dd">
                        <c:v>45540</c:v>
                      </c:pt>
                      <c:pt idx="165" c:formatCode="yyyy/mm/dd">
                        <c:v>45541</c:v>
                      </c:pt>
                      <c:pt idx="166" c:formatCode="yyyy/mm/dd">
                        <c:v>45544</c:v>
                      </c:pt>
                      <c:pt idx="167" c:formatCode="yyyy/mm/dd">
                        <c:v>45545</c:v>
                      </c:pt>
                      <c:pt idx="168" c:formatCode="yyyy/mm/dd">
                        <c:v>45546</c:v>
                      </c:pt>
                      <c:pt idx="169" c:formatCode="yyyy/mm/dd">
                        <c:v>45547</c:v>
                      </c:pt>
                      <c:pt idx="170" c:formatCode="yyyy/mm/dd">
                        <c:v>45548</c:v>
                      </c:pt>
                      <c:pt idx="171" c:formatCode="yyyy/mm/dd">
                        <c:v>45553</c:v>
                      </c:pt>
                      <c:pt idx="172" c:formatCode="yyyy/mm/dd">
                        <c:v>45554</c:v>
                      </c:pt>
                      <c:pt idx="173" c:formatCode="yyyy/mm/dd">
                        <c:v>45555</c:v>
                      </c:pt>
                      <c:pt idx="174" c:formatCode="yyyy/mm/dd">
                        <c:v>45558</c:v>
                      </c:pt>
                      <c:pt idx="175" c:formatCode="yyyy/mm/dd">
                        <c:v>45559</c:v>
                      </c:pt>
                      <c:pt idx="176" c:formatCode="yyyy/mm/dd">
                        <c:v>45560</c:v>
                      </c:pt>
                      <c:pt idx="177" c:formatCode="yyyy/mm/dd">
                        <c:v>45561</c:v>
                      </c:pt>
                      <c:pt idx="178" c:formatCode="yyyy/mm/dd">
                        <c:v>45562</c:v>
                      </c:pt>
                      <c:pt idx="179" c:formatCode="yyyy/mm/dd">
                        <c:v>45565</c:v>
                      </c:pt>
                      <c:pt idx="180" c:formatCode="yyyy/mm/dd">
                        <c:v>45573</c:v>
                      </c:pt>
                      <c:pt idx="181" c:formatCode="yyyy/mm/dd">
                        <c:v>45574</c:v>
                      </c:pt>
                      <c:pt idx="182" c:formatCode="yyyy/mm/dd">
                        <c:v>45575</c:v>
                      </c:pt>
                      <c:pt idx="183" c:formatCode="yyyy/mm/dd">
                        <c:v>45576</c:v>
                      </c:pt>
                      <c:pt idx="184" c:formatCode="yyyy/mm/dd">
                        <c:v>45579</c:v>
                      </c:pt>
                      <c:pt idx="185" c:formatCode="yyyy/mm/dd">
                        <c:v>45580</c:v>
                      </c:pt>
                      <c:pt idx="186" c:formatCode="yyyy/mm/dd">
                        <c:v>45581</c:v>
                      </c:pt>
                      <c:pt idx="187" c:formatCode="yyyy/mm/dd">
                        <c:v>45582</c:v>
                      </c:pt>
                      <c:pt idx="188" c:formatCode="yyyy/mm/dd">
                        <c:v>45583</c:v>
                      </c:pt>
                      <c:pt idx="189" c:formatCode="yyyy/mm/dd">
                        <c:v>45586</c:v>
                      </c:pt>
                      <c:pt idx="190" c:formatCode="yyyy/mm/dd">
                        <c:v>45587</c:v>
                      </c:pt>
                      <c:pt idx="191" c:formatCode="yyyy/mm/dd">
                        <c:v>45588</c:v>
                      </c:pt>
                      <c:pt idx="192" c:formatCode="yyyy/mm/dd">
                        <c:v>45589</c:v>
                      </c:pt>
                      <c:pt idx="193" c:formatCode="yyyy/mm/dd">
                        <c:v>45590</c:v>
                      </c:pt>
                      <c:pt idx="194" c:formatCode="yyyy/mm/dd">
                        <c:v>45593</c:v>
                      </c:pt>
                      <c:pt idx="195" c:formatCode="yyyy/mm/dd">
                        <c:v>45594</c:v>
                      </c:pt>
                      <c:pt idx="196" c:formatCode="yyyy/mm/dd">
                        <c:v>45595</c:v>
                      </c:pt>
                      <c:pt idx="197" c:formatCode="yyyy/mm/dd">
                        <c:v>45596</c:v>
                      </c:pt>
                      <c:pt idx="198" c:formatCode="yyyy/mm/dd">
                        <c:v>45597</c:v>
                      </c:pt>
                      <c:pt idx="199" c:formatCode="yyyy/mm/dd">
                        <c:v>45600</c:v>
                      </c:pt>
                      <c:pt idx="200" c:formatCode="yyyy/mm/dd">
                        <c:v>45601</c:v>
                      </c:pt>
                      <c:pt idx="201" c:formatCode="yyyy/mm/dd">
                        <c:v>45602</c:v>
                      </c:pt>
                      <c:pt idx="202" c:formatCode="yyyy/mm/dd">
                        <c:v>45603</c:v>
                      </c:pt>
                      <c:pt idx="203" c:formatCode="yyyy/mm/dd">
                        <c:v>45604</c:v>
                      </c:pt>
                      <c:pt idx="204" c:formatCode="yyyy/mm/dd">
                        <c:v>45607</c:v>
                      </c:pt>
                      <c:pt idx="205" c:formatCode="yyyy/mm/dd">
                        <c:v>45608</c:v>
                      </c:pt>
                      <c:pt idx="206" c:formatCode="yyyy/mm/dd">
                        <c:v>45609</c:v>
                      </c:pt>
                      <c:pt idx="207" c:formatCode="yyyy/mm/dd">
                        <c:v>45610</c:v>
                      </c:pt>
                      <c:pt idx="208" c:formatCode="yyyy/mm/dd">
                        <c:v>45611</c:v>
                      </c:pt>
                      <c:pt idx="209" c:formatCode="yyyy/mm/dd">
                        <c:v>45614</c:v>
                      </c:pt>
                      <c:pt idx="210" c:formatCode="yyyy/mm/dd">
                        <c:v>45615</c:v>
                      </c:pt>
                      <c:pt idx="211" c:formatCode="yyyy/mm/dd">
                        <c:v>45616</c:v>
                      </c:pt>
                      <c:pt idx="212" c:formatCode="yyyy/mm/dd">
                        <c:v>45617</c:v>
                      </c:pt>
                      <c:pt idx="213" c:formatCode="yyyy/mm/dd">
                        <c:v>45618</c:v>
                      </c:pt>
                      <c:pt idx="214" c:formatCode="yyyy/mm/dd">
                        <c:v>45621</c:v>
                      </c:pt>
                      <c:pt idx="215" c:formatCode="yyyy/mm/dd">
                        <c:v>45622</c:v>
                      </c:pt>
                      <c:pt idx="216" c:formatCode="yyyy/mm/dd">
                        <c:v>45623</c:v>
                      </c:pt>
                      <c:pt idx="217" c:formatCode="yyyy/mm/dd">
                        <c:v>45624</c:v>
                      </c:pt>
                      <c:pt idx="218" c:formatCode="yyyy/mm/dd">
                        <c:v>45625</c:v>
                      </c:pt>
                      <c:pt idx="219" c:formatCode="yyyy/mm/dd">
                        <c:v>45628</c:v>
                      </c:pt>
                      <c:pt idx="220" c:formatCode="yyyy/mm/dd">
                        <c:v>45629</c:v>
                      </c:pt>
                      <c:pt idx="221" c:formatCode="yyyy/mm/dd">
                        <c:v>45630</c:v>
                      </c:pt>
                      <c:pt idx="222" c:formatCode="yyyy/mm/dd">
                        <c:v>45631</c:v>
                      </c:pt>
                      <c:pt idx="223" c:formatCode="yyyy/mm/dd">
                        <c:v>45632</c:v>
                      </c:pt>
                      <c:pt idx="224" c:formatCode="yyyy/mm/dd">
                        <c:v>45635</c:v>
                      </c:pt>
                      <c:pt idx="225" c:formatCode="yyyy/mm/dd">
                        <c:v>45636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'走势图 24'!$G$3:$G$142</c15:sqref>
                        </c15:formulaRef>
                      </c:ext>
                    </c:extLst>
                    <c:numCache>
                      <c:formatCode>0.0000</c:formatCode>
                      <c:ptCount val="140"/>
                      <c:pt idx="0">
                        <c:v>1.7243</c:v>
                      </c:pt>
                      <c:pt idx="1">
                        <c:v>1.7247</c:v>
                      </c:pt>
                      <c:pt idx="2">
                        <c:v>1.7243</c:v>
                      </c:pt>
                      <c:pt idx="3">
                        <c:v>1.7245</c:v>
                      </c:pt>
                      <c:pt idx="4">
                        <c:v>1.7218</c:v>
                      </c:pt>
                      <c:pt idx="5">
                        <c:v>1.7223</c:v>
                      </c:pt>
                      <c:pt idx="6">
                        <c:v>1.7211</c:v>
                      </c:pt>
                      <c:pt idx="7">
                        <c:v>1.7199</c:v>
                      </c:pt>
                      <c:pt idx="8">
                        <c:v>1.722</c:v>
                      </c:pt>
                      <c:pt idx="9">
                        <c:v>1.7228</c:v>
                      </c:pt>
                      <c:pt idx="10">
                        <c:v>1.7244</c:v>
                      </c:pt>
                      <c:pt idx="11">
                        <c:v>1.7192</c:v>
                      </c:pt>
                      <c:pt idx="12">
                        <c:v>1.7188</c:v>
                      </c:pt>
                      <c:pt idx="13">
                        <c:v>1.7179</c:v>
                      </c:pt>
                      <c:pt idx="14">
                        <c:v>1.7126</c:v>
                      </c:pt>
                      <c:pt idx="15">
                        <c:v>1.7131</c:v>
                      </c:pt>
                      <c:pt idx="16">
                        <c:v>1.7198</c:v>
                      </c:pt>
                      <c:pt idx="17">
                        <c:v>1.7284</c:v>
                      </c:pt>
                      <c:pt idx="18">
                        <c:v>1.7326</c:v>
                      </c:pt>
                      <c:pt idx="19">
                        <c:v>1.7331</c:v>
                      </c:pt>
                      <c:pt idx="20">
                        <c:v>1.729</c:v>
                      </c:pt>
                      <c:pt idx="21">
                        <c:v>1.729</c:v>
                      </c:pt>
                      <c:pt idx="22">
                        <c:v>1.7269</c:v>
                      </c:pt>
                      <c:pt idx="23">
                        <c:v>1.7264</c:v>
                      </c:pt>
                      <c:pt idx="24">
                        <c:v>1.7286</c:v>
                      </c:pt>
                      <c:pt idx="25">
                        <c:v>1.7347</c:v>
                      </c:pt>
                      <c:pt idx="26">
                        <c:v>1.7385</c:v>
                      </c:pt>
                      <c:pt idx="27">
                        <c:v>1.7395</c:v>
                      </c:pt>
                      <c:pt idx="28">
                        <c:v>1.7484</c:v>
                      </c:pt>
                      <c:pt idx="29">
                        <c:v>1.7523</c:v>
                      </c:pt>
                      <c:pt idx="30">
                        <c:v>1.7554</c:v>
                      </c:pt>
                      <c:pt idx="31">
                        <c:v>1.7598</c:v>
                      </c:pt>
                      <c:pt idx="32">
                        <c:v>1.761</c:v>
                      </c:pt>
                      <c:pt idx="33">
                        <c:v>1.7546</c:v>
                      </c:pt>
                      <c:pt idx="34">
                        <c:v>1.7564</c:v>
                      </c:pt>
                      <c:pt idx="35">
                        <c:v>1.7546</c:v>
                      </c:pt>
                      <c:pt idx="36">
                        <c:v>1.7587</c:v>
                      </c:pt>
                      <c:pt idx="37">
                        <c:v>1.7599</c:v>
                      </c:pt>
                      <c:pt idx="38">
                        <c:v>1.7631</c:v>
                      </c:pt>
                      <c:pt idx="39">
                        <c:v>1.7668</c:v>
                      </c:pt>
                      <c:pt idx="40">
                        <c:v>1.7663</c:v>
                      </c:pt>
                      <c:pt idx="41">
                        <c:v>1.7688</c:v>
                      </c:pt>
                      <c:pt idx="42">
                        <c:v>1.7719</c:v>
                      </c:pt>
                      <c:pt idx="43">
                        <c:v>1.7711</c:v>
                      </c:pt>
                      <c:pt idx="44">
                        <c:v>1.7638</c:v>
                      </c:pt>
                      <c:pt idx="45">
                        <c:v>1.7634</c:v>
                      </c:pt>
                      <c:pt idx="46">
                        <c:v>1.7651</c:v>
                      </c:pt>
                      <c:pt idx="47">
                        <c:v>1.7664</c:v>
                      </c:pt>
                      <c:pt idx="48">
                        <c:v>1.7671</c:v>
                      </c:pt>
                      <c:pt idx="49">
                        <c:v>1.7649</c:v>
                      </c:pt>
                      <c:pt idx="50">
                        <c:v>1.7669</c:v>
                      </c:pt>
                      <c:pt idx="51">
                        <c:v>1.7673</c:v>
                      </c:pt>
                      <c:pt idx="52">
                        <c:v>1.7651</c:v>
                      </c:pt>
                      <c:pt idx="53">
                        <c:v>1.767</c:v>
                      </c:pt>
                      <c:pt idx="54">
                        <c:v>1.7679</c:v>
                      </c:pt>
                      <c:pt idx="55">
                        <c:v>1.7672</c:v>
                      </c:pt>
                      <c:pt idx="56">
                        <c:v>1.7681</c:v>
                      </c:pt>
                      <c:pt idx="57">
                        <c:v>1.773</c:v>
                      </c:pt>
                      <c:pt idx="58">
                        <c:v>1.7745</c:v>
                      </c:pt>
                      <c:pt idx="59">
                        <c:v>1.7763</c:v>
                      </c:pt>
                      <c:pt idx="60">
                        <c:v>1.7795</c:v>
                      </c:pt>
                      <c:pt idx="61">
                        <c:v>1.7817</c:v>
                      </c:pt>
                      <c:pt idx="62">
                        <c:v>1.779</c:v>
                      </c:pt>
                      <c:pt idx="63">
                        <c:v>1.7814</c:v>
                      </c:pt>
                      <c:pt idx="64">
                        <c:v>1.7833</c:v>
                      </c:pt>
                      <c:pt idx="65">
                        <c:v>1.7832</c:v>
                      </c:pt>
                      <c:pt idx="66">
                        <c:v>1.7914</c:v>
                      </c:pt>
                      <c:pt idx="67">
                        <c:v>1.7877</c:v>
                      </c:pt>
                      <c:pt idx="68">
                        <c:v>1.794</c:v>
                      </c:pt>
                      <c:pt idx="69">
                        <c:v>1.7957</c:v>
                      </c:pt>
                      <c:pt idx="70">
                        <c:v>1.7955</c:v>
                      </c:pt>
                      <c:pt idx="71">
                        <c:v>1.791</c:v>
                      </c:pt>
                      <c:pt idx="72">
                        <c:v>1.7862</c:v>
                      </c:pt>
                      <c:pt idx="73">
                        <c:v>1.7875</c:v>
                      </c:pt>
                      <c:pt idx="74">
                        <c:v>1.7893</c:v>
                      </c:pt>
                      <c:pt idx="75">
                        <c:v>1.7899</c:v>
                      </c:pt>
                      <c:pt idx="76">
                        <c:v>1.7884</c:v>
                      </c:pt>
                      <c:pt idx="77">
                        <c:v>1.7913</c:v>
                      </c:pt>
                      <c:pt idx="78">
                        <c:v>1.7941</c:v>
                      </c:pt>
                      <c:pt idx="79">
                        <c:v>1.7947</c:v>
                      </c:pt>
                      <c:pt idx="80">
                        <c:v>1.7946</c:v>
                      </c:pt>
                      <c:pt idx="81">
                        <c:v>1.7982</c:v>
                      </c:pt>
                      <c:pt idx="82">
                        <c:v>1.8007</c:v>
                      </c:pt>
                      <c:pt idx="83">
                        <c:v>1.8009</c:v>
                      </c:pt>
                      <c:pt idx="84">
                        <c:v>1.8002</c:v>
                      </c:pt>
                      <c:pt idx="85">
                        <c:v>1.7981</c:v>
                      </c:pt>
                      <c:pt idx="86">
                        <c:v>1.7992</c:v>
                      </c:pt>
                      <c:pt idx="87">
                        <c:v>1.8026</c:v>
                      </c:pt>
                      <c:pt idx="88">
                        <c:v>1.8082</c:v>
                      </c:pt>
                      <c:pt idx="89">
                        <c:v>1.807</c:v>
                      </c:pt>
                      <c:pt idx="90">
                        <c:v>1.8062</c:v>
                      </c:pt>
                      <c:pt idx="91">
                        <c:v>1.8026</c:v>
                      </c:pt>
                      <c:pt idx="92">
                        <c:v>1.8026</c:v>
                      </c:pt>
                      <c:pt idx="93">
                        <c:v>1.8095</c:v>
                      </c:pt>
                      <c:pt idx="94">
                        <c:v>1.8101</c:v>
                      </c:pt>
                      <c:pt idx="95">
                        <c:v>1.8115</c:v>
                      </c:pt>
                      <c:pt idx="96">
                        <c:v>1.8065</c:v>
                      </c:pt>
                      <c:pt idx="97">
                        <c:v>1.8062</c:v>
                      </c:pt>
                      <c:pt idx="98">
                        <c:v>1.8054</c:v>
                      </c:pt>
                      <c:pt idx="99">
                        <c:v>1.8074</c:v>
                      </c:pt>
                      <c:pt idx="100">
                        <c:v>1.8045</c:v>
                      </c:pt>
                      <c:pt idx="101">
                        <c:v>1.8082</c:v>
                      </c:pt>
                      <c:pt idx="102">
                        <c:v>1.8108</c:v>
                      </c:pt>
                      <c:pt idx="103">
                        <c:v>1.8045</c:v>
                      </c:pt>
                      <c:pt idx="104">
                        <c:v>1.8086</c:v>
                      </c:pt>
                      <c:pt idx="105">
                        <c:v>1.8061</c:v>
                      </c:pt>
                      <c:pt idx="106">
                        <c:v>1.8041</c:v>
                      </c:pt>
                      <c:pt idx="107">
                        <c:v>1.7996</c:v>
                      </c:pt>
                      <c:pt idx="108">
                        <c:v>1.8007</c:v>
                      </c:pt>
                      <c:pt idx="109">
                        <c:v>1.8024</c:v>
                      </c:pt>
                      <c:pt idx="110">
                        <c:v>1.8043</c:v>
                      </c:pt>
                      <c:pt idx="111">
                        <c:v>1.8028</c:v>
                      </c:pt>
                      <c:pt idx="112">
                        <c:v>1.8023</c:v>
                      </c:pt>
                      <c:pt idx="113">
                        <c:v>1.8027</c:v>
                      </c:pt>
                      <c:pt idx="114">
                        <c:v>1.8026</c:v>
                      </c:pt>
                      <c:pt idx="115">
                        <c:v>1.8016</c:v>
                      </c:pt>
                      <c:pt idx="116">
                        <c:v>1.8075</c:v>
                      </c:pt>
                      <c:pt idx="117">
                        <c:v>1.8154</c:v>
                      </c:pt>
                      <c:pt idx="118">
                        <c:v>1.8167</c:v>
                      </c:pt>
                      <c:pt idx="119">
                        <c:v>1.8147</c:v>
                      </c:pt>
                      <c:pt idx="120">
                        <c:v>1.8145</c:v>
                      </c:pt>
                      <c:pt idx="121">
                        <c:v>1.8134</c:v>
                      </c:pt>
                      <c:pt idx="122">
                        <c:v>1.8153</c:v>
                      </c:pt>
                      <c:pt idx="123">
                        <c:v>1.8191</c:v>
                      </c:pt>
                      <c:pt idx="124">
                        <c:v>1.8122</c:v>
                      </c:pt>
                      <c:pt idx="125">
                        <c:v>1.8158</c:v>
                      </c:pt>
                      <c:pt idx="126">
                        <c:v>1.8144</c:v>
                      </c:pt>
                      <c:pt idx="127">
                        <c:v>1.8194</c:v>
                      </c:pt>
                      <c:pt idx="128">
                        <c:v>1.8202</c:v>
                      </c:pt>
                      <c:pt idx="129">
                        <c:v>1.8146</c:v>
                      </c:pt>
                      <c:pt idx="130">
                        <c:v>1.818</c:v>
                      </c:pt>
                      <c:pt idx="131">
                        <c:v>1.8157</c:v>
                      </c:pt>
                      <c:pt idx="132">
                        <c:v>1.8118</c:v>
                      </c:pt>
                      <c:pt idx="133">
                        <c:v>1.8077</c:v>
                      </c:pt>
                      <c:pt idx="134">
                        <c:v>1.8088</c:v>
                      </c:pt>
                      <c:pt idx="135">
                        <c:v>1.8033</c:v>
                      </c:pt>
                      <c:pt idx="136">
                        <c:v>1.8033</c:v>
                      </c:pt>
                      <c:pt idx="137">
                        <c:v>1.8055</c:v>
                      </c:pt>
                      <c:pt idx="138">
                        <c:v>1.8012</c:v>
                      </c:pt>
                      <c:pt idx="139">
                        <c:v>1.8043</c:v>
                      </c:pt>
                    </c:numCache>
                  </c:numRef>
                </c:val>
              </c15:ser>
            </c15:filteredBarSeries>
          </c:ext>
        </c:extLst>
      </c:barChart>
      <c:lineChart>
        <c:grouping val="standard"/>
        <c:varyColors val="0"/>
        <c:ser>
          <c:idx val="9"/>
          <c:order val="4"/>
          <c:tx>
            <c:strRef>
              <c:f>'走势图 24'!$A$1</c:f>
              <c:strCache>
                <c:ptCount val="1"/>
                <c:pt idx="0">
                  <c:v>组合收益率（左轴）</c:v>
                </c:pt>
              </c:strCache>
            </c:strRef>
          </c:tx>
          <c:spPr>
            <a:ln w="19050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'走势图 24'!$E$4:$E$651</c:f>
              <c:numCache>
                <c:formatCode>yyyy/mm/dd</c:formatCode>
                <c:ptCount val="648"/>
                <c:pt idx="0" c:formatCode="yyyy/mm/dd">
                  <c:v>45294</c:v>
                </c:pt>
                <c:pt idx="1" c:formatCode="yyyy/mm/dd">
                  <c:v>45295</c:v>
                </c:pt>
                <c:pt idx="2" c:formatCode="yyyy/mm/dd">
                  <c:v>45296</c:v>
                </c:pt>
                <c:pt idx="3" c:formatCode="yyyy/mm/dd">
                  <c:v>45299</c:v>
                </c:pt>
                <c:pt idx="4" c:formatCode="yyyy/mm/dd">
                  <c:v>45300</c:v>
                </c:pt>
                <c:pt idx="5" c:formatCode="yyyy/mm/dd">
                  <c:v>45301</c:v>
                </c:pt>
                <c:pt idx="6" c:formatCode="yyyy/mm/dd">
                  <c:v>45302</c:v>
                </c:pt>
                <c:pt idx="7" c:formatCode="yyyy/mm/dd">
                  <c:v>45303</c:v>
                </c:pt>
                <c:pt idx="8" c:formatCode="yyyy/mm/dd">
                  <c:v>45306</c:v>
                </c:pt>
                <c:pt idx="9" c:formatCode="yyyy/mm/dd">
                  <c:v>45307</c:v>
                </c:pt>
                <c:pt idx="10" c:formatCode="yyyy/mm/dd">
                  <c:v>45308</c:v>
                </c:pt>
                <c:pt idx="11" c:formatCode="yyyy/mm/dd">
                  <c:v>45309</c:v>
                </c:pt>
                <c:pt idx="12" c:formatCode="yyyy/mm/dd">
                  <c:v>45310</c:v>
                </c:pt>
                <c:pt idx="13" c:formatCode="yyyy/mm/dd">
                  <c:v>45313</c:v>
                </c:pt>
                <c:pt idx="14" c:formatCode="yyyy/mm/dd">
                  <c:v>45314</c:v>
                </c:pt>
                <c:pt idx="15" c:formatCode="yyyy/mm/dd">
                  <c:v>45315</c:v>
                </c:pt>
                <c:pt idx="16" c:formatCode="yyyy/mm/dd">
                  <c:v>45316</c:v>
                </c:pt>
                <c:pt idx="17" c:formatCode="yyyy/mm/dd">
                  <c:v>45317</c:v>
                </c:pt>
                <c:pt idx="18" c:formatCode="yyyy/mm/dd">
                  <c:v>45320</c:v>
                </c:pt>
                <c:pt idx="19" c:formatCode="yyyy/mm/dd">
                  <c:v>45321</c:v>
                </c:pt>
                <c:pt idx="20" c:formatCode="yyyy/mm/dd">
                  <c:v>45322</c:v>
                </c:pt>
                <c:pt idx="21" c:formatCode="yyyy/mm/dd">
                  <c:v>45323</c:v>
                </c:pt>
                <c:pt idx="22" c:formatCode="yyyy/mm/dd">
                  <c:v>45324</c:v>
                </c:pt>
                <c:pt idx="23" c:formatCode="yyyy/mm/dd">
                  <c:v>45327</c:v>
                </c:pt>
                <c:pt idx="24" c:formatCode="yyyy/mm/dd">
                  <c:v>45328</c:v>
                </c:pt>
                <c:pt idx="25" c:formatCode="yyyy/mm/dd">
                  <c:v>45329</c:v>
                </c:pt>
                <c:pt idx="26" c:formatCode="yyyy/mm/dd">
                  <c:v>45330</c:v>
                </c:pt>
                <c:pt idx="27" c:formatCode="yyyy/mm/dd">
                  <c:v>45341</c:v>
                </c:pt>
                <c:pt idx="28" c:formatCode="yyyy/mm/dd">
                  <c:v>45342</c:v>
                </c:pt>
                <c:pt idx="29" c:formatCode="yyyy/mm/dd">
                  <c:v>45343</c:v>
                </c:pt>
                <c:pt idx="30" c:formatCode="yyyy/mm/dd">
                  <c:v>45344</c:v>
                </c:pt>
                <c:pt idx="31" c:formatCode="yyyy/mm/dd">
                  <c:v>45345</c:v>
                </c:pt>
                <c:pt idx="32" c:formatCode="yyyy/mm/dd">
                  <c:v>45348</c:v>
                </c:pt>
                <c:pt idx="33" c:formatCode="yyyy/mm/dd">
                  <c:v>45349</c:v>
                </c:pt>
                <c:pt idx="34" c:formatCode="yyyy/mm/dd">
                  <c:v>45350</c:v>
                </c:pt>
                <c:pt idx="35" c:formatCode="yyyy/mm/dd">
                  <c:v>45351</c:v>
                </c:pt>
                <c:pt idx="36" c:formatCode="yyyy/mm/dd">
                  <c:v>45352</c:v>
                </c:pt>
                <c:pt idx="37" c:formatCode="yyyy/mm/dd">
                  <c:v>45355</c:v>
                </c:pt>
                <c:pt idx="38" c:formatCode="yyyy/mm/dd">
                  <c:v>45356</c:v>
                </c:pt>
                <c:pt idx="39" c:formatCode="yyyy/mm/dd">
                  <c:v>45357</c:v>
                </c:pt>
                <c:pt idx="40" c:formatCode="yyyy/mm/dd">
                  <c:v>45358</c:v>
                </c:pt>
                <c:pt idx="41" c:formatCode="yyyy/mm/dd">
                  <c:v>45359</c:v>
                </c:pt>
                <c:pt idx="42" c:formatCode="yyyy/mm/dd">
                  <c:v>45362</c:v>
                </c:pt>
                <c:pt idx="43" c:formatCode="yyyy/mm/dd">
                  <c:v>45363</c:v>
                </c:pt>
                <c:pt idx="44" c:formatCode="yyyy/mm/dd">
                  <c:v>45364</c:v>
                </c:pt>
                <c:pt idx="45" c:formatCode="yyyy/mm/dd">
                  <c:v>45365</c:v>
                </c:pt>
                <c:pt idx="46" c:formatCode="yyyy/mm/dd">
                  <c:v>45366</c:v>
                </c:pt>
                <c:pt idx="47" c:formatCode="yyyy/mm/dd">
                  <c:v>45369</c:v>
                </c:pt>
                <c:pt idx="48" c:formatCode="yyyy/mm/dd">
                  <c:v>45370</c:v>
                </c:pt>
                <c:pt idx="49" c:formatCode="yyyy/mm/dd">
                  <c:v>45371</c:v>
                </c:pt>
                <c:pt idx="50" c:formatCode="yyyy/mm/dd">
                  <c:v>45372</c:v>
                </c:pt>
                <c:pt idx="51" c:formatCode="yyyy/mm/dd">
                  <c:v>45373</c:v>
                </c:pt>
                <c:pt idx="52" c:formatCode="yyyy/mm/dd">
                  <c:v>45376</c:v>
                </c:pt>
                <c:pt idx="53" c:formatCode="yyyy/mm/dd">
                  <c:v>45377</c:v>
                </c:pt>
                <c:pt idx="54" c:formatCode="yyyy/mm/dd">
                  <c:v>45378</c:v>
                </c:pt>
                <c:pt idx="55" c:formatCode="yyyy/mm/dd">
                  <c:v>45379</c:v>
                </c:pt>
                <c:pt idx="56" c:formatCode="yyyy/mm/dd">
                  <c:v>45380</c:v>
                </c:pt>
                <c:pt idx="57" c:formatCode="yyyy/mm/dd">
                  <c:v>45383</c:v>
                </c:pt>
                <c:pt idx="58" c:formatCode="yyyy/mm/dd">
                  <c:v>45384</c:v>
                </c:pt>
                <c:pt idx="59" c:formatCode="yyyy/mm/dd">
                  <c:v>45385</c:v>
                </c:pt>
                <c:pt idx="60" c:formatCode="yyyy/mm/dd">
                  <c:v>45390</c:v>
                </c:pt>
                <c:pt idx="61" c:formatCode="yyyy/mm/dd">
                  <c:v>45391</c:v>
                </c:pt>
                <c:pt idx="62" c:formatCode="yyyy/mm/dd">
                  <c:v>45392</c:v>
                </c:pt>
                <c:pt idx="63" c:formatCode="yyyy/mm/dd">
                  <c:v>45393</c:v>
                </c:pt>
                <c:pt idx="64" c:formatCode="yyyy/mm/dd">
                  <c:v>45394</c:v>
                </c:pt>
                <c:pt idx="65" c:formatCode="yyyy/mm/dd">
                  <c:v>45397</c:v>
                </c:pt>
                <c:pt idx="66" c:formatCode="yyyy/mm/dd">
                  <c:v>45398</c:v>
                </c:pt>
                <c:pt idx="67" c:formatCode="yyyy/mm/dd">
                  <c:v>45399</c:v>
                </c:pt>
                <c:pt idx="68" c:formatCode="yyyy/mm/dd">
                  <c:v>45400</c:v>
                </c:pt>
                <c:pt idx="69" c:formatCode="yyyy/mm/dd">
                  <c:v>45401</c:v>
                </c:pt>
                <c:pt idx="70" c:formatCode="yyyy/mm/dd">
                  <c:v>45404</c:v>
                </c:pt>
                <c:pt idx="71" c:formatCode="yyyy/mm/dd">
                  <c:v>45405</c:v>
                </c:pt>
                <c:pt idx="72" c:formatCode="yyyy/mm/dd">
                  <c:v>45406</c:v>
                </c:pt>
                <c:pt idx="73" c:formatCode="yyyy/mm/dd">
                  <c:v>45407</c:v>
                </c:pt>
                <c:pt idx="74" c:formatCode="yyyy/mm/dd">
                  <c:v>45408</c:v>
                </c:pt>
                <c:pt idx="75" c:formatCode="yyyy/mm/dd">
                  <c:v>45411</c:v>
                </c:pt>
                <c:pt idx="76" c:formatCode="yyyy/mm/dd">
                  <c:v>45412</c:v>
                </c:pt>
                <c:pt idx="77" c:formatCode="yyyy/mm/dd">
                  <c:v>45418</c:v>
                </c:pt>
                <c:pt idx="78" c:formatCode="yyyy/mm/dd">
                  <c:v>45419</c:v>
                </c:pt>
                <c:pt idx="79" c:formatCode="yyyy/mm/dd">
                  <c:v>45420</c:v>
                </c:pt>
                <c:pt idx="80" c:formatCode="yyyy/mm/dd">
                  <c:v>45421</c:v>
                </c:pt>
                <c:pt idx="81" c:formatCode="yyyy/mm/dd">
                  <c:v>45422</c:v>
                </c:pt>
                <c:pt idx="82" c:formatCode="yyyy/mm/dd">
                  <c:v>45425</c:v>
                </c:pt>
                <c:pt idx="83" c:formatCode="yyyy/mm/dd">
                  <c:v>45426</c:v>
                </c:pt>
                <c:pt idx="84" c:formatCode="yyyy/mm/dd">
                  <c:v>45427</c:v>
                </c:pt>
                <c:pt idx="85" c:formatCode="yyyy/mm/dd">
                  <c:v>45428</c:v>
                </c:pt>
                <c:pt idx="86" c:formatCode="yyyy/mm/dd">
                  <c:v>45429</c:v>
                </c:pt>
                <c:pt idx="87" c:formatCode="yyyy/mm/dd">
                  <c:v>45432</c:v>
                </c:pt>
                <c:pt idx="88" c:formatCode="yyyy/mm/dd">
                  <c:v>45433</c:v>
                </c:pt>
                <c:pt idx="89" c:formatCode="yyyy/mm/dd">
                  <c:v>45434</c:v>
                </c:pt>
                <c:pt idx="90" c:formatCode="yyyy/mm/dd">
                  <c:v>45435</c:v>
                </c:pt>
                <c:pt idx="91" c:formatCode="yyyy/mm/dd">
                  <c:v>45436</c:v>
                </c:pt>
                <c:pt idx="92" c:formatCode="yyyy/mm/dd">
                  <c:v>45439</c:v>
                </c:pt>
                <c:pt idx="93" c:formatCode="yyyy/mm/dd">
                  <c:v>45440</c:v>
                </c:pt>
                <c:pt idx="94" c:formatCode="yyyy/mm/dd">
                  <c:v>45441</c:v>
                </c:pt>
                <c:pt idx="95" c:formatCode="yyyy/mm/dd">
                  <c:v>45442</c:v>
                </c:pt>
                <c:pt idx="96" c:formatCode="yyyy/mm/dd">
                  <c:v>45443</c:v>
                </c:pt>
                <c:pt idx="97" c:formatCode="yyyy/mm/dd">
                  <c:v>45446</c:v>
                </c:pt>
                <c:pt idx="98" c:formatCode="yyyy/mm/dd">
                  <c:v>45447</c:v>
                </c:pt>
                <c:pt idx="99" c:formatCode="yyyy/mm/dd">
                  <c:v>45448</c:v>
                </c:pt>
                <c:pt idx="100" c:formatCode="yyyy/mm/dd">
                  <c:v>45449</c:v>
                </c:pt>
                <c:pt idx="101" c:formatCode="yyyy/mm/dd">
                  <c:v>45450</c:v>
                </c:pt>
                <c:pt idx="102" c:formatCode="yyyy/mm/dd">
                  <c:v>45454</c:v>
                </c:pt>
                <c:pt idx="103" c:formatCode="yyyy/mm/dd">
                  <c:v>45455</c:v>
                </c:pt>
                <c:pt idx="104" c:formatCode="yyyy/mm/dd">
                  <c:v>45456</c:v>
                </c:pt>
                <c:pt idx="105" c:formatCode="yyyy/mm/dd">
                  <c:v>45457</c:v>
                </c:pt>
                <c:pt idx="106" c:formatCode="yyyy/mm/dd">
                  <c:v>45460</c:v>
                </c:pt>
                <c:pt idx="107" c:formatCode="yyyy/mm/dd">
                  <c:v>45461</c:v>
                </c:pt>
                <c:pt idx="108" c:formatCode="yyyy/mm/dd">
                  <c:v>45462</c:v>
                </c:pt>
                <c:pt idx="109" c:formatCode="yyyy/mm/dd">
                  <c:v>45463</c:v>
                </c:pt>
                <c:pt idx="110" c:formatCode="yyyy/mm/dd">
                  <c:v>45464</c:v>
                </c:pt>
                <c:pt idx="111" c:formatCode="yyyy/mm/dd">
                  <c:v>45467</c:v>
                </c:pt>
                <c:pt idx="112" c:formatCode="yyyy/mm/dd">
                  <c:v>45468</c:v>
                </c:pt>
                <c:pt idx="113" c:formatCode="yyyy/mm/dd">
                  <c:v>45469</c:v>
                </c:pt>
                <c:pt idx="114" c:formatCode="yyyy/mm/dd">
                  <c:v>45470</c:v>
                </c:pt>
                <c:pt idx="115" c:formatCode="yyyy/mm/dd">
                  <c:v>45471</c:v>
                </c:pt>
                <c:pt idx="116" c:formatCode="yyyy/mm/dd">
                  <c:v>45474</c:v>
                </c:pt>
                <c:pt idx="117" c:formatCode="yyyy/mm/dd">
                  <c:v>45475</c:v>
                </c:pt>
                <c:pt idx="118" c:formatCode="yyyy/mm/dd">
                  <c:v>45476</c:v>
                </c:pt>
                <c:pt idx="119" c:formatCode="yyyy/mm/dd">
                  <c:v>45477</c:v>
                </c:pt>
                <c:pt idx="120" c:formatCode="yyyy/mm/dd">
                  <c:v>45478</c:v>
                </c:pt>
                <c:pt idx="121" c:formatCode="yyyy/mm/dd">
                  <c:v>45481</c:v>
                </c:pt>
                <c:pt idx="122" c:formatCode="yyyy/mm/dd">
                  <c:v>45482</c:v>
                </c:pt>
                <c:pt idx="123" c:formatCode="yyyy/mm/dd">
                  <c:v>45483</c:v>
                </c:pt>
                <c:pt idx="124" c:formatCode="yyyy/mm/dd">
                  <c:v>45484</c:v>
                </c:pt>
                <c:pt idx="125" c:formatCode="yyyy/mm/dd">
                  <c:v>45485</c:v>
                </c:pt>
                <c:pt idx="126" c:formatCode="yyyy/mm/dd">
                  <c:v>45488</c:v>
                </c:pt>
                <c:pt idx="127" c:formatCode="yyyy/mm/dd">
                  <c:v>45489</c:v>
                </c:pt>
                <c:pt idx="128" c:formatCode="yyyy/mm/dd">
                  <c:v>45490</c:v>
                </c:pt>
                <c:pt idx="129" c:formatCode="yyyy/mm/dd">
                  <c:v>45491</c:v>
                </c:pt>
                <c:pt idx="130" c:formatCode="yyyy/mm/dd">
                  <c:v>45492</c:v>
                </c:pt>
                <c:pt idx="131" c:formatCode="yyyy/mm/dd">
                  <c:v>45495</c:v>
                </c:pt>
                <c:pt idx="132" c:formatCode="yyyy/mm/dd">
                  <c:v>45496</c:v>
                </c:pt>
                <c:pt idx="133" c:formatCode="yyyy/mm/dd">
                  <c:v>45497</c:v>
                </c:pt>
                <c:pt idx="134" c:formatCode="yyyy/mm/dd">
                  <c:v>45498</c:v>
                </c:pt>
                <c:pt idx="135" c:formatCode="yyyy/mm/dd">
                  <c:v>45499</c:v>
                </c:pt>
                <c:pt idx="136" c:formatCode="yyyy/mm/dd">
                  <c:v>45502</c:v>
                </c:pt>
                <c:pt idx="137" c:formatCode="yyyy/mm/dd">
                  <c:v>45503</c:v>
                </c:pt>
                <c:pt idx="138" c:formatCode="yyyy/mm/dd">
                  <c:v>45504</c:v>
                </c:pt>
                <c:pt idx="139" c:formatCode="yyyy/mm/dd">
                  <c:v>45505</c:v>
                </c:pt>
                <c:pt idx="140" c:formatCode="yyyy/mm/dd">
                  <c:v>45506</c:v>
                </c:pt>
                <c:pt idx="141" c:formatCode="yyyy/mm/dd">
                  <c:v>45509</c:v>
                </c:pt>
                <c:pt idx="142" c:formatCode="yyyy/mm/dd">
                  <c:v>45510</c:v>
                </c:pt>
                <c:pt idx="143" c:formatCode="yyyy/mm/dd">
                  <c:v>45511</c:v>
                </c:pt>
                <c:pt idx="144" c:formatCode="yyyy/mm/dd">
                  <c:v>45512</c:v>
                </c:pt>
                <c:pt idx="145" c:formatCode="yyyy/mm/dd">
                  <c:v>45513</c:v>
                </c:pt>
                <c:pt idx="146" c:formatCode="yyyy/mm/dd">
                  <c:v>45516</c:v>
                </c:pt>
                <c:pt idx="147" c:formatCode="yyyy/mm/dd">
                  <c:v>45517</c:v>
                </c:pt>
                <c:pt idx="148" c:formatCode="yyyy/mm/dd">
                  <c:v>45518</c:v>
                </c:pt>
                <c:pt idx="149" c:formatCode="yyyy/mm/dd">
                  <c:v>45519</c:v>
                </c:pt>
                <c:pt idx="150" c:formatCode="yyyy/mm/dd">
                  <c:v>45520</c:v>
                </c:pt>
                <c:pt idx="151" c:formatCode="yyyy/mm/dd">
                  <c:v>45523</c:v>
                </c:pt>
                <c:pt idx="152" c:formatCode="yyyy/mm/dd">
                  <c:v>45524</c:v>
                </c:pt>
                <c:pt idx="153" c:formatCode="yyyy/mm/dd">
                  <c:v>45525</c:v>
                </c:pt>
                <c:pt idx="154" c:formatCode="yyyy/mm/dd">
                  <c:v>45526</c:v>
                </c:pt>
                <c:pt idx="155" c:formatCode="yyyy/mm/dd">
                  <c:v>45527</c:v>
                </c:pt>
                <c:pt idx="156" c:formatCode="yyyy/mm/dd">
                  <c:v>45530</c:v>
                </c:pt>
                <c:pt idx="157" c:formatCode="yyyy/mm/dd">
                  <c:v>45531</c:v>
                </c:pt>
                <c:pt idx="158" c:formatCode="yyyy/mm/dd">
                  <c:v>45532</c:v>
                </c:pt>
                <c:pt idx="159" c:formatCode="yyyy/mm/dd">
                  <c:v>45533</c:v>
                </c:pt>
                <c:pt idx="160" c:formatCode="yyyy/mm/dd">
                  <c:v>45534</c:v>
                </c:pt>
                <c:pt idx="161" c:formatCode="yyyy/mm/dd">
                  <c:v>45537</c:v>
                </c:pt>
                <c:pt idx="162" c:formatCode="yyyy/mm/dd">
                  <c:v>45538</c:v>
                </c:pt>
                <c:pt idx="163" c:formatCode="yyyy/mm/dd">
                  <c:v>45539</c:v>
                </c:pt>
                <c:pt idx="164" c:formatCode="yyyy/mm/dd">
                  <c:v>45540</c:v>
                </c:pt>
                <c:pt idx="165" c:formatCode="yyyy/mm/dd">
                  <c:v>45541</c:v>
                </c:pt>
                <c:pt idx="166" c:formatCode="yyyy/mm/dd">
                  <c:v>45544</c:v>
                </c:pt>
                <c:pt idx="167" c:formatCode="yyyy/mm/dd">
                  <c:v>45545</c:v>
                </c:pt>
                <c:pt idx="168" c:formatCode="yyyy/mm/dd">
                  <c:v>45546</c:v>
                </c:pt>
                <c:pt idx="169" c:formatCode="yyyy/mm/dd">
                  <c:v>45547</c:v>
                </c:pt>
                <c:pt idx="170" c:formatCode="yyyy/mm/dd">
                  <c:v>45548</c:v>
                </c:pt>
                <c:pt idx="171" c:formatCode="yyyy/mm/dd">
                  <c:v>45553</c:v>
                </c:pt>
                <c:pt idx="172" c:formatCode="yyyy/mm/dd">
                  <c:v>45554</c:v>
                </c:pt>
                <c:pt idx="173" c:formatCode="yyyy/mm/dd">
                  <c:v>45555</c:v>
                </c:pt>
                <c:pt idx="174" c:formatCode="yyyy/mm/dd">
                  <c:v>45558</c:v>
                </c:pt>
                <c:pt idx="175" c:formatCode="yyyy/mm/dd">
                  <c:v>45559</c:v>
                </c:pt>
                <c:pt idx="176" c:formatCode="yyyy/mm/dd">
                  <c:v>45560</c:v>
                </c:pt>
                <c:pt idx="177" c:formatCode="yyyy/mm/dd">
                  <c:v>45561</c:v>
                </c:pt>
                <c:pt idx="178" c:formatCode="yyyy/mm/dd">
                  <c:v>45562</c:v>
                </c:pt>
                <c:pt idx="179" c:formatCode="yyyy/mm/dd">
                  <c:v>45565</c:v>
                </c:pt>
                <c:pt idx="180" c:formatCode="yyyy/mm/dd">
                  <c:v>45573</c:v>
                </c:pt>
                <c:pt idx="181" c:formatCode="yyyy/mm/dd">
                  <c:v>45574</c:v>
                </c:pt>
                <c:pt idx="182" c:formatCode="yyyy/mm/dd">
                  <c:v>45575</c:v>
                </c:pt>
                <c:pt idx="183" c:formatCode="yyyy/mm/dd">
                  <c:v>45576</c:v>
                </c:pt>
                <c:pt idx="184" c:formatCode="yyyy/mm/dd">
                  <c:v>45579</c:v>
                </c:pt>
                <c:pt idx="185" c:formatCode="yyyy/mm/dd">
                  <c:v>45580</c:v>
                </c:pt>
                <c:pt idx="186" c:formatCode="yyyy/mm/dd">
                  <c:v>45581</c:v>
                </c:pt>
                <c:pt idx="187" c:formatCode="yyyy/mm/dd">
                  <c:v>45582</c:v>
                </c:pt>
                <c:pt idx="188" c:formatCode="yyyy/mm/dd">
                  <c:v>45583</c:v>
                </c:pt>
                <c:pt idx="189" c:formatCode="yyyy/mm/dd">
                  <c:v>45586</c:v>
                </c:pt>
                <c:pt idx="190" c:formatCode="yyyy/mm/dd">
                  <c:v>45587</c:v>
                </c:pt>
                <c:pt idx="191" c:formatCode="yyyy/mm/dd">
                  <c:v>45588</c:v>
                </c:pt>
                <c:pt idx="192" c:formatCode="yyyy/mm/dd">
                  <c:v>45589</c:v>
                </c:pt>
                <c:pt idx="193" c:formatCode="yyyy/mm/dd">
                  <c:v>45590</c:v>
                </c:pt>
                <c:pt idx="194" c:formatCode="yyyy/mm/dd">
                  <c:v>45593</c:v>
                </c:pt>
                <c:pt idx="195" c:formatCode="yyyy/mm/dd">
                  <c:v>45594</c:v>
                </c:pt>
                <c:pt idx="196" c:formatCode="yyyy/mm/dd">
                  <c:v>45595</c:v>
                </c:pt>
                <c:pt idx="197" c:formatCode="yyyy/mm/dd">
                  <c:v>45596</c:v>
                </c:pt>
                <c:pt idx="198" c:formatCode="yyyy/mm/dd">
                  <c:v>45597</c:v>
                </c:pt>
                <c:pt idx="199" c:formatCode="yyyy/mm/dd">
                  <c:v>45600</c:v>
                </c:pt>
                <c:pt idx="200" c:formatCode="yyyy/mm/dd">
                  <c:v>45601</c:v>
                </c:pt>
                <c:pt idx="201" c:formatCode="yyyy/mm/dd">
                  <c:v>45602</c:v>
                </c:pt>
                <c:pt idx="202" c:formatCode="yyyy/mm/dd">
                  <c:v>45603</c:v>
                </c:pt>
                <c:pt idx="203" c:formatCode="yyyy/mm/dd">
                  <c:v>45604</c:v>
                </c:pt>
                <c:pt idx="204" c:formatCode="yyyy/mm/dd">
                  <c:v>45607</c:v>
                </c:pt>
                <c:pt idx="205" c:formatCode="yyyy/mm/dd">
                  <c:v>45608</c:v>
                </c:pt>
                <c:pt idx="206" c:formatCode="yyyy/mm/dd">
                  <c:v>45609</c:v>
                </c:pt>
                <c:pt idx="207" c:formatCode="yyyy/mm/dd">
                  <c:v>45610</c:v>
                </c:pt>
                <c:pt idx="208" c:formatCode="yyyy/mm/dd">
                  <c:v>45611</c:v>
                </c:pt>
                <c:pt idx="209" c:formatCode="yyyy/mm/dd">
                  <c:v>45614</c:v>
                </c:pt>
                <c:pt idx="210" c:formatCode="yyyy/mm/dd">
                  <c:v>45615</c:v>
                </c:pt>
                <c:pt idx="211" c:formatCode="yyyy/mm/dd">
                  <c:v>45616</c:v>
                </c:pt>
                <c:pt idx="212" c:formatCode="yyyy/mm/dd">
                  <c:v>45617</c:v>
                </c:pt>
                <c:pt idx="213" c:formatCode="yyyy/mm/dd">
                  <c:v>45618</c:v>
                </c:pt>
                <c:pt idx="214" c:formatCode="yyyy/mm/dd">
                  <c:v>45621</c:v>
                </c:pt>
                <c:pt idx="215" c:formatCode="yyyy/mm/dd">
                  <c:v>45622</c:v>
                </c:pt>
                <c:pt idx="216" c:formatCode="yyyy/mm/dd">
                  <c:v>45623</c:v>
                </c:pt>
                <c:pt idx="217" c:formatCode="yyyy/mm/dd">
                  <c:v>45624</c:v>
                </c:pt>
                <c:pt idx="218" c:formatCode="yyyy/mm/dd">
                  <c:v>45625</c:v>
                </c:pt>
                <c:pt idx="219" c:formatCode="yyyy/mm/dd">
                  <c:v>45628</c:v>
                </c:pt>
                <c:pt idx="220" c:formatCode="yyyy/mm/dd">
                  <c:v>45629</c:v>
                </c:pt>
                <c:pt idx="221" c:formatCode="yyyy/mm/dd">
                  <c:v>45630</c:v>
                </c:pt>
                <c:pt idx="222" c:formatCode="yyyy/mm/dd">
                  <c:v>45631</c:v>
                </c:pt>
                <c:pt idx="223" c:formatCode="yyyy/mm/dd">
                  <c:v>45632</c:v>
                </c:pt>
                <c:pt idx="224" c:formatCode="yyyy/mm/dd">
                  <c:v>45635</c:v>
                </c:pt>
                <c:pt idx="225" c:formatCode="yyyy/mm/dd">
                  <c:v>45636</c:v>
                </c:pt>
              </c:numCache>
            </c:numRef>
          </c:cat>
          <c:val>
            <c:numRef>
              <c:f>'走势图 24'!$A$4:$A$651</c:f>
              <c:numCache>
                <c:formatCode>0.00%</c:formatCode>
                <c:ptCount val="648"/>
                <c:pt idx="0">
                  <c:v>0.000754322850179845</c:v>
                </c:pt>
                <c:pt idx="1">
                  <c:v>0.000522223511662867</c:v>
                </c:pt>
                <c:pt idx="2">
                  <c:v>0.000638273180921356</c:v>
                </c:pt>
                <c:pt idx="3">
                  <c:v>-0.000928397354067578</c:v>
                </c:pt>
                <c:pt idx="4">
                  <c:v>-0.000638273180921467</c:v>
                </c:pt>
                <c:pt idx="5">
                  <c:v>-0.00133457119647207</c:v>
                </c:pt>
                <c:pt idx="6">
                  <c:v>-0.00203086921202278</c:v>
                </c:pt>
                <c:pt idx="7">
                  <c:v>-0.000812347684809089</c:v>
                </c:pt>
                <c:pt idx="8">
                  <c:v>-0.000348149007775245</c:v>
                </c:pt>
                <c:pt idx="9">
                  <c:v>0.000580248346292223</c:v>
                </c:pt>
                <c:pt idx="10">
                  <c:v>-0.00243704305442727</c:v>
                </c:pt>
                <c:pt idx="11">
                  <c:v>-0.00266914239294413</c:v>
                </c:pt>
                <c:pt idx="12">
                  <c:v>-0.00319136590460722</c:v>
                </c:pt>
                <c:pt idx="13">
                  <c:v>-0.00626668213995596</c:v>
                </c:pt>
                <c:pt idx="14">
                  <c:v>-0.00597655796680974</c:v>
                </c:pt>
                <c:pt idx="15">
                  <c:v>-0.00208889404665202</c:v>
                </c:pt>
                <c:pt idx="16">
                  <c:v>0.00290124173146111</c:v>
                </c:pt>
                <c:pt idx="17">
                  <c:v>0.00533828478588827</c:v>
                </c:pt>
                <c:pt idx="18">
                  <c:v>0.00562840895903438</c:v>
                </c:pt>
                <c:pt idx="19">
                  <c:v>0.00324939073923636</c:v>
                </c:pt>
                <c:pt idx="20">
                  <c:v>0.00324939073923636</c:v>
                </c:pt>
                <c:pt idx="21">
                  <c:v>0.00203086921202278</c:v>
                </c:pt>
                <c:pt idx="22">
                  <c:v>0.00174074503887667</c:v>
                </c:pt>
                <c:pt idx="23">
                  <c:v>0.00301729140071938</c:v>
                </c:pt>
                <c:pt idx="24">
                  <c:v>0.00655680631310185</c:v>
                </c:pt>
                <c:pt idx="25">
                  <c:v>0.00876175002901225</c:v>
                </c:pt>
                <c:pt idx="26">
                  <c:v>0.00934199837530469</c:v>
                </c:pt>
                <c:pt idx="27">
                  <c:v>0.0145062086573053</c:v>
                </c:pt>
                <c:pt idx="28">
                  <c:v>0.0167691772078449</c:v>
                </c:pt>
                <c:pt idx="29">
                  <c:v>0.0185679470813509</c:v>
                </c:pt>
                <c:pt idx="30">
                  <c:v>0.0211210398050365</c:v>
                </c:pt>
                <c:pt idx="31">
                  <c:v>0.021817337820587</c:v>
                </c:pt>
                <c:pt idx="32">
                  <c:v>0.0181037484043169</c:v>
                </c:pt>
                <c:pt idx="33">
                  <c:v>0.0191481954276429</c:v>
                </c:pt>
                <c:pt idx="34">
                  <c:v>0.0181037484043169</c:v>
                </c:pt>
                <c:pt idx="35">
                  <c:v>0.020482766624115</c:v>
                </c:pt>
                <c:pt idx="36">
                  <c:v>0.0211790646396657</c:v>
                </c:pt>
                <c:pt idx="37">
                  <c:v>0.0230358593478008</c:v>
                </c:pt>
                <c:pt idx="38">
                  <c:v>0.0251827782290819</c:v>
                </c:pt>
                <c:pt idx="39">
                  <c:v>0.024892654055936</c:v>
                </c:pt>
                <c:pt idx="40">
                  <c:v>0.0263432749216663</c:v>
                </c:pt>
                <c:pt idx="41">
                  <c:v>0.0281420447951723</c:v>
                </c:pt>
                <c:pt idx="42">
                  <c:v>0.0276778461181384</c:v>
                </c:pt>
                <c:pt idx="43">
                  <c:v>0.0234420331902054</c:v>
                </c:pt>
                <c:pt idx="44">
                  <c:v>0.0232099338516885</c:v>
                </c:pt>
                <c:pt idx="45">
                  <c:v>0.0241963560403853</c:v>
                </c:pt>
                <c:pt idx="46">
                  <c:v>0.0249506788905651</c:v>
                </c:pt>
                <c:pt idx="47">
                  <c:v>0.0253568527329697</c:v>
                </c:pt>
                <c:pt idx="48">
                  <c:v>0.0240803063711268</c:v>
                </c:pt>
                <c:pt idx="49">
                  <c:v>0.0252408030637112</c:v>
                </c:pt>
                <c:pt idx="50">
                  <c:v>0.0254729024022282</c:v>
                </c:pt>
                <c:pt idx="51">
                  <c:v>0.0241963560403853</c:v>
                </c:pt>
                <c:pt idx="52">
                  <c:v>0.0252988278983404</c:v>
                </c:pt>
                <c:pt idx="53">
                  <c:v>0.0258210514100035</c:v>
                </c:pt>
                <c:pt idx="54">
                  <c:v>0.0254148775675989</c:v>
                </c:pt>
                <c:pt idx="55">
                  <c:v>0.0259371010792619</c:v>
                </c:pt>
                <c:pt idx="56">
                  <c:v>0.0287803179760937</c:v>
                </c:pt>
                <c:pt idx="57">
                  <c:v>0.029650690495532</c:v>
                </c:pt>
                <c:pt idx="58">
                  <c:v>0.030695137518858</c:v>
                </c:pt>
                <c:pt idx="59">
                  <c:v>0.0325519322269932</c:v>
                </c:pt>
                <c:pt idx="60">
                  <c:v>0.0338284785888361</c:v>
                </c:pt>
                <c:pt idx="61">
                  <c:v>0.032261808053847</c:v>
                </c:pt>
                <c:pt idx="62">
                  <c:v>0.0336544040849485</c:v>
                </c:pt>
                <c:pt idx="63">
                  <c:v>0.0347568759429036</c:v>
                </c:pt>
                <c:pt idx="64">
                  <c:v>0.0346988511082742</c:v>
                </c:pt>
                <c:pt idx="65">
                  <c:v>0.0394568875478705</c:v>
                </c:pt>
                <c:pt idx="66">
                  <c:v>0.0373099686665894</c:v>
                </c:pt>
                <c:pt idx="67">
                  <c:v>0.0409655332482302</c:v>
                </c:pt>
                <c:pt idx="68">
                  <c:v>0.041951955436927</c:v>
                </c:pt>
                <c:pt idx="69">
                  <c:v>0.0418359057676685</c:v>
                </c:pt>
                <c:pt idx="70">
                  <c:v>0.0392247882093535</c:v>
                </c:pt>
                <c:pt idx="71">
                  <c:v>0.0364395961471509</c:v>
                </c:pt>
                <c:pt idx="72">
                  <c:v>0.0371939189973309</c:v>
                </c:pt>
                <c:pt idx="73">
                  <c:v>0.0382383660206567</c:v>
                </c:pt>
                <c:pt idx="74">
                  <c:v>0.0385865150284321</c:v>
                </c:pt>
                <c:pt idx="75">
                  <c:v>0.0377161425089938</c:v>
                </c:pt>
                <c:pt idx="76">
                  <c:v>0.0393988627132411</c:v>
                </c:pt>
                <c:pt idx="77">
                  <c:v>0.0410235580828595</c:v>
                </c:pt>
                <c:pt idx="78">
                  <c:v>0.0413717070906348</c:v>
                </c:pt>
                <c:pt idx="79">
                  <c:v>0.0413136822560056</c:v>
                </c:pt>
                <c:pt idx="80">
                  <c:v>0.0434025763026575</c:v>
                </c:pt>
                <c:pt idx="81">
                  <c:v>0.0448531971683881</c:v>
                </c:pt>
                <c:pt idx="82">
                  <c:v>0.0449692468376464</c:v>
                </c:pt>
                <c:pt idx="83">
                  <c:v>0.044563072995242</c:v>
                </c:pt>
                <c:pt idx="84">
                  <c:v>0.0433445514680284</c:v>
                </c:pt>
                <c:pt idx="85">
                  <c:v>0.0439828246489498</c:v>
                </c:pt>
                <c:pt idx="86">
                  <c:v>0.0459556690263432</c:v>
                </c:pt>
                <c:pt idx="87">
                  <c:v>0.0492050597655798</c:v>
                </c:pt>
                <c:pt idx="88">
                  <c:v>0.0485087617500291</c:v>
                </c:pt>
                <c:pt idx="89">
                  <c:v>0.0480445630729953</c:v>
                </c:pt>
                <c:pt idx="90">
                  <c:v>0.0459556690263432</c:v>
                </c:pt>
                <c:pt idx="91">
                  <c:v>0.0459556690263432</c:v>
                </c:pt>
                <c:pt idx="92">
                  <c:v>0.0499593826157596</c:v>
                </c:pt>
                <c:pt idx="93">
                  <c:v>0.0503075316235349</c:v>
                </c:pt>
                <c:pt idx="94">
                  <c:v>0.0511198793083441</c:v>
                </c:pt>
                <c:pt idx="95">
                  <c:v>0.0482186375768829</c:v>
                </c:pt>
                <c:pt idx="96">
                  <c:v>0.0480445630729953</c:v>
                </c:pt>
                <c:pt idx="97">
                  <c:v>0.0475803643959614</c:v>
                </c:pt>
                <c:pt idx="98">
                  <c:v>0.0487408610885458</c:v>
                </c:pt>
                <c:pt idx="99">
                  <c:v>0.0470581408842985</c:v>
                </c:pt>
                <c:pt idx="100">
                  <c:v>0.0492050597655798</c:v>
                </c:pt>
                <c:pt idx="101">
                  <c:v>0.0507137054659395</c:v>
                </c:pt>
                <c:pt idx="102">
                  <c:v>0.0470581408842985</c:v>
                </c:pt>
                <c:pt idx="103">
                  <c:v>0.0494371591040965</c:v>
                </c:pt>
                <c:pt idx="104">
                  <c:v>0.047986538238366</c:v>
                </c:pt>
                <c:pt idx="105">
                  <c:v>0.0468260415457815</c:v>
                </c:pt>
                <c:pt idx="106">
                  <c:v>0.0442149239874667</c:v>
                </c:pt>
                <c:pt idx="107">
                  <c:v>0.0448531971683881</c:v>
                </c:pt>
                <c:pt idx="108">
                  <c:v>0.0458396193570849</c:v>
                </c:pt>
                <c:pt idx="109">
                  <c:v>0.04694209121504</c:v>
                </c:pt>
                <c:pt idx="110">
                  <c:v>0.0460717186956017</c:v>
                </c:pt>
                <c:pt idx="111">
                  <c:v>0.0457815945224556</c:v>
                </c:pt>
                <c:pt idx="112">
                  <c:v>0.0460136938609725</c:v>
                </c:pt>
                <c:pt idx="113">
                  <c:v>0.0459556690263432</c:v>
                </c:pt>
                <c:pt idx="114">
                  <c:v>0.0453754206800512</c:v>
                </c:pt>
                <c:pt idx="115">
                  <c:v>0.0487988859231752</c:v>
                </c:pt>
                <c:pt idx="116">
                  <c:v>0.0533828478588836</c:v>
                </c:pt>
                <c:pt idx="117">
                  <c:v>0.0541371707090634</c:v>
                </c:pt>
                <c:pt idx="118">
                  <c:v>0.052976674016479</c:v>
                </c:pt>
                <c:pt idx="119">
                  <c:v>0.0528606243472205</c:v>
                </c:pt>
                <c:pt idx="120">
                  <c:v>0.0522223511662991</c:v>
                </c:pt>
                <c:pt idx="121">
                  <c:v>0.0533248230242542</c:v>
                </c:pt>
                <c:pt idx="122">
                  <c:v>0.0555297667401646</c:v>
                </c:pt>
                <c:pt idx="123">
                  <c:v>0.0515260531507484</c:v>
                </c:pt>
                <c:pt idx="124">
                  <c:v>0.0536149471974006</c:v>
                </c:pt>
                <c:pt idx="125">
                  <c:v>0.0528025995125914</c:v>
                </c:pt>
                <c:pt idx="126">
                  <c:v>0.0557038412440525</c:v>
                </c:pt>
                <c:pt idx="127">
                  <c:v>0.0561680399210862</c:v>
                </c:pt>
                <c:pt idx="128">
                  <c:v>0.0529186491818499</c:v>
                </c:pt>
                <c:pt idx="129">
                  <c:v>0.0548914935592433</c:v>
                </c:pt>
                <c:pt idx="130">
                  <c:v>0.0535569223627712</c:v>
                </c:pt>
                <c:pt idx="131">
                  <c:v>0.0512939538122317</c:v>
                </c:pt>
                <c:pt idx="132">
                  <c:v>0.0489149355924337</c:v>
                </c:pt>
                <c:pt idx="133">
                  <c:v>0.049553208773355</c:v>
                </c:pt>
                <c:pt idx="134">
                  <c:v>0.0463618428687478</c:v>
                </c:pt>
                <c:pt idx="135">
                  <c:v>0.0463618428687478</c:v>
                </c:pt>
                <c:pt idx="136">
                  <c:v>0.0476383892305907</c:v>
                </c:pt>
                <c:pt idx="137">
                  <c:v>0.0451433213415342</c:v>
                </c:pt>
                <c:pt idx="138">
                  <c:v>0.04694209121504</c:v>
                </c:pt>
                <c:pt idx="139">
                  <c:v>0.047174190553557</c:v>
                </c:pt>
                <c:pt idx="140">
                  <c:v>0.0453173958454218</c:v>
                </c:pt>
                <c:pt idx="141">
                  <c:v>0.0425322037832192</c:v>
                </c:pt>
                <c:pt idx="142">
                  <c:v>0.0414297319252639</c:v>
                </c:pt>
                <c:pt idx="143">
                  <c:v>0.0428223279563653</c:v>
                </c:pt>
                <c:pt idx="144">
                  <c:v>0.0417778809330394</c:v>
                </c:pt>
                <c:pt idx="145">
                  <c:v>0.0420680051061855</c:v>
                </c:pt>
                <c:pt idx="146">
                  <c:v>0.042184054775444</c:v>
                </c:pt>
                <c:pt idx="147">
                  <c:v>0.0429964024602529</c:v>
                </c:pt>
                <c:pt idx="148">
                  <c:v>0.0425322037832192</c:v>
                </c:pt>
                <c:pt idx="149">
                  <c:v>0.044330973656725</c:v>
                </c:pt>
                <c:pt idx="150">
                  <c:v>0.0453754206800512</c:v>
                </c:pt>
                <c:pt idx="151">
                  <c:v>0.0481606127422536</c:v>
                </c:pt>
                <c:pt idx="152">
                  <c:v>0.0461297435302308</c:v>
                </c:pt>
                <c:pt idx="153">
                  <c:v>0.0457235696878264</c:v>
                </c:pt>
                <c:pt idx="154">
                  <c:v>0.0464778925380063</c:v>
                </c:pt>
                <c:pt idx="155">
                  <c:v>0.0463618428687478</c:v>
                </c:pt>
                <c:pt idx="156">
                  <c:v>0.0472322153881861</c:v>
                </c:pt>
                <c:pt idx="157">
                  <c:v>0.0477544388998492</c:v>
                </c:pt>
                <c:pt idx="158">
                  <c:v>0.0470001160496691</c:v>
                </c:pt>
                <c:pt idx="159">
                  <c:v>0.0439247998143204</c:v>
                </c:pt>
                <c:pt idx="160">
                  <c:v>0.0434606011372867</c:v>
                </c:pt>
                <c:pt idx="161">
                  <c:v>0.043518625971916</c:v>
                </c:pt>
                <c:pt idx="162">
                  <c:v>0.0413136822560056</c:v>
                </c:pt>
                <c:pt idx="163">
                  <c:v>0.0393988627132411</c:v>
                </c:pt>
                <c:pt idx="164">
                  <c:v>0.0384704653591736</c:v>
                </c:pt>
                <c:pt idx="165">
                  <c:v>0.037484043170477</c:v>
                </c:pt>
                <c:pt idx="166">
                  <c:v>0.0345828014390159</c:v>
                </c:pt>
                <c:pt idx="167">
                  <c:v>0.0352790994545666</c:v>
                </c:pt>
                <c:pt idx="168">
                  <c:v>0.0318556342114424</c:v>
                </c:pt>
                <c:pt idx="169">
                  <c:v>0.0325519322269932</c:v>
                </c:pt>
                <c:pt idx="170">
                  <c:v>0.0330161309040269</c:v>
                </c:pt>
                <c:pt idx="171">
                  <c:v>0.035917372635488</c:v>
                </c:pt>
                <c:pt idx="172">
                  <c:v>0.037484043170477</c:v>
                </c:pt>
                <c:pt idx="173">
                  <c:v>0.0388186143669491</c:v>
                </c:pt>
                <c:pt idx="174">
                  <c:v>0.0407334339097134</c:v>
                </c:pt>
                <c:pt idx="175">
                  <c:v>0.0487408610885458</c:v>
                </c:pt>
                <c:pt idx="176">
                  <c:v>0.0505396309620518</c:v>
                </c:pt>
                <c:pt idx="177">
                  <c:v>0.0565161889288615</c:v>
                </c:pt>
                <c:pt idx="178">
                  <c:v>0.0596495299988395</c:v>
                </c:pt>
                <c:pt idx="179">
                  <c:v>0.0740396889868864</c:v>
                </c:pt>
                <c:pt idx="180">
                  <c:v>0.0775211790646397</c:v>
                </c:pt>
                <c:pt idx="181">
                  <c:v>0.0619124985493791</c:v>
                </c:pt>
                <c:pt idx="182">
                  <c:v>0.0682952303585935</c:v>
                </c:pt>
                <c:pt idx="183">
                  <c:v>0.0659742369734246</c:v>
                </c:pt>
                <c:pt idx="184">
                  <c:v>0.0722409191133806</c:v>
                </c:pt>
                <c:pt idx="185">
                  <c:v>0.0662063363119414</c:v>
                </c:pt>
                <c:pt idx="186">
                  <c:v>0.0677149820123013</c:v>
                </c:pt>
                <c:pt idx="187">
                  <c:v>0.0656260879656494</c:v>
                </c:pt>
                <c:pt idx="188">
                  <c:v>0.0689335035395149</c:v>
                </c:pt>
                <c:pt idx="189">
                  <c:v>0.0692816525472901</c:v>
                </c:pt>
                <c:pt idx="190">
                  <c:v>0.0706742485783916</c:v>
                </c:pt>
                <c:pt idx="191">
                  <c:v>0.0707902982476498</c:v>
                </c:pt>
                <c:pt idx="192">
                  <c:v>0.0693396773819195</c:v>
                </c:pt>
                <c:pt idx="193">
                  <c:v>0.0678890565161889</c:v>
                </c:pt>
                <c:pt idx="194">
                  <c:v>0.0677730068469304</c:v>
                </c:pt>
                <c:pt idx="195">
                  <c:v>0.0665544853197169</c:v>
                </c:pt>
                <c:pt idx="196">
                  <c:v>0.0641754670999188</c:v>
                </c:pt>
                <c:pt idx="197">
                  <c:v>0.0627828710688174</c:v>
                </c:pt>
                <c:pt idx="198">
                  <c:v>0.06556806313102</c:v>
                </c:pt>
                <c:pt idx="199">
                  <c:v>0.0673088081698967</c:v>
                </c:pt>
                <c:pt idx="200">
                  <c:v>0.0702100499013578</c:v>
                </c:pt>
                <c:pt idx="201">
                  <c:v>0.0684112800278518</c:v>
                </c:pt>
                <c:pt idx="202">
                  <c:v>0.0721248694441221</c:v>
                </c:pt>
                <c:pt idx="203">
                  <c:v>0.0704421492398746</c:v>
                </c:pt>
                <c:pt idx="204">
                  <c:v>0.0689335035395149</c:v>
                </c:pt>
                <c:pt idx="205">
                  <c:v>0.0664384356504584</c:v>
                </c:pt>
                <c:pt idx="206">
                  <c:v>0.0682952303585935</c:v>
                </c:pt>
                <c:pt idx="207">
                  <c:v>0.0657421376349077</c:v>
                </c:pt>
                <c:pt idx="208">
                  <c:v>0.0646976906115817</c:v>
                </c:pt>
                <c:pt idx="209">
                  <c:v>0.0647557154462108</c:v>
                </c:pt>
                <c:pt idx="210">
                  <c:v>0.065800162469537</c:v>
                </c:pt>
                <c:pt idx="211">
                  <c:v>0.0667865846582336</c:v>
                </c:pt>
                <c:pt idx="212">
                  <c:v>0.0673088081698967</c:v>
                </c:pt>
                <c:pt idx="213">
                  <c:v>0.0619124985493791</c:v>
                </c:pt>
                <c:pt idx="214">
                  <c:v>0.0612742253684577</c:v>
                </c:pt>
                <c:pt idx="215">
                  <c:v>0.0611581756991992</c:v>
                </c:pt>
                <c:pt idx="216">
                  <c:v>0.0639433677614019</c:v>
                </c:pt>
                <c:pt idx="217">
                  <c:v>0.0624927468956713</c:v>
                </c:pt>
                <c:pt idx="218">
                  <c:v>0.0646396657769526</c:v>
                </c:pt>
                <c:pt idx="219">
                  <c:v>0.065800162469537</c:v>
                </c:pt>
                <c:pt idx="220">
                  <c:v>0.0679470813508181</c:v>
                </c:pt>
                <c:pt idx="221">
                  <c:v>0.0693977022165486</c:v>
                </c:pt>
                <c:pt idx="222">
                  <c:v>0.0688754787048858</c:v>
                </c:pt>
                <c:pt idx="223">
                  <c:v>0.0713125217593129</c:v>
                </c:pt>
                <c:pt idx="224">
                  <c:v>0.0724149936172682</c:v>
                </c:pt>
                <c:pt idx="225">
                  <c:v>0.0739236393176279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1672713040"/>
        <c:axId val="1672705552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'走势图 24'!$F$1</c15:sqref>
                        </c15:formulaRef>
                      </c:ext>
                    </c:extLst>
                    <c:strCache>
                      <c:ptCount val="1"/>
                      <c:pt idx="0">
                        <c:v>组合规模</c:v>
                      </c:pt>
                    </c:strCache>
                  </c:strRef>
                </c:tx>
                <c:spPr>
                  <a:ln w="28575" cap="rnd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delete val="1"/>
                </c:dLbls>
                <c:cat>
                  <c:num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'走势图 24'!$E$4:$E$651</c15:sqref>
                        </c15:formulaRef>
                      </c:ext>
                    </c:extLst>
                    <c:numCache>
                      <c:formatCode>yyyy/mm/dd</c:formatCode>
                      <c:ptCount val="648"/>
                      <c:pt idx="0" c:formatCode="yyyy/mm/dd">
                        <c:v>45294</c:v>
                      </c:pt>
                      <c:pt idx="1" c:formatCode="yyyy/mm/dd">
                        <c:v>45295</c:v>
                      </c:pt>
                      <c:pt idx="2" c:formatCode="yyyy/mm/dd">
                        <c:v>45296</c:v>
                      </c:pt>
                      <c:pt idx="3" c:formatCode="yyyy/mm/dd">
                        <c:v>45299</c:v>
                      </c:pt>
                      <c:pt idx="4" c:formatCode="yyyy/mm/dd">
                        <c:v>45300</c:v>
                      </c:pt>
                      <c:pt idx="5" c:formatCode="yyyy/mm/dd">
                        <c:v>45301</c:v>
                      </c:pt>
                      <c:pt idx="6" c:formatCode="yyyy/mm/dd">
                        <c:v>45302</c:v>
                      </c:pt>
                      <c:pt idx="7" c:formatCode="yyyy/mm/dd">
                        <c:v>45303</c:v>
                      </c:pt>
                      <c:pt idx="8" c:formatCode="yyyy/mm/dd">
                        <c:v>45306</c:v>
                      </c:pt>
                      <c:pt idx="9" c:formatCode="yyyy/mm/dd">
                        <c:v>45307</c:v>
                      </c:pt>
                      <c:pt idx="10" c:formatCode="yyyy/mm/dd">
                        <c:v>45308</c:v>
                      </c:pt>
                      <c:pt idx="11" c:formatCode="yyyy/mm/dd">
                        <c:v>45309</c:v>
                      </c:pt>
                      <c:pt idx="12" c:formatCode="yyyy/mm/dd">
                        <c:v>45310</c:v>
                      </c:pt>
                      <c:pt idx="13" c:formatCode="yyyy/mm/dd">
                        <c:v>45313</c:v>
                      </c:pt>
                      <c:pt idx="14" c:formatCode="yyyy/mm/dd">
                        <c:v>45314</c:v>
                      </c:pt>
                      <c:pt idx="15" c:formatCode="yyyy/mm/dd">
                        <c:v>45315</c:v>
                      </c:pt>
                      <c:pt idx="16" c:formatCode="yyyy/mm/dd">
                        <c:v>45316</c:v>
                      </c:pt>
                      <c:pt idx="17" c:formatCode="yyyy/mm/dd">
                        <c:v>45317</c:v>
                      </c:pt>
                      <c:pt idx="18" c:formatCode="yyyy/mm/dd">
                        <c:v>45320</c:v>
                      </c:pt>
                      <c:pt idx="19" c:formatCode="yyyy/mm/dd">
                        <c:v>45321</c:v>
                      </c:pt>
                      <c:pt idx="20" c:formatCode="yyyy/mm/dd">
                        <c:v>45322</c:v>
                      </c:pt>
                      <c:pt idx="21" c:formatCode="yyyy/mm/dd">
                        <c:v>45323</c:v>
                      </c:pt>
                      <c:pt idx="22" c:formatCode="yyyy/mm/dd">
                        <c:v>45324</c:v>
                      </c:pt>
                      <c:pt idx="23" c:formatCode="yyyy/mm/dd">
                        <c:v>45327</c:v>
                      </c:pt>
                      <c:pt idx="24" c:formatCode="yyyy/mm/dd">
                        <c:v>45328</c:v>
                      </c:pt>
                      <c:pt idx="25" c:formatCode="yyyy/mm/dd">
                        <c:v>45329</c:v>
                      </c:pt>
                      <c:pt idx="26" c:formatCode="yyyy/mm/dd">
                        <c:v>45330</c:v>
                      </c:pt>
                      <c:pt idx="27" c:formatCode="yyyy/mm/dd">
                        <c:v>45341</c:v>
                      </c:pt>
                      <c:pt idx="28" c:formatCode="yyyy/mm/dd">
                        <c:v>45342</c:v>
                      </c:pt>
                      <c:pt idx="29" c:formatCode="yyyy/mm/dd">
                        <c:v>45343</c:v>
                      </c:pt>
                      <c:pt idx="30" c:formatCode="yyyy/mm/dd">
                        <c:v>45344</c:v>
                      </c:pt>
                      <c:pt idx="31" c:formatCode="yyyy/mm/dd">
                        <c:v>45345</c:v>
                      </c:pt>
                      <c:pt idx="32" c:formatCode="yyyy/mm/dd">
                        <c:v>45348</c:v>
                      </c:pt>
                      <c:pt idx="33" c:formatCode="yyyy/mm/dd">
                        <c:v>45349</c:v>
                      </c:pt>
                      <c:pt idx="34" c:formatCode="yyyy/mm/dd">
                        <c:v>45350</c:v>
                      </c:pt>
                      <c:pt idx="35" c:formatCode="yyyy/mm/dd">
                        <c:v>45351</c:v>
                      </c:pt>
                      <c:pt idx="36" c:formatCode="yyyy/mm/dd">
                        <c:v>45352</c:v>
                      </c:pt>
                      <c:pt idx="37" c:formatCode="yyyy/mm/dd">
                        <c:v>45355</c:v>
                      </c:pt>
                      <c:pt idx="38" c:formatCode="yyyy/mm/dd">
                        <c:v>45356</c:v>
                      </c:pt>
                      <c:pt idx="39" c:formatCode="yyyy/mm/dd">
                        <c:v>45357</c:v>
                      </c:pt>
                      <c:pt idx="40" c:formatCode="yyyy/mm/dd">
                        <c:v>45358</c:v>
                      </c:pt>
                      <c:pt idx="41" c:formatCode="yyyy/mm/dd">
                        <c:v>45359</c:v>
                      </c:pt>
                      <c:pt idx="42" c:formatCode="yyyy/mm/dd">
                        <c:v>45362</c:v>
                      </c:pt>
                      <c:pt idx="43" c:formatCode="yyyy/mm/dd">
                        <c:v>45363</c:v>
                      </c:pt>
                      <c:pt idx="44" c:formatCode="yyyy/mm/dd">
                        <c:v>45364</c:v>
                      </c:pt>
                      <c:pt idx="45" c:formatCode="yyyy/mm/dd">
                        <c:v>45365</c:v>
                      </c:pt>
                      <c:pt idx="46" c:formatCode="yyyy/mm/dd">
                        <c:v>45366</c:v>
                      </c:pt>
                      <c:pt idx="47" c:formatCode="yyyy/mm/dd">
                        <c:v>45369</c:v>
                      </c:pt>
                      <c:pt idx="48" c:formatCode="yyyy/mm/dd">
                        <c:v>45370</c:v>
                      </c:pt>
                      <c:pt idx="49" c:formatCode="yyyy/mm/dd">
                        <c:v>45371</c:v>
                      </c:pt>
                      <c:pt idx="50" c:formatCode="yyyy/mm/dd">
                        <c:v>45372</c:v>
                      </c:pt>
                      <c:pt idx="51" c:formatCode="yyyy/mm/dd">
                        <c:v>45373</c:v>
                      </c:pt>
                      <c:pt idx="52" c:formatCode="yyyy/mm/dd">
                        <c:v>45376</c:v>
                      </c:pt>
                      <c:pt idx="53" c:formatCode="yyyy/mm/dd">
                        <c:v>45377</c:v>
                      </c:pt>
                      <c:pt idx="54" c:formatCode="yyyy/mm/dd">
                        <c:v>45378</c:v>
                      </c:pt>
                      <c:pt idx="55" c:formatCode="yyyy/mm/dd">
                        <c:v>45379</c:v>
                      </c:pt>
                      <c:pt idx="56" c:formatCode="yyyy/mm/dd">
                        <c:v>45380</c:v>
                      </c:pt>
                      <c:pt idx="57" c:formatCode="yyyy/mm/dd">
                        <c:v>45383</c:v>
                      </c:pt>
                      <c:pt idx="58" c:formatCode="yyyy/mm/dd">
                        <c:v>45384</c:v>
                      </c:pt>
                      <c:pt idx="59" c:formatCode="yyyy/mm/dd">
                        <c:v>45385</c:v>
                      </c:pt>
                      <c:pt idx="60" c:formatCode="yyyy/mm/dd">
                        <c:v>45390</c:v>
                      </c:pt>
                      <c:pt idx="61" c:formatCode="yyyy/mm/dd">
                        <c:v>45391</c:v>
                      </c:pt>
                      <c:pt idx="62" c:formatCode="yyyy/mm/dd">
                        <c:v>45392</c:v>
                      </c:pt>
                      <c:pt idx="63" c:formatCode="yyyy/mm/dd">
                        <c:v>45393</c:v>
                      </c:pt>
                      <c:pt idx="64" c:formatCode="yyyy/mm/dd">
                        <c:v>45394</c:v>
                      </c:pt>
                      <c:pt idx="65" c:formatCode="yyyy/mm/dd">
                        <c:v>45397</c:v>
                      </c:pt>
                      <c:pt idx="66" c:formatCode="yyyy/mm/dd">
                        <c:v>45398</c:v>
                      </c:pt>
                      <c:pt idx="67" c:formatCode="yyyy/mm/dd">
                        <c:v>45399</c:v>
                      </c:pt>
                      <c:pt idx="68" c:formatCode="yyyy/mm/dd">
                        <c:v>45400</c:v>
                      </c:pt>
                      <c:pt idx="69" c:formatCode="yyyy/mm/dd">
                        <c:v>45401</c:v>
                      </c:pt>
                      <c:pt idx="70" c:formatCode="yyyy/mm/dd">
                        <c:v>45404</c:v>
                      </c:pt>
                      <c:pt idx="71" c:formatCode="yyyy/mm/dd">
                        <c:v>45405</c:v>
                      </c:pt>
                      <c:pt idx="72" c:formatCode="yyyy/mm/dd">
                        <c:v>45406</c:v>
                      </c:pt>
                      <c:pt idx="73" c:formatCode="yyyy/mm/dd">
                        <c:v>45407</c:v>
                      </c:pt>
                      <c:pt idx="74" c:formatCode="yyyy/mm/dd">
                        <c:v>45408</c:v>
                      </c:pt>
                      <c:pt idx="75" c:formatCode="yyyy/mm/dd">
                        <c:v>45411</c:v>
                      </c:pt>
                      <c:pt idx="76" c:formatCode="yyyy/mm/dd">
                        <c:v>45412</c:v>
                      </c:pt>
                      <c:pt idx="77" c:formatCode="yyyy/mm/dd">
                        <c:v>45418</c:v>
                      </c:pt>
                      <c:pt idx="78" c:formatCode="yyyy/mm/dd">
                        <c:v>45419</c:v>
                      </c:pt>
                      <c:pt idx="79" c:formatCode="yyyy/mm/dd">
                        <c:v>45420</c:v>
                      </c:pt>
                      <c:pt idx="80" c:formatCode="yyyy/mm/dd">
                        <c:v>45421</c:v>
                      </c:pt>
                      <c:pt idx="81" c:formatCode="yyyy/mm/dd">
                        <c:v>45422</c:v>
                      </c:pt>
                      <c:pt idx="82" c:formatCode="yyyy/mm/dd">
                        <c:v>45425</c:v>
                      </c:pt>
                      <c:pt idx="83" c:formatCode="yyyy/mm/dd">
                        <c:v>45426</c:v>
                      </c:pt>
                      <c:pt idx="84" c:formatCode="yyyy/mm/dd">
                        <c:v>45427</c:v>
                      </c:pt>
                      <c:pt idx="85" c:formatCode="yyyy/mm/dd">
                        <c:v>45428</c:v>
                      </c:pt>
                      <c:pt idx="86" c:formatCode="yyyy/mm/dd">
                        <c:v>45429</c:v>
                      </c:pt>
                      <c:pt idx="87" c:formatCode="yyyy/mm/dd">
                        <c:v>45432</c:v>
                      </c:pt>
                      <c:pt idx="88" c:formatCode="yyyy/mm/dd">
                        <c:v>45433</c:v>
                      </c:pt>
                      <c:pt idx="89" c:formatCode="yyyy/mm/dd">
                        <c:v>45434</c:v>
                      </c:pt>
                      <c:pt idx="90" c:formatCode="yyyy/mm/dd">
                        <c:v>45435</c:v>
                      </c:pt>
                      <c:pt idx="91" c:formatCode="yyyy/mm/dd">
                        <c:v>45436</c:v>
                      </c:pt>
                      <c:pt idx="92" c:formatCode="yyyy/mm/dd">
                        <c:v>45439</c:v>
                      </c:pt>
                      <c:pt idx="93" c:formatCode="yyyy/mm/dd">
                        <c:v>45440</c:v>
                      </c:pt>
                      <c:pt idx="94" c:formatCode="yyyy/mm/dd">
                        <c:v>45441</c:v>
                      </c:pt>
                      <c:pt idx="95" c:formatCode="yyyy/mm/dd">
                        <c:v>45442</c:v>
                      </c:pt>
                      <c:pt idx="96" c:formatCode="yyyy/mm/dd">
                        <c:v>45443</c:v>
                      </c:pt>
                      <c:pt idx="97" c:formatCode="yyyy/mm/dd">
                        <c:v>45446</c:v>
                      </c:pt>
                      <c:pt idx="98" c:formatCode="yyyy/mm/dd">
                        <c:v>45447</c:v>
                      </c:pt>
                      <c:pt idx="99" c:formatCode="yyyy/mm/dd">
                        <c:v>45448</c:v>
                      </c:pt>
                      <c:pt idx="100" c:formatCode="yyyy/mm/dd">
                        <c:v>45449</c:v>
                      </c:pt>
                      <c:pt idx="101" c:formatCode="yyyy/mm/dd">
                        <c:v>45450</c:v>
                      </c:pt>
                      <c:pt idx="102" c:formatCode="yyyy/mm/dd">
                        <c:v>45454</c:v>
                      </c:pt>
                      <c:pt idx="103" c:formatCode="yyyy/mm/dd">
                        <c:v>45455</c:v>
                      </c:pt>
                      <c:pt idx="104" c:formatCode="yyyy/mm/dd">
                        <c:v>45456</c:v>
                      </c:pt>
                      <c:pt idx="105" c:formatCode="yyyy/mm/dd">
                        <c:v>45457</c:v>
                      </c:pt>
                      <c:pt idx="106" c:formatCode="yyyy/mm/dd">
                        <c:v>45460</c:v>
                      </c:pt>
                      <c:pt idx="107" c:formatCode="yyyy/mm/dd">
                        <c:v>45461</c:v>
                      </c:pt>
                      <c:pt idx="108" c:formatCode="yyyy/mm/dd">
                        <c:v>45462</c:v>
                      </c:pt>
                      <c:pt idx="109" c:formatCode="yyyy/mm/dd">
                        <c:v>45463</c:v>
                      </c:pt>
                      <c:pt idx="110" c:formatCode="yyyy/mm/dd">
                        <c:v>45464</c:v>
                      </c:pt>
                      <c:pt idx="111" c:formatCode="yyyy/mm/dd">
                        <c:v>45467</c:v>
                      </c:pt>
                      <c:pt idx="112" c:formatCode="yyyy/mm/dd">
                        <c:v>45468</c:v>
                      </c:pt>
                      <c:pt idx="113" c:formatCode="yyyy/mm/dd">
                        <c:v>45469</c:v>
                      </c:pt>
                      <c:pt idx="114" c:formatCode="yyyy/mm/dd">
                        <c:v>45470</c:v>
                      </c:pt>
                      <c:pt idx="115" c:formatCode="yyyy/mm/dd">
                        <c:v>45471</c:v>
                      </c:pt>
                      <c:pt idx="116" c:formatCode="yyyy/mm/dd">
                        <c:v>45474</c:v>
                      </c:pt>
                      <c:pt idx="117" c:formatCode="yyyy/mm/dd">
                        <c:v>45475</c:v>
                      </c:pt>
                      <c:pt idx="118" c:formatCode="yyyy/mm/dd">
                        <c:v>45476</c:v>
                      </c:pt>
                      <c:pt idx="119" c:formatCode="yyyy/mm/dd">
                        <c:v>45477</c:v>
                      </c:pt>
                      <c:pt idx="120" c:formatCode="yyyy/mm/dd">
                        <c:v>45478</c:v>
                      </c:pt>
                      <c:pt idx="121" c:formatCode="yyyy/mm/dd">
                        <c:v>45481</c:v>
                      </c:pt>
                      <c:pt idx="122" c:formatCode="yyyy/mm/dd">
                        <c:v>45482</c:v>
                      </c:pt>
                      <c:pt idx="123" c:formatCode="yyyy/mm/dd">
                        <c:v>45483</c:v>
                      </c:pt>
                      <c:pt idx="124" c:formatCode="yyyy/mm/dd">
                        <c:v>45484</c:v>
                      </c:pt>
                      <c:pt idx="125" c:formatCode="yyyy/mm/dd">
                        <c:v>45485</c:v>
                      </c:pt>
                      <c:pt idx="126" c:formatCode="yyyy/mm/dd">
                        <c:v>45488</c:v>
                      </c:pt>
                      <c:pt idx="127" c:formatCode="yyyy/mm/dd">
                        <c:v>45489</c:v>
                      </c:pt>
                      <c:pt idx="128" c:formatCode="yyyy/mm/dd">
                        <c:v>45490</c:v>
                      </c:pt>
                      <c:pt idx="129" c:formatCode="yyyy/mm/dd">
                        <c:v>45491</c:v>
                      </c:pt>
                      <c:pt idx="130" c:formatCode="yyyy/mm/dd">
                        <c:v>45492</c:v>
                      </c:pt>
                      <c:pt idx="131" c:formatCode="yyyy/mm/dd">
                        <c:v>45495</c:v>
                      </c:pt>
                      <c:pt idx="132" c:formatCode="yyyy/mm/dd">
                        <c:v>45496</c:v>
                      </c:pt>
                      <c:pt idx="133" c:formatCode="yyyy/mm/dd">
                        <c:v>45497</c:v>
                      </c:pt>
                      <c:pt idx="134" c:formatCode="yyyy/mm/dd">
                        <c:v>45498</c:v>
                      </c:pt>
                      <c:pt idx="135" c:formatCode="yyyy/mm/dd">
                        <c:v>45499</c:v>
                      </c:pt>
                      <c:pt idx="136" c:formatCode="yyyy/mm/dd">
                        <c:v>45502</c:v>
                      </c:pt>
                      <c:pt idx="137" c:formatCode="yyyy/mm/dd">
                        <c:v>45503</c:v>
                      </c:pt>
                      <c:pt idx="138" c:formatCode="yyyy/mm/dd">
                        <c:v>45504</c:v>
                      </c:pt>
                      <c:pt idx="139" c:formatCode="yyyy/mm/dd">
                        <c:v>45505</c:v>
                      </c:pt>
                      <c:pt idx="140" c:formatCode="yyyy/mm/dd">
                        <c:v>45506</c:v>
                      </c:pt>
                      <c:pt idx="141" c:formatCode="yyyy/mm/dd">
                        <c:v>45509</c:v>
                      </c:pt>
                      <c:pt idx="142" c:formatCode="yyyy/mm/dd">
                        <c:v>45510</c:v>
                      </c:pt>
                      <c:pt idx="143" c:formatCode="yyyy/mm/dd">
                        <c:v>45511</c:v>
                      </c:pt>
                      <c:pt idx="144" c:formatCode="yyyy/mm/dd">
                        <c:v>45512</c:v>
                      </c:pt>
                      <c:pt idx="145" c:formatCode="yyyy/mm/dd">
                        <c:v>45513</c:v>
                      </c:pt>
                      <c:pt idx="146" c:formatCode="yyyy/mm/dd">
                        <c:v>45516</c:v>
                      </c:pt>
                      <c:pt idx="147" c:formatCode="yyyy/mm/dd">
                        <c:v>45517</c:v>
                      </c:pt>
                      <c:pt idx="148" c:formatCode="yyyy/mm/dd">
                        <c:v>45518</c:v>
                      </c:pt>
                      <c:pt idx="149" c:formatCode="yyyy/mm/dd">
                        <c:v>45519</c:v>
                      </c:pt>
                      <c:pt idx="150" c:formatCode="yyyy/mm/dd">
                        <c:v>45520</c:v>
                      </c:pt>
                      <c:pt idx="151" c:formatCode="yyyy/mm/dd">
                        <c:v>45523</c:v>
                      </c:pt>
                      <c:pt idx="152" c:formatCode="yyyy/mm/dd">
                        <c:v>45524</c:v>
                      </c:pt>
                      <c:pt idx="153" c:formatCode="yyyy/mm/dd">
                        <c:v>45525</c:v>
                      </c:pt>
                      <c:pt idx="154" c:formatCode="yyyy/mm/dd">
                        <c:v>45526</c:v>
                      </c:pt>
                      <c:pt idx="155" c:formatCode="yyyy/mm/dd">
                        <c:v>45527</c:v>
                      </c:pt>
                      <c:pt idx="156" c:formatCode="yyyy/mm/dd">
                        <c:v>45530</c:v>
                      </c:pt>
                      <c:pt idx="157" c:formatCode="yyyy/mm/dd">
                        <c:v>45531</c:v>
                      </c:pt>
                      <c:pt idx="158" c:formatCode="yyyy/mm/dd">
                        <c:v>45532</c:v>
                      </c:pt>
                      <c:pt idx="159" c:formatCode="yyyy/mm/dd">
                        <c:v>45533</c:v>
                      </c:pt>
                      <c:pt idx="160" c:formatCode="yyyy/mm/dd">
                        <c:v>45534</c:v>
                      </c:pt>
                      <c:pt idx="161" c:formatCode="yyyy/mm/dd">
                        <c:v>45537</c:v>
                      </c:pt>
                      <c:pt idx="162" c:formatCode="yyyy/mm/dd">
                        <c:v>45538</c:v>
                      </c:pt>
                      <c:pt idx="163" c:formatCode="yyyy/mm/dd">
                        <c:v>45539</c:v>
                      </c:pt>
                      <c:pt idx="164" c:formatCode="yyyy/mm/dd">
                        <c:v>45540</c:v>
                      </c:pt>
                      <c:pt idx="165" c:formatCode="yyyy/mm/dd">
                        <c:v>45541</c:v>
                      </c:pt>
                      <c:pt idx="166" c:formatCode="yyyy/mm/dd">
                        <c:v>45544</c:v>
                      </c:pt>
                      <c:pt idx="167" c:formatCode="yyyy/mm/dd">
                        <c:v>45545</c:v>
                      </c:pt>
                      <c:pt idx="168" c:formatCode="yyyy/mm/dd">
                        <c:v>45546</c:v>
                      </c:pt>
                      <c:pt idx="169" c:formatCode="yyyy/mm/dd">
                        <c:v>45547</c:v>
                      </c:pt>
                      <c:pt idx="170" c:formatCode="yyyy/mm/dd">
                        <c:v>45548</c:v>
                      </c:pt>
                      <c:pt idx="171" c:formatCode="yyyy/mm/dd">
                        <c:v>45553</c:v>
                      </c:pt>
                      <c:pt idx="172" c:formatCode="yyyy/mm/dd">
                        <c:v>45554</c:v>
                      </c:pt>
                      <c:pt idx="173" c:formatCode="yyyy/mm/dd">
                        <c:v>45555</c:v>
                      </c:pt>
                      <c:pt idx="174" c:formatCode="yyyy/mm/dd">
                        <c:v>45558</c:v>
                      </c:pt>
                      <c:pt idx="175" c:formatCode="yyyy/mm/dd">
                        <c:v>45559</c:v>
                      </c:pt>
                      <c:pt idx="176" c:formatCode="yyyy/mm/dd">
                        <c:v>45560</c:v>
                      </c:pt>
                      <c:pt idx="177" c:formatCode="yyyy/mm/dd">
                        <c:v>45561</c:v>
                      </c:pt>
                      <c:pt idx="178" c:formatCode="yyyy/mm/dd">
                        <c:v>45562</c:v>
                      </c:pt>
                      <c:pt idx="179" c:formatCode="yyyy/mm/dd">
                        <c:v>45565</c:v>
                      </c:pt>
                      <c:pt idx="180" c:formatCode="yyyy/mm/dd">
                        <c:v>45573</c:v>
                      </c:pt>
                      <c:pt idx="181" c:formatCode="yyyy/mm/dd">
                        <c:v>45574</c:v>
                      </c:pt>
                      <c:pt idx="182" c:formatCode="yyyy/mm/dd">
                        <c:v>45575</c:v>
                      </c:pt>
                      <c:pt idx="183" c:formatCode="yyyy/mm/dd">
                        <c:v>45576</c:v>
                      </c:pt>
                      <c:pt idx="184" c:formatCode="yyyy/mm/dd">
                        <c:v>45579</c:v>
                      </c:pt>
                      <c:pt idx="185" c:formatCode="yyyy/mm/dd">
                        <c:v>45580</c:v>
                      </c:pt>
                      <c:pt idx="186" c:formatCode="yyyy/mm/dd">
                        <c:v>45581</c:v>
                      </c:pt>
                      <c:pt idx="187" c:formatCode="yyyy/mm/dd">
                        <c:v>45582</c:v>
                      </c:pt>
                      <c:pt idx="188" c:formatCode="yyyy/mm/dd">
                        <c:v>45583</c:v>
                      </c:pt>
                      <c:pt idx="189" c:formatCode="yyyy/mm/dd">
                        <c:v>45586</c:v>
                      </c:pt>
                      <c:pt idx="190" c:formatCode="yyyy/mm/dd">
                        <c:v>45587</c:v>
                      </c:pt>
                      <c:pt idx="191" c:formatCode="yyyy/mm/dd">
                        <c:v>45588</c:v>
                      </c:pt>
                      <c:pt idx="192" c:formatCode="yyyy/mm/dd">
                        <c:v>45589</c:v>
                      </c:pt>
                      <c:pt idx="193" c:formatCode="yyyy/mm/dd">
                        <c:v>45590</c:v>
                      </c:pt>
                      <c:pt idx="194" c:formatCode="yyyy/mm/dd">
                        <c:v>45593</c:v>
                      </c:pt>
                      <c:pt idx="195" c:formatCode="yyyy/mm/dd">
                        <c:v>45594</c:v>
                      </c:pt>
                      <c:pt idx="196" c:formatCode="yyyy/mm/dd">
                        <c:v>45595</c:v>
                      </c:pt>
                      <c:pt idx="197" c:formatCode="yyyy/mm/dd">
                        <c:v>45596</c:v>
                      </c:pt>
                      <c:pt idx="198" c:formatCode="yyyy/mm/dd">
                        <c:v>45597</c:v>
                      </c:pt>
                      <c:pt idx="199" c:formatCode="yyyy/mm/dd">
                        <c:v>45600</c:v>
                      </c:pt>
                      <c:pt idx="200" c:formatCode="yyyy/mm/dd">
                        <c:v>45601</c:v>
                      </c:pt>
                      <c:pt idx="201" c:formatCode="yyyy/mm/dd">
                        <c:v>45602</c:v>
                      </c:pt>
                      <c:pt idx="202" c:formatCode="yyyy/mm/dd">
                        <c:v>45603</c:v>
                      </c:pt>
                      <c:pt idx="203" c:formatCode="yyyy/mm/dd">
                        <c:v>45604</c:v>
                      </c:pt>
                      <c:pt idx="204" c:formatCode="yyyy/mm/dd">
                        <c:v>45607</c:v>
                      </c:pt>
                      <c:pt idx="205" c:formatCode="yyyy/mm/dd">
                        <c:v>45608</c:v>
                      </c:pt>
                      <c:pt idx="206" c:formatCode="yyyy/mm/dd">
                        <c:v>45609</c:v>
                      </c:pt>
                      <c:pt idx="207" c:formatCode="yyyy/mm/dd">
                        <c:v>45610</c:v>
                      </c:pt>
                      <c:pt idx="208" c:formatCode="yyyy/mm/dd">
                        <c:v>45611</c:v>
                      </c:pt>
                      <c:pt idx="209" c:formatCode="yyyy/mm/dd">
                        <c:v>45614</c:v>
                      </c:pt>
                      <c:pt idx="210" c:formatCode="yyyy/mm/dd">
                        <c:v>45615</c:v>
                      </c:pt>
                      <c:pt idx="211" c:formatCode="yyyy/mm/dd">
                        <c:v>45616</c:v>
                      </c:pt>
                      <c:pt idx="212" c:formatCode="yyyy/mm/dd">
                        <c:v>45617</c:v>
                      </c:pt>
                      <c:pt idx="213" c:formatCode="yyyy/mm/dd">
                        <c:v>45618</c:v>
                      </c:pt>
                      <c:pt idx="214" c:formatCode="yyyy/mm/dd">
                        <c:v>45621</c:v>
                      </c:pt>
                      <c:pt idx="215" c:formatCode="yyyy/mm/dd">
                        <c:v>45622</c:v>
                      </c:pt>
                      <c:pt idx="216" c:formatCode="yyyy/mm/dd">
                        <c:v>45623</c:v>
                      </c:pt>
                      <c:pt idx="217" c:formatCode="yyyy/mm/dd">
                        <c:v>45624</c:v>
                      </c:pt>
                      <c:pt idx="218" c:formatCode="yyyy/mm/dd">
                        <c:v>45625</c:v>
                      </c:pt>
                      <c:pt idx="219" c:formatCode="yyyy/mm/dd">
                        <c:v>45628</c:v>
                      </c:pt>
                      <c:pt idx="220" c:formatCode="yyyy/mm/dd">
                        <c:v>45629</c:v>
                      </c:pt>
                      <c:pt idx="221" c:formatCode="yyyy/mm/dd">
                        <c:v>45630</c:v>
                      </c:pt>
                      <c:pt idx="222" c:formatCode="yyyy/mm/dd">
                        <c:v>45631</c:v>
                      </c:pt>
                      <c:pt idx="223" c:formatCode="yyyy/mm/dd">
                        <c:v>45632</c:v>
                      </c:pt>
                      <c:pt idx="224" c:formatCode="yyyy/mm/dd">
                        <c:v>45635</c:v>
                      </c:pt>
                      <c:pt idx="225" c:formatCode="yyyy/mm/dd">
                        <c:v>45636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'走势图 24'!$F$3:$F$142</c15:sqref>
                        </c15:formulaRef>
                      </c:ext>
                    </c:extLst>
                    <c:numCache>
                      <c:formatCode>#,##0.00</c:formatCode>
                      <c:ptCount val="140"/>
                      <c:pt idx="0">
                        <c:v>131965.960305</c:v>
                      </c:pt>
                      <c:pt idx="1">
                        <c:v>131990.602071</c:v>
                      </c:pt>
                      <c:pt idx="2">
                        <c:v>131965.626748</c:v>
                      </c:pt>
                      <c:pt idx="3">
                        <c:v>131975.457791</c:v>
                      </c:pt>
                      <c:pt idx="4">
                        <c:v>131771.55922</c:v>
                      </c:pt>
                      <c:pt idx="5">
                        <c:v>131812.651174</c:v>
                      </c:pt>
                      <c:pt idx="6">
                        <c:v>131718.504912</c:v>
                      </c:pt>
                      <c:pt idx="7">
                        <c:v>131627.392983</c:v>
                      </c:pt>
                      <c:pt idx="8">
                        <c:v>131787.47254</c:v>
                      </c:pt>
                      <c:pt idx="9">
                        <c:v>131843.847487</c:v>
                      </c:pt>
                      <c:pt idx="10">
                        <c:v>131972.175532</c:v>
                      </c:pt>
                      <c:pt idx="11">
                        <c:v>131571.929125</c:v>
                      </c:pt>
                      <c:pt idx="12">
                        <c:v>131544.192261</c:v>
                      </c:pt>
                      <c:pt idx="13">
                        <c:v>131465.560723</c:v>
                      </c:pt>
                      <c:pt idx="14">
                        <c:v>131062.646812</c:v>
                      </c:pt>
                      <c:pt idx="15">
                        <c:v>131101.775749</c:v>
                      </c:pt>
                      <c:pt idx="16">
                        <c:v>131611.094311</c:v>
                      </c:pt>
                      <c:pt idx="17">
                        <c:v>132268.863066</c:v>
                      </c:pt>
                      <c:pt idx="18">
                        <c:v>132595.293233</c:v>
                      </c:pt>
                      <c:pt idx="19">
                        <c:v>131997.853035</c:v>
                      </c:pt>
                      <c:pt idx="20">
                        <c:v>131685.304677</c:v>
                      </c:pt>
                      <c:pt idx="21">
                        <c:v>131685.708951</c:v>
                      </c:pt>
                      <c:pt idx="22">
                        <c:v>131524.865881</c:v>
                      </c:pt>
                      <c:pt idx="23">
                        <c:v>131487.411624</c:v>
                      </c:pt>
                      <c:pt idx="24">
                        <c:v>131656.982965</c:v>
                      </c:pt>
                      <c:pt idx="25">
                        <c:v>132116.959025</c:v>
                      </c:pt>
                      <c:pt idx="26">
                        <c:v>132404.816625</c:v>
                      </c:pt>
                      <c:pt idx="27">
                        <c:v>132483.897344</c:v>
                      </c:pt>
                      <c:pt idx="28">
                        <c:v>133158.85603</c:v>
                      </c:pt>
                      <c:pt idx="29">
                        <c:v>133460.451336</c:v>
                      </c:pt>
                      <c:pt idx="30">
                        <c:v>133696.653791</c:v>
                      </c:pt>
                      <c:pt idx="31">
                        <c:v>134032.314863</c:v>
                      </c:pt>
                      <c:pt idx="32">
                        <c:v>134118.448977</c:v>
                      </c:pt>
                      <c:pt idx="33">
                        <c:v>132990.752414</c:v>
                      </c:pt>
                      <c:pt idx="34">
                        <c:v>133121.882283</c:v>
                      </c:pt>
                      <c:pt idx="35">
                        <c:v>132987.645291</c:v>
                      </c:pt>
                      <c:pt idx="36">
                        <c:v>135184.498077</c:v>
                      </c:pt>
                      <c:pt idx="37">
                        <c:v>135278.500209</c:v>
                      </c:pt>
                      <c:pt idx="38">
                        <c:v>135526.82067</c:v>
                      </c:pt>
                      <c:pt idx="39">
                        <c:v>135805.597061</c:v>
                      </c:pt>
                      <c:pt idx="40">
                        <c:v>135771.676667</c:v>
                      </c:pt>
                      <c:pt idx="41">
                        <c:v>135963.251768</c:v>
                      </c:pt>
                      <c:pt idx="42">
                        <c:v>136203.846801</c:v>
                      </c:pt>
                      <c:pt idx="43">
                        <c:v>136136.381799</c:v>
                      </c:pt>
                      <c:pt idx="44">
                        <c:v>135573.683012</c:v>
                      </c:pt>
                      <c:pt idx="45">
                        <c:v>135539.533144</c:v>
                      </c:pt>
                      <c:pt idx="46">
                        <c:v>135668.630366</c:v>
                      </c:pt>
                      <c:pt idx="47">
                        <c:v>135767.112858</c:v>
                      </c:pt>
                      <c:pt idx="48">
                        <c:v>135824.712941</c:v>
                      </c:pt>
                      <c:pt idx="49">
                        <c:v>135654.953736</c:v>
                      </c:pt>
                      <c:pt idx="50">
                        <c:v>135804.136322</c:v>
                      </c:pt>
                      <c:pt idx="51">
                        <c:v>135839.726042</c:v>
                      </c:pt>
                      <c:pt idx="52">
                        <c:v>135671.267555</c:v>
                      </c:pt>
                      <c:pt idx="53">
                        <c:v>135165.923152</c:v>
                      </c:pt>
                      <c:pt idx="54">
                        <c:v>135237.092124</c:v>
                      </c:pt>
                      <c:pt idx="55">
                        <c:v>135177.601809</c:v>
                      </c:pt>
                      <c:pt idx="56">
                        <c:v>135248.841412</c:v>
                      </c:pt>
                      <c:pt idx="57">
                        <c:v>135625.47238</c:v>
                      </c:pt>
                      <c:pt idx="58">
                        <c:v>135736.400969</c:v>
                      </c:pt>
                      <c:pt idx="59">
                        <c:v>135880.169662</c:v>
                      </c:pt>
                      <c:pt idx="60">
                        <c:v>136121.218456</c:v>
                      </c:pt>
                      <c:pt idx="61">
                        <c:v>136287.02349</c:v>
                      </c:pt>
                      <c:pt idx="62">
                        <c:v>136083.613874</c:v>
                      </c:pt>
                      <c:pt idx="63">
                        <c:v>136268.917974</c:v>
                      </c:pt>
                      <c:pt idx="64">
                        <c:v>136409.095893</c:v>
                      </c:pt>
                      <c:pt idx="65">
                        <c:v>136406.388903</c:v>
                      </c:pt>
                      <c:pt idx="66">
                        <c:v>137029.282632</c:v>
                      </c:pt>
                      <c:pt idx="67">
                        <c:v>136745.79226</c:v>
                      </c:pt>
                      <c:pt idx="68">
                        <c:v>137230.484954</c:v>
                      </c:pt>
                      <c:pt idx="69">
                        <c:v>137355.558938</c:v>
                      </c:pt>
                      <c:pt idx="70">
                        <c:v>137344.174891</c:v>
                      </c:pt>
                      <c:pt idx="71">
                        <c:v>136994.151469</c:v>
                      </c:pt>
                      <c:pt idx="72">
                        <c:v>136626.948577</c:v>
                      </c:pt>
                      <c:pt idx="73">
                        <c:v>136722.62671</c:v>
                      </c:pt>
                      <c:pt idx="74">
                        <c:v>136861.55345</c:v>
                      </c:pt>
                      <c:pt idx="75">
                        <c:v>136903.449326</c:v>
                      </c:pt>
                      <c:pt idx="76">
                        <c:v>136106.981786</c:v>
                      </c:pt>
                      <c:pt idx="77">
                        <c:v>136322.377097</c:v>
                      </c:pt>
                      <c:pt idx="78">
                        <c:v>136539.516554</c:v>
                      </c:pt>
                      <c:pt idx="79">
                        <c:v>136581.221842</c:v>
                      </c:pt>
                      <c:pt idx="80">
                        <c:v>136578.555508</c:v>
                      </c:pt>
                      <c:pt idx="81">
                        <c:v>136851.395969</c:v>
                      </c:pt>
                      <c:pt idx="82">
                        <c:v>137037.812302</c:v>
                      </c:pt>
                      <c:pt idx="83">
                        <c:v>137046.605865</c:v>
                      </c:pt>
                      <c:pt idx="84">
                        <c:v>137000.893779</c:v>
                      </c:pt>
                      <c:pt idx="85">
                        <c:v>136835.595477</c:v>
                      </c:pt>
                      <c:pt idx="86">
                        <c:v>136921.748792</c:v>
                      </c:pt>
                      <c:pt idx="87">
                        <c:v>137177.006508</c:v>
                      </c:pt>
                      <c:pt idx="88">
                        <c:v>137603.031947</c:v>
                      </c:pt>
                      <c:pt idx="89">
                        <c:v>137512.839073</c:v>
                      </c:pt>
                      <c:pt idx="90">
                        <c:v>137450.621236</c:v>
                      </c:pt>
                      <c:pt idx="91">
                        <c:v>137182.432168</c:v>
                      </c:pt>
                      <c:pt idx="92">
                        <c:v>137175.531119</c:v>
                      </c:pt>
                      <c:pt idx="93">
                        <c:v>137705.226165</c:v>
                      </c:pt>
                      <c:pt idx="94">
                        <c:v>136962.445473</c:v>
                      </c:pt>
                      <c:pt idx="95">
                        <c:v>137070.372839</c:v>
                      </c:pt>
                      <c:pt idx="96">
                        <c:v>136693.831213</c:v>
                      </c:pt>
                      <c:pt idx="97">
                        <c:v>136666.598902</c:v>
                      </c:pt>
                      <c:pt idx="98">
                        <c:v>136609.236305</c:v>
                      </c:pt>
                      <c:pt idx="99">
                        <c:v>136757.064473</c:v>
                      </c:pt>
                      <c:pt idx="100">
                        <c:v>136539.68955</c:v>
                      </c:pt>
                      <c:pt idx="101">
                        <c:v>136816.444793</c:v>
                      </c:pt>
                      <c:pt idx="102">
                        <c:v>137013.615014</c:v>
                      </c:pt>
                      <c:pt idx="103">
                        <c:v>136528.46102</c:v>
                      </c:pt>
                      <c:pt idx="104">
                        <c:v>136834.657019</c:v>
                      </c:pt>
                      <c:pt idx="105">
                        <c:v>136643.765844</c:v>
                      </c:pt>
                      <c:pt idx="106">
                        <c:v>136493.288569</c:v>
                      </c:pt>
                      <c:pt idx="107">
                        <c:v>136154.073083</c:v>
                      </c:pt>
                      <c:pt idx="108">
                        <c:v>136237.685661</c:v>
                      </c:pt>
                      <c:pt idx="109">
                        <c:v>136365.629263</c:v>
                      </c:pt>
                      <c:pt idx="110">
                        <c:v>136506.514999</c:v>
                      </c:pt>
                      <c:pt idx="111">
                        <c:v>136398.137193</c:v>
                      </c:pt>
                      <c:pt idx="112">
                        <c:v>135614.750431</c:v>
                      </c:pt>
                      <c:pt idx="113">
                        <c:v>135643.18478</c:v>
                      </c:pt>
                      <c:pt idx="114">
                        <c:v>135633.133919</c:v>
                      </c:pt>
                      <c:pt idx="115">
                        <c:v>135557.158231</c:v>
                      </c:pt>
                      <c:pt idx="116">
                        <c:v>136002.703592</c:v>
                      </c:pt>
                      <c:pt idx="117">
                        <c:v>136599.371573</c:v>
                      </c:pt>
                      <c:pt idx="118">
                        <c:v>136693.219718</c:v>
                      </c:pt>
                      <c:pt idx="119">
                        <c:v>136543.806626</c:v>
                      </c:pt>
                      <c:pt idx="120">
                        <c:v>136527.157573</c:v>
                      </c:pt>
                      <c:pt idx="121">
                        <c:v>136440.697301</c:v>
                      </c:pt>
                      <c:pt idx="122">
                        <c:v>136583.911153</c:v>
                      </c:pt>
                      <c:pt idx="123">
                        <c:v>136868.14273</c:v>
                      </c:pt>
                      <c:pt idx="124">
                        <c:v>136350.49504</c:v>
                      </c:pt>
                      <c:pt idx="125">
                        <c:v>136617.917747</c:v>
                      </c:pt>
                      <c:pt idx="126">
                        <c:v>136512.296049</c:v>
                      </c:pt>
                      <c:pt idx="127">
                        <c:v>136879.40683</c:v>
                      </c:pt>
                      <c:pt idx="128">
                        <c:v>136943.757612</c:v>
                      </c:pt>
                      <c:pt idx="129">
                        <c:v>136517.26784</c:v>
                      </c:pt>
                      <c:pt idx="130">
                        <c:v>136780.007579</c:v>
                      </c:pt>
                      <c:pt idx="131">
                        <c:v>136602.430457</c:v>
                      </c:pt>
                      <c:pt idx="132">
                        <c:v>136308.26419</c:v>
                      </c:pt>
                      <c:pt idx="133">
                        <c:v>136002.730263</c:v>
                      </c:pt>
                      <c:pt idx="134">
                        <c:v>135357.390083</c:v>
                      </c:pt>
                      <c:pt idx="135">
                        <c:v>134944.381155</c:v>
                      </c:pt>
                      <c:pt idx="136">
                        <c:v>134948.698253</c:v>
                      </c:pt>
                      <c:pt idx="137">
                        <c:v>135111.110648</c:v>
                      </c:pt>
                      <c:pt idx="138">
                        <c:v>134792.641482</c:v>
                      </c:pt>
                      <c:pt idx="139">
                        <c:v>135019.852802</c:v>
                      </c:pt>
                    </c:numCache>
                  </c:numRef>
                </c:val>
                <c:smooth val="0"/>
              </c15:ser>
            </c15:filteredLineSeries>
            <c15:filteredLineSeries>
              <c15:ser>
                <c:idx val="2"/>
                <c:order val="2"/>
                <c:tx>
                  <c:strRef>
                    <c:extLst>
                      <c:ext uri="{02D57815-91ED-43cb-92C2-25804820EDAC}">
                        <c15:formulaRef>
                          <c15:sqref>'走势图 24'!$H$1</c15:sqref>
                        </c15:formulaRef>
                      </c:ext>
                    </c:extLst>
                    <c:strCache>
                      <c:ptCount val="1"/>
                      <c:pt idx="0">
                        <c:v>业绩基准</c:v>
                      </c:pt>
                    </c:strCache>
                  </c:strRef>
                </c:tx>
                <c:spPr>
                  <a:ln w="28575" cap="rnd">
                    <a:solidFill>
                      <a:schemeClr val="accent3"/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delete val="1"/>
                </c:dLbls>
                <c:cat>
                  <c:num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'走势图 24'!$E$4:$E$651</c15:sqref>
                        </c15:formulaRef>
                      </c:ext>
                    </c:extLst>
                    <c:numCache>
                      <c:formatCode>yyyy/mm/dd</c:formatCode>
                      <c:ptCount val="648"/>
                      <c:pt idx="0" c:formatCode="yyyy/mm/dd">
                        <c:v>45294</c:v>
                      </c:pt>
                      <c:pt idx="1" c:formatCode="yyyy/mm/dd">
                        <c:v>45295</c:v>
                      </c:pt>
                      <c:pt idx="2" c:formatCode="yyyy/mm/dd">
                        <c:v>45296</c:v>
                      </c:pt>
                      <c:pt idx="3" c:formatCode="yyyy/mm/dd">
                        <c:v>45299</c:v>
                      </c:pt>
                      <c:pt idx="4" c:formatCode="yyyy/mm/dd">
                        <c:v>45300</c:v>
                      </c:pt>
                      <c:pt idx="5" c:formatCode="yyyy/mm/dd">
                        <c:v>45301</c:v>
                      </c:pt>
                      <c:pt idx="6" c:formatCode="yyyy/mm/dd">
                        <c:v>45302</c:v>
                      </c:pt>
                      <c:pt idx="7" c:formatCode="yyyy/mm/dd">
                        <c:v>45303</c:v>
                      </c:pt>
                      <c:pt idx="8" c:formatCode="yyyy/mm/dd">
                        <c:v>45306</c:v>
                      </c:pt>
                      <c:pt idx="9" c:formatCode="yyyy/mm/dd">
                        <c:v>45307</c:v>
                      </c:pt>
                      <c:pt idx="10" c:formatCode="yyyy/mm/dd">
                        <c:v>45308</c:v>
                      </c:pt>
                      <c:pt idx="11" c:formatCode="yyyy/mm/dd">
                        <c:v>45309</c:v>
                      </c:pt>
                      <c:pt idx="12" c:formatCode="yyyy/mm/dd">
                        <c:v>45310</c:v>
                      </c:pt>
                      <c:pt idx="13" c:formatCode="yyyy/mm/dd">
                        <c:v>45313</c:v>
                      </c:pt>
                      <c:pt idx="14" c:formatCode="yyyy/mm/dd">
                        <c:v>45314</c:v>
                      </c:pt>
                      <c:pt idx="15" c:formatCode="yyyy/mm/dd">
                        <c:v>45315</c:v>
                      </c:pt>
                      <c:pt idx="16" c:formatCode="yyyy/mm/dd">
                        <c:v>45316</c:v>
                      </c:pt>
                      <c:pt idx="17" c:formatCode="yyyy/mm/dd">
                        <c:v>45317</c:v>
                      </c:pt>
                      <c:pt idx="18" c:formatCode="yyyy/mm/dd">
                        <c:v>45320</c:v>
                      </c:pt>
                      <c:pt idx="19" c:formatCode="yyyy/mm/dd">
                        <c:v>45321</c:v>
                      </c:pt>
                      <c:pt idx="20" c:formatCode="yyyy/mm/dd">
                        <c:v>45322</c:v>
                      </c:pt>
                      <c:pt idx="21" c:formatCode="yyyy/mm/dd">
                        <c:v>45323</c:v>
                      </c:pt>
                      <c:pt idx="22" c:formatCode="yyyy/mm/dd">
                        <c:v>45324</c:v>
                      </c:pt>
                      <c:pt idx="23" c:formatCode="yyyy/mm/dd">
                        <c:v>45327</c:v>
                      </c:pt>
                      <c:pt idx="24" c:formatCode="yyyy/mm/dd">
                        <c:v>45328</c:v>
                      </c:pt>
                      <c:pt idx="25" c:formatCode="yyyy/mm/dd">
                        <c:v>45329</c:v>
                      </c:pt>
                      <c:pt idx="26" c:formatCode="yyyy/mm/dd">
                        <c:v>45330</c:v>
                      </c:pt>
                      <c:pt idx="27" c:formatCode="yyyy/mm/dd">
                        <c:v>45341</c:v>
                      </c:pt>
                      <c:pt idx="28" c:formatCode="yyyy/mm/dd">
                        <c:v>45342</c:v>
                      </c:pt>
                      <c:pt idx="29" c:formatCode="yyyy/mm/dd">
                        <c:v>45343</c:v>
                      </c:pt>
                      <c:pt idx="30" c:formatCode="yyyy/mm/dd">
                        <c:v>45344</c:v>
                      </c:pt>
                      <c:pt idx="31" c:formatCode="yyyy/mm/dd">
                        <c:v>45345</c:v>
                      </c:pt>
                      <c:pt idx="32" c:formatCode="yyyy/mm/dd">
                        <c:v>45348</c:v>
                      </c:pt>
                      <c:pt idx="33" c:formatCode="yyyy/mm/dd">
                        <c:v>45349</c:v>
                      </c:pt>
                      <c:pt idx="34" c:formatCode="yyyy/mm/dd">
                        <c:v>45350</c:v>
                      </c:pt>
                      <c:pt idx="35" c:formatCode="yyyy/mm/dd">
                        <c:v>45351</c:v>
                      </c:pt>
                      <c:pt idx="36" c:formatCode="yyyy/mm/dd">
                        <c:v>45352</c:v>
                      </c:pt>
                      <c:pt idx="37" c:formatCode="yyyy/mm/dd">
                        <c:v>45355</c:v>
                      </c:pt>
                      <c:pt idx="38" c:formatCode="yyyy/mm/dd">
                        <c:v>45356</c:v>
                      </c:pt>
                      <c:pt idx="39" c:formatCode="yyyy/mm/dd">
                        <c:v>45357</c:v>
                      </c:pt>
                      <c:pt idx="40" c:formatCode="yyyy/mm/dd">
                        <c:v>45358</c:v>
                      </c:pt>
                      <c:pt idx="41" c:formatCode="yyyy/mm/dd">
                        <c:v>45359</c:v>
                      </c:pt>
                      <c:pt idx="42" c:formatCode="yyyy/mm/dd">
                        <c:v>45362</c:v>
                      </c:pt>
                      <c:pt idx="43" c:formatCode="yyyy/mm/dd">
                        <c:v>45363</c:v>
                      </c:pt>
                      <c:pt idx="44" c:formatCode="yyyy/mm/dd">
                        <c:v>45364</c:v>
                      </c:pt>
                      <c:pt idx="45" c:formatCode="yyyy/mm/dd">
                        <c:v>45365</c:v>
                      </c:pt>
                      <c:pt idx="46" c:formatCode="yyyy/mm/dd">
                        <c:v>45366</c:v>
                      </c:pt>
                      <c:pt idx="47" c:formatCode="yyyy/mm/dd">
                        <c:v>45369</c:v>
                      </c:pt>
                      <c:pt idx="48" c:formatCode="yyyy/mm/dd">
                        <c:v>45370</c:v>
                      </c:pt>
                      <c:pt idx="49" c:formatCode="yyyy/mm/dd">
                        <c:v>45371</c:v>
                      </c:pt>
                      <c:pt idx="50" c:formatCode="yyyy/mm/dd">
                        <c:v>45372</c:v>
                      </c:pt>
                      <c:pt idx="51" c:formatCode="yyyy/mm/dd">
                        <c:v>45373</c:v>
                      </c:pt>
                      <c:pt idx="52" c:formatCode="yyyy/mm/dd">
                        <c:v>45376</c:v>
                      </c:pt>
                      <c:pt idx="53" c:formatCode="yyyy/mm/dd">
                        <c:v>45377</c:v>
                      </c:pt>
                      <c:pt idx="54" c:formatCode="yyyy/mm/dd">
                        <c:v>45378</c:v>
                      </c:pt>
                      <c:pt idx="55" c:formatCode="yyyy/mm/dd">
                        <c:v>45379</c:v>
                      </c:pt>
                      <c:pt idx="56" c:formatCode="yyyy/mm/dd">
                        <c:v>45380</c:v>
                      </c:pt>
                      <c:pt idx="57" c:formatCode="yyyy/mm/dd">
                        <c:v>45383</c:v>
                      </c:pt>
                      <c:pt idx="58" c:formatCode="yyyy/mm/dd">
                        <c:v>45384</c:v>
                      </c:pt>
                      <c:pt idx="59" c:formatCode="yyyy/mm/dd">
                        <c:v>45385</c:v>
                      </c:pt>
                      <c:pt idx="60" c:formatCode="yyyy/mm/dd">
                        <c:v>45390</c:v>
                      </c:pt>
                      <c:pt idx="61" c:formatCode="yyyy/mm/dd">
                        <c:v>45391</c:v>
                      </c:pt>
                      <c:pt idx="62" c:formatCode="yyyy/mm/dd">
                        <c:v>45392</c:v>
                      </c:pt>
                      <c:pt idx="63" c:formatCode="yyyy/mm/dd">
                        <c:v>45393</c:v>
                      </c:pt>
                      <c:pt idx="64" c:formatCode="yyyy/mm/dd">
                        <c:v>45394</c:v>
                      </c:pt>
                      <c:pt idx="65" c:formatCode="yyyy/mm/dd">
                        <c:v>45397</c:v>
                      </c:pt>
                      <c:pt idx="66" c:formatCode="yyyy/mm/dd">
                        <c:v>45398</c:v>
                      </c:pt>
                      <c:pt idx="67" c:formatCode="yyyy/mm/dd">
                        <c:v>45399</c:v>
                      </c:pt>
                      <c:pt idx="68" c:formatCode="yyyy/mm/dd">
                        <c:v>45400</c:v>
                      </c:pt>
                      <c:pt idx="69" c:formatCode="yyyy/mm/dd">
                        <c:v>45401</c:v>
                      </c:pt>
                      <c:pt idx="70" c:formatCode="yyyy/mm/dd">
                        <c:v>45404</c:v>
                      </c:pt>
                      <c:pt idx="71" c:formatCode="yyyy/mm/dd">
                        <c:v>45405</c:v>
                      </c:pt>
                      <c:pt idx="72" c:formatCode="yyyy/mm/dd">
                        <c:v>45406</c:v>
                      </c:pt>
                      <c:pt idx="73" c:formatCode="yyyy/mm/dd">
                        <c:v>45407</c:v>
                      </c:pt>
                      <c:pt idx="74" c:formatCode="yyyy/mm/dd">
                        <c:v>45408</c:v>
                      </c:pt>
                      <c:pt idx="75" c:formatCode="yyyy/mm/dd">
                        <c:v>45411</c:v>
                      </c:pt>
                      <c:pt idx="76" c:formatCode="yyyy/mm/dd">
                        <c:v>45412</c:v>
                      </c:pt>
                      <c:pt idx="77" c:formatCode="yyyy/mm/dd">
                        <c:v>45418</c:v>
                      </c:pt>
                      <c:pt idx="78" c:formatCode="yyyy/mm/dd">
                        <c:v>45419</c:v>
                      </c:pt>
                      <c:pt idx="79" c:formatCode="yyyy/mm/dd">
                        <c:v>45420</c:v>
                      </c:pt>
                      <c:pt idx="80" c:formatCode="yyyy/mm/dd">
                        <c:v>45421</c:v>
                      </c:pt>
                      <c:pt idx="81" c:formatCode="yyyy/mm/dd">
                        <c:v>45422</c:v>
                      </c:pt>
                      <c:pt idx="82" c:formatCode="yyyy/mm/dd">
                        <c:v>45425</c:v>
                      </c:pt>
                      <c:pt idx="83" c:formatCode="yyyy/mm/dd">
                        <c:v>45426</c:v>
                      </c:pt>
                      <c:pt idx="84" c:formatCode="yyyy/mm/dd">
                        <c:v>45427</c:v>
                      </c:pt>
                      <c:pt idx="85" c:formatCode="yyyy/mm/dd">
                        <c:v>45428</c:v>
                      </c:pt>
                      <c:pt idx="86" c:formatCode="yyyy/mm/dd">
                        <c:v>45429</c:v>
                      </c:pt>
                      <c:pt idx="87" c:formatCode="yyyy/mm/dd">
                        <c:v>45432</c:v>
                      </c:pt>
                      <c:pt idx="88" c:formatCode="yyyy/mm/dd">
                        <c:v>45433</c:v>
                      </c:pt>
                      <c:pt idx="89" c:formatCode="yyyy/mm/dd">
                        <c:v>45434</c:v>
                      </c:pt>
                      <c:pt idx="90" c:formatCode="yyyy/mm/dd">
                        <c:v>45435</c:v>
                      </c:pt>
                      <c:pt idx="91" c:formatCode="yyyy/mm/dd">
                        <c:v>45436</c:v>
                      </c:pt>
                      <c:pt idx="92" c:formatCode="yyyy/mm/dd">
                        <c:v>45439</c:v>
                      </c:pt>
                      <c:pt idx="93" c:formatCode="yyyy/mm/dd">
                        <c:v>45440</c:v>
                      </c:pt>
                      <c:pt idx="94" c:formatCode="yyyy/mm/dd">
                        <c:v>45441</c:v>
                      </c:pt>
                      <c:pt idx="95" c:formatCode="yyyy/mm/dd">
                        <c:v>45442</c:v>
                      </c:pt>
                      <c:pt idx="96" c:formatCode="yyyy/mm/dd">
                        <c:v>45443</c:v>
                      </c:pt>
                      <c:pt idx="97" c:formatCode="yyyy/mm/dd">
                        <c:v>45446</c:v>
                      </c:pt>
                      <c:pt idx="98" c:formatCode="yyyy/mm/dd">
                        <c:v>45447</c:v>
                      </c:pt>
                      <c:pt idx="99" c:formatCode="yyyy/mm/dd">
                        <c:v>45448</c:v>
                      </c:pt>
                      <c:pt idx="100" c:formatCode="yyyy/mm/dd">
                        <c:v>45449</c:v>
                      </c:pt>
                      <c:pt idx="101" c:formatCode="yyyy/mm/dd">
                        <c:v>45450</c:v>
                      </c:pt>
                      <c:pt idx="102" c:formatCode="yyyy/mm/dd">
                        <c:v>45454</c:v>
                      </c:pt>
                      <c:pt idx="103" c:formatCode="yyyy/mm/dd">
                        <c:v>45455</c:v>
                      </c:pt>
                      <c:pt idx="104" c:formatCode="yyyy/mm/dd">
                        <c:v>45456</c:v>
                      </c:pt>
                      <c:pt idx="105" c:formatCode="yyyy/mm/dd">
                        <c:v>45457</c:v>
                      </c:pt>
                      <c:pt idx="106" c:formatCode="yyyy/mm/dd">
                        <c:v>45460</c:v>
                      </c:pt>
                      <c:pt idx="107" c:formatCode="yyyy/mm/dd">
                        <c:v>45461</c:v>
                      </c:pt>
                      <c:pt idx="108" c:formatCode="yyyy/mm/dd">
                        <c:v>45462</c:v>
                      </c:pt>
                      <c:pt idx="109" c:formatCode="yyyy/mm/dd">
                        <c:v>45463</c:v>
                      </c:pt>
                      <c:pt idx="110" c:formatCode="yyyy/mm/dd">
                        <c:v>45464</c:v>
                      </c:pt>
                      <c:pt idx="111" c:formatCode="yyyy/mm/dd">
                        <c:v>45467</c:v>
                      </c:pt>
                      <c:pt idx="112" c:formatCode="yyyy/mm/dd">
                        <c:v>45468</c:v>
                      </c:pt>
                      <c:pt idx="113" c:formatCode="yyyy/mm/dd">
                        <c:v>45469</c:v>
                      </c:pt>
                      <c:pt idx="114" c:formatCode="yyyy/mm/dd">
                        <c:v>45470</c:v>
                      </c:pt>
                      <c:pt idx="115" c:formatCode="yyyy/mm/dd">
                        <c:v>45471</c:v>
                      </c:pt>
                      <c:pt idx="116" c:formatCode="yyyy/mm/dd">
                        <c:v>45474</c:v>
                      </c:pt>
                      <c:pt idx="117" c:formatCode="yyyy/mm/dd">
                        <c:v>45475</c:v>
                      </c:pt>
                      <c:pt idx="118" c:formatCode="yyyy/mm/dd">
                        <c:v>45476</c:v>
                      </c:pt>
                      <c:pt idx="119" c:formatCode="yyyy/mm/dd">
                        <c:v>45477</c:v>
                      </c:pt>
                      <c:pt idx="120" c:formatCode="yyyy/mm/dd">
                        <c:v>45478</c:v>
                      </c:pt>
                      <c:pt idx="121" c:formatCode="yyyy/mm/dd">
                        <c:v>45481</c:v>
                      </c:pt>
                      <c:pt idx="122" c:formatCode="yyyy/mm/dd">
                        <c:v>45482</c:v>
                      </c:pt>
                      <c:pt idx="123" c:formatCode="yyyy/mm/dd">
                        <c:v>45483</c:v>
                      </c:pt>
                      <c:pt idx="124" c:formatCode="yyyy/mm/dd">
                        <c:v>45484</c:v>
                      </c:pt>
                      <c:pt idx="125" c:formatCode="yyyy/mm/dd">
                        <c:v>45485</c:v>
                      </c:pt>
                      <c:pt idx="126" c:formatCode="yyyy/mm/dd">
                        <c:v>45488</c:v>
                      </c:pt>
                      <c:pt idx="127" c:formatCode="yyyy/mm/dd">
                        <c:v>45489</c:v>
                      </c:pt>
                      <c:pt idx="128" c:formatCode="yyyy/mm/dd">
                        <c:v>45490</c:v>
                      </c:pt>
                      <c:pt idx="129" c:formatCode="yyyy/mm/dd">
                        <c:v>45491</c:v>
                      </c:pt>
                      <c:pt idx="130" c:formatCode="yyyy/mm/dd">
                        <c:v>45492</c:v>
                      </c:pt>
                      <c:pt idx="131" c:formatCode="yyyy/mm/dd">
                        <c:v>45495</c:v>
                      </c:pt>
                      <c:pt idx="132" c:formatCode="yyyy/mm/dd">
                        <c:v>45496</c:v>
                      </c:pt>
                      <c:pt idx="133" c:formatCode="yyyy/mm/dd">
                        <c:v>45497</c:v>
                      </c:pt>
                      <c:pt idx="134" c:formatCode="yyyy/mm/dd">
                        <c:v>45498</c:v>
                      </c:pt>
                      <c:pt idx="135" c:formatCode="yyyy/mm/dd">
                        <c:v>45499</c:v>
                      </c:pt>
                      <c:pt idx="136" c:formatCode="yyyy/mm/dd">
                        <c:v>45502</c:v>
                      </c:pt>
                      <c:pt idx="137" c:formatCode="yyyy/mm/dd">
                        <c:v>45503</c:v>
                      </c:pt>
                      <c:pt idx="138" c:formatCode="yyyy/mm/dd">
                        <c:v>45504</c:v>
                      </c:pt>
                      <c:pt idx="139" c:formatCode="yyyy/mm/dd">
                        <c:v>45505</c:v>
                      </c:pt>
                      <c:pt idx="140" c:formatCode="yyyy/mm/dd">
                        <c:v>45506</c:v>
                      </c:pt>
                      <c:pt idx="141" c:formatCode="yyyy/mm/dd">
                        <c:v>45509</c:v>
                      </c:pt>
                      <c:pt idx="142" c:formatCode="yyyy/mm/dd">
                        <c:v>45510</c:v>
                      </c:pt>
                      <c:pt idx="143" c:formatCode="yyyy/mm/dd">
                        <c:v>45511</c:v>
                      </c:pt>
                      <c:pt idx="144" c:formatCode="yyyy/mm/dd">
                        <c:v>45512</c:v>
                      </c:pt>
                      <c:pt idx="145" c:formatCode="yyyy/mm/dd">
                        <c:v>45513</c:v>
                      </c:pt>
                      <c:pt idx="146" c:formatCode="yyyy/mm/dd">
                        <c:v>45516</c:v>
                      </c:pt>
                      <c:pt idx="147" c:formatCode="yyyy/mm/dd">
                        <c:v>45517</c:v>
                      </c:pt>
                      <c:pt idx="148" c:formatCode="yyyy/mm/dd">
                        <c:v>45518</c:v>
                      </c:pt>
                      <c:pt idx="149" c:formatCode="yyyy/mm/dd">
                        <c:v>45519</c:v>
                      </c:pt>
                      <c:pt idx="150" c:formatCode="yyyy/mm/dd">
                        <c:v>45520</c:v>
                      </c:pt>
                      <c:pt idx="151" c:formatCode="yyyy/mm/dd">
                        <c:v>45523</c:v>
                      </c:pt>
                      <c:pt idx="152" c:formatCode="yyyy/mm/dd">
                        <c:v>45524</c:v>
                      </c:pt>
                      <c:pt idx="153" c:formatCode="yyyy/mm/dd">
                        <c:v>45525</c:v>
                      </c:pt>
                      <c:pt idx="154" c:formatCode="yyyy/mm/dd">
                        <c:v>45526</c:v>
                      </c:pt>
                      <c:pt idx="155" c:formatCode="yyyy/mm/dd">
                        <c:v>45527</c:v>
                      </c:pt>
                      <c:pt idx="156" c:formatCode="yyyy/mm/dd">
                        <c:v>45530</c:v>
                      </c:pt>
                      <c:pt idx="157" c:formatCode="yyyy/mm/dd">
                        <c:v>45531</c:v>
                      </c:pt>
                      <c:pt idx="158" c:formatCode="yyyy/mm/dd">
                        <c:v>45532</c:v>
                      </c:pt>
                      <c:pt idx="159" c:formatCode="yyyy/mm/dd">
                        <c:v>45533</c:v>
                      </c:pt>
                      <c:pt idx="160" c:formatCode="yyyy/mm/dd">
                        <c:v>45534</c:v>
                      </c:pt>
                      <c:pt idx="161" c:formatCode="yyyy/mm/dd">
                        <c:v>45537</c:v>
                      </c:pt>
                      <c:pt idx="162" c:formatCode="yyyy/mm/dd">
                        <c:v>45538</c:v>
                      </c:pt>
                      <c:pt idx="163" c:formatCode="yyyy/mm/dd">
                        <c:v>45539</c:v>
                      </c:pt>
                      <c:pt idx="164" c:formatCode="yyyy/mm/dd">
                        <c:v>45540</c:v>
                      </c:pt>
                      <c:pt idx="165" c:formatCode="yyyy/mm/dd">
                        <c:v>45541</c:v>
                      </c:pt>
                      <c:pt idx="166" c:formatCode="yyyy/mm/dd">
                        <c:v>45544</c:v>
                      </c:pt>
                      <c:pt idx="167" c:formatCode="yyyy/mm/dd">
                        <c:v>45545</c:v>
                      </c:pt>
                      <c:pt idx="168" c:formatCode="yyyy/mm/dd">
                        <c:v>45546</c:v>
                      </c:pt>
                      <c:pt idx="169" c:formatCode="yyyy/mm/dd">
                        <c:v>45547</c:v>
                      </c:pt>
                      <c:pt idx="170" c:formatCode="yyyy/mm/dd">
                        <c:v>45548</c:v>
                      </c:pt>
                      <c:pt idx="171" c:formatCode="yyyy/mm/dd">
                        <c:v>45553</c:v>
                      </c:pt>
                      <c:pt idx="172" c:formatCode="yyyy/mm/dd">
                        <c:v>45554</c:v>
                      </c:pt>
                      <c:pt idx="173" c:formatCode="yyyy/mm/dd">
                        <c:v>45555</c:v>
                      </c:pt>
                      <c:pt idx="174" c:formatCode="yyyy/mm/dd">
                        <c:v>45558</c:v>
                      </c:pt>
                      <c:pt idx="175" c:formatCode="yyyy/mm/dd">
                        <c:v>45559</c:v>
                      </c:pt>
                      <c:pt idx="176" c:formatCode="yyyy/mm/dd">
                        <c:v>45560</c:v>
                      </c:pt>
                      <c:pt idx="177" c:formatCode="yyyy/mm/dd">
                        <c:v>45561</c:v>
                      </c:pt>
                      <c:pt idx="178" c:formatCode="yyyy/mm/dd">
                        <c:v>45562</c:v>
                      </c:pt>
                      <c:pt idx="179" c:formatCode="yyyy/mm/dd">
                        <c:v>45565</c:v>
                      </c:pt>
                      <c:pt idx="180" c:formatCode="yyyy/mm/dd">
                        <c:v>45573</c:v>
                      </c:pt>
                      <c:pt idx="181" c:formatCode="yyyy/mm/dd">
                        <c:v>45574</c:v>
                      </c:pt>
                      <c:pt idx="182" c:formatCode="yyyy/mm/dd">
                        <c:v>45575</c:v>
                      </c:pt>
                      <c:pt idx="183" c:formatCode="yyyy/mm/dd">
                        <c:v>45576</c:v>
                      </c:pt>
                      <c:pt idx="184" c:formatCode="yyyy/mm/dd">
                        <c:v>45579</c:v>
                      </c:pt>
                      <c:pt idx="185" c:formatCode="yyyy/mm/dd">
                        <c:v>45580</c:v>
                      </c:pt>
                      <c:pt idx="186" c:formatCode="yyyy/mm/dd">
                        <c:v>45581</c:v>
                      </c:pt>
                      <c:pt idx="187" c:formatCode="yyyy/mm/dd">
                        <c:v>45582</c:v>
                      </c:pt>
                      <c:pt idx="188" c:formatCode="yyyy/mm/dd">
                        <c:v>45583</c:v>
                      </c:pt>
                      <c:pt idx="189" c:formatCode="yyyy/mm/dd">
                        <c:v>45586</c:v>
                      </c:pt>
                      <c:pt idx="190" c:formatCode="yyyy/mm/dd">
                        <c:v>45587</c:v>
                      </c:pt>
                      <c:pt idx="191" c:formatCode="yyyy/mm/dd">
                        <c:v>45588</c:v>
                      </c:pt>
                      <c:pt idx="192" c:formatCode="yyyy/mm/dd">
                        <c:v>45589</c:v>
                      </c:pt>
                      <c:pt idx="193" c:formatCode="yyyy/mm/dd">
                        <c:v>45590</c:v>
                      </c:pt>
                      <c:pt idx="194" c:formatCode="yyyy/mm/dd">
                        <c:v>45593</c:v>
                      </c:pt>
                      <c:pt idx="195" c:formatCode="yyyy/mm/dd">
                        <c:v>45594</c:v>
                      </c:pt>
                      <c:pt idx="196" c:formatCode="yyyy/mm/dd">
                        <c:v>45595</c:v>
                      </c:pt>
                      <c:pt idx="197" c:formatCode="yyyy/mm/dd">
                        <c:v>45596</c:v>
                      </c:pt>
                      <c:pt idx="198" c:formatCode="yyyy/mm/dd">
                        <c:v>45597</c:v>
                      </c:pt>
                      <c:pt idx="199" c:formatCode="yyyy/mm/dd">
                        <c:v>45600</c:v>
                      </c:pt>
                      <c:pt idx="200" c:formatCode="yyyy/mm/dd">
                        <c:v>45601</c:v>
                      </c:pt>
                      <c:pt idx="201" c:formatCode="yyyy/mm/dd">
                        <c:v>45602</c:v>
                      </c:pt>
                      <c:pt idx="202" c:formatCode="yyyy/mm/dd">
                        <c:v>45603</c:v>
                      </c:pt>
                      <c:pt idx="203" c:formatCode="yyyy/mm/dd">
                        <c:v>45604</c:v>
                      </c:pt>
                      <c:pt idx="204" c:formatCode="yyyy/mm/dd">
                        <c:v>45607</c:v>
                      </c:pt>
                      <c:pt idx="205" c:formatCode="yyyy/mm/dd">
                        <c:v>45608</c:v>
                      </c:pt>
                      <c:pt idx="206" c:formatCode="yyyy/mm/dd">
                        <c:v>45609</c:v>
                      </c:pt>
                      <c:pt idx="207" c:formatCode="yyyy/mm/dd">
                        <c:v>45610</c:v>
                      </c:pt>
                      <c:pt idx="208" c:formatCode="yyyy/mm/dd">
                        <c:v>45611</c:v>
                      </c:pt>
                      <c:pt idx="209" c:formatCode="yyyy/mm/dd">
                        <c:v>45614</c:v>
                      </c:pt>
                      <c:pt idx="210" c:formatCode="yyyy/mm/dd">
                        <c:v>45615</c:v>
                      </c:pt>
                      <c:pt idx="211" c:formatCode="yyyy/mm/dd">
                        <c:v>45616</c:v>
                      </c:pt>
                      <c:pt idx="212" c:formatCode="yyyy/mm/dd">
                        <c:v>45617</c:v>
                      </c:pt>
                      <c:pt idx="213" c:formatCode="yyyy/mm/dd">
                        <c:v>45618</c:v>
                      </c:pt>
                      <c:pt idx="214" c:formatCode="yyyy/mm/dd">
                        <c:v>45621</c:v>
                      </c:pt>
                      <c:pt idx="215" c:formatCode="yyyy/mm/dd">
                        <c:v>45622</c:v>
                      </c:pt>
                      <c:pt idx="216" c:formatCode="yyyy/mm/dd">
                        <c:v>45623</c:v>
                      </c:pt>
                      <c:pt idx="217" c:formatCode="yyyy/mm/dd">
                        <c:v>45624</c:v>
                      </c:pt>
                      <c:pt idx="218" c:formatCode="yyyy/mm/dd">
                        <c:v>45625</c:v>
                      </c:pt>
                      <c:pt idx="219" c:formatCode="yyyy/mm/dd">
                        <c:v>45628</c:v>
                      </c:pt>
                      <c:pt idx="220" c:formatCode="yyyy/mm/dd">
                        <c:v>45629</c:v>
                      </c:pt>
                      <c:pt idx="221" c:formatCode="yyyy/mm/dd">
                        <c:v>45630</c:v>
                      </c:pt>
                      <c:pt idx="222" c:formatCode="yyyy/mm/dd">
                        <c:v>45631</c:v>
                      </c:pt>
                      <c:pt idx="223" c:formatCode="yyyy/mm/dd">
                        <c:v>45632</c:v>
                      </c:pt>
                      <c:pt idx="224" c:formatCode="yyyy/mm/dd">
                        <c:v>45635</c:v>
                      </c:pt>
                      <c:pt idx="225" c:formatCode="yyyy/mm/dd">
                        <c:v>45636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'走势图 24'!$H$3:$H$142</c15:sqref>
                        </c15:formulaRef>
                      </c:ext>
                    </c:extLst>
                    <c:numCache>
                      <c:formatCode>0.0000</c:formatCode>
                      <c:ptCount val="140"/>
                      <c:pt idx="0">
                        <c:v>1.32049273897745</c:v>
                      </c:pt>
                      <c:pt idx="1">
                        <c:v>1.32056787558947</c:v>
                      </c:pt>
                      <c:pt idx="2">
                        <c:v>1.32064301220149</c:v>
                      </c:pt>
                      <c:pt idx="3">
                        <c:v>1.32071814881352</c:v>
                      </c:pt>
                      <c:pt idx="4">
                        <c:v>1.32094355864958</c:v>
                      </c:pt>
                      <c:pt idx="5">
                        <c:v>1.3210186952616</c:v>
                      </c:pt>
                      <c:pt idx="6">
                        <c:v>1.32109383187363</c:v>
                      </c:pt>
                      <c:pt idx="7">
                        <c:v>1.32116896848565</c:v>
                      </c:pt>
                      <c:pt idx="8">
                        <c:v>1.32124410509767</c:v>
                      </c:pt>
                      <c:pt idx="9">
                        <c:v>1.32146951493374</c:v>
                      </c:pt>
                      <c:pt idx="10">
                        <c:v>1.32154465154576</c:v>
                      </c:pt>
                      <c:pt idx="11">
                        <c:v>1.32161978815778</c:v>
                      </c:pt>
                      <c:pt idx="12">
                        <c:v>1.3216949247698</c:v>
                      </c:pt>
                      <c:pt idx="13">
                        <c:v>1.32177006138182</c:v>
                      </c:pt>
                      <c:pt idx="14">
                        <c:v>1.32199547121789</c:v>
                      </c:pt>
                      <c:pt idx="15">
                        <c:v>1.32207060782991</c:v>
                      </c:pt>
                      <c:pt idx="16">
                        <c:v>1.32214574444193</c:v>
                      </c:pt>
                      <c:pt idx="17">
                        <c:v>1.32222088105396</c:v>
                      </c:pt>
                      <c:pt idx="18">
                        <c:v>1.32229601766598</c:v>
                      </c:pt>
                      <c:pt idx="19">
                        <c:v>1.32252142750204</c:v>
                      </c:pt>
                      <c:pt idx="20">
                        <c:v>1.32259656411406</c:v>
                      </c:pt>
                      <c:pt idx="21">
                        <c:v>1.32267170072609</c:v>
                      </c:pt>
                      <c:pt idx="22">
                        <c:v>1.32274683733811</c:v>
                      </c:pt>
                      <c:pt idx="23">
                        <c:v>1.32282197395013</c:v>
                      </c:pt>
                      <c:pt idx="24">
                        <c:v>1.3230473837862</c:v>
                      </c:pt>
                      <c:pt idx="25">
                        <c:v>1.32312252039822</c:v>
                      </c:pt>
                      <c:pt idx="26">
                        <c:v>1.32319765701024</c:v>
                      </c:pt>
                      <c:pt idx="27">
                        <c:v>1.32327279362226</c:v>
                      </c:pt>
                      <c:pt idx="28">
                        <c:v>1.3240992963545</c:v>
                      </c:pt>
                      <c:pt idx="29">
                        <c:v>1.32417443296653</c:v>
                      </c:pt>
                      <c:pt idx="30">
                        <c:v>1.32424956957855</c:v>
                      </c:pt>
                      <c:pt idx="31">
                        <c:v>1.32432470619057</c:v>
                      </c:pt>
                      <c:pt idx="32">
                        <c:v>1.32439984280259</c:v>
                      </c:pt>
                      <c:pt idx="33">
                        <c:v>1.32462525263866</c:v>
                      </c:pt>
                      <c:pt idx="34">
                        <c:v>1.32470038925068</c:v>
                      </c:pt>
                      <c:pt idx="35">
                        <c:v>1.3247755258627</c:v>
                      </c:pt>
                      <c:pt idx="36">
                        <c:v>1.32485066247472</c:v>
                      </c:pt>
                      <c:pt idx="37">
                        <c:v>1.32492579908674</c:v>
                      </c:pt>
                      <c:pt idx="38">
                        <c:v>1.32515120892281</c:v>
                      </c:pt>
                      <c:pt idx="39">
                        <c:v>1.32522634553483</c:v>
                      </c:pt>
                      <c:pt idx="40">
                        <c:v>1.32530148214685</c:v>
                      </c:pt>
                      <c:pt idx="41">
                        <c:v>1.32537661875887</c:v>
                      </c:pt>
                      <c:pt idx="42">
                        <c:v>1.3254517553709</c:v>
                      </c:pt>
                      <c:pt idx="43">
                        <c:v>1.32567716520696</c:v>
                      </c:pt>
                      <c:pt idx="44">
                        <c:v>1.32575230181898</c:v>
                      </c:pt>
                      <c:pt idx="45">
                        <c:v>1.32582743843101</c:v>
                      </c:pt>
                      <c:pt idx="46">
                        <c:v>1.32590257504303</c:v>
                      </c:pt>
                      <c:pt idx="47">
                        <c:v>1.32597771165505</c:v>
                      </c:pt>
                      <c:pt idx="48">
                        <c:v>1.32620312149112</c:v>
                      </c:pt>
                      <c:pt idx="49">
                        <c:v>1.32627825810314</c:v>
                      </c:pt>
                      <c:pt idx="50">
                        <c:v>1.32635339471516</c:v>
                      </c:pt>
                      <c:pt idx="51">
                        <c:v>1.32642853132718</c:v>
                      </c:pt>
                      <c:pt idx="52">
                        <c:v>1.3265036679392</c:v>
                      </c:pt>
                      <c:pt idx="53">
                        <c:v>1.32672907777527</c:v>
                      </c:pt>
                      <c:pt idx="54">
                        <c:v>1.32680421438729</c:v>
                      </c:pt>
                      <c:pt idx="55">
                        <c:v>1.32687935099931</c:v>
                      </c:pt>
                      <c:pt idx="56">
                        <c:v>1.32695448761134</c:v>
                      </c:pt>
                      <c:pt idx="57">
                        <c:v>1.32702962422336</c:v>
                      </c:pt>
                      <c:pt idx="58">
                        <c:v>1.32725503405942</c:v>
                      </c:pt>
                      <c:pt idx="59">
                        <c:v>1.32733017067145</c:v>
                      </c:pt>
                      <c:pt idx="60">
                        <c:v>1.32740530728347</c:v>
                      </c:pt>
                      <c:pt idx="61">
                        <c:v>1.32778099034358</c:v>
                      </c:pt>
                      <c:pt idx="62">
                        <c:v>1.3278561269556</c:v>
                      </c:pt>
                      <c:pt idx="63">
                        <c:v>1.32793126356762</c:v>
                      </c:pt>
                      <c:pt idx="64">
                        <c:v>1.32800640017964</c:v>
                      </c:pt>
                      <c:pt idx="65">
                        <c:v>1.32808153679166</c:v>
                      </c:pt>
                      <c:pt idx="66">
                        <c:v>1.32830694662773</c:v>
                      </c:pt>
                      <c:pt idx="67">
                        <c:v>1.32838208323975</c:v>
                      </c:pt>
                      <c:pt idx="68">
                        <c:v>1.32845721985177</c:v>
                      </c:pt>
                      <c:pt idx="69">
                        <c:v>1.32853235646379</c:v>
                      </c:pt>
                      <c:pt idx="70">
                        <c:v>1.32860749307582</c:v>
                      </c:pt>
                      <c:pt idx="71">
                        <c:v>1.32883290291188</c:v>
                      </c:pt>
                      <c:pt idx="72">
                        <c:v>1.3289080395239</c:v>
                      </c:pt>
                      <c:pt idx="73">
                        <c:v>1.32898317613593</c:v>
                      </c:pt>
                      <c:pt idx="74">
                        <c:v>1.32905831274795</c:v>
                      </c:pt>
                      <c:pt idx="75">
                        <c:v>1.32913344935997</c:v>
                      </c:pt>
                      <c:pt idx="76">
                        <c:v>1.32935885919604</c:v>
                      </c:pt>
                      <c:pt idx="77">
                        <c:v>1.32943399580806</c:v>
                      </c:pt>
                      <c:pt idx="78">
                        <c:v>1.32988481548019</c:v>
                      </c:pt>
                      <c:pt idx="79">
                        <c:v>1.32995995209221</c:v>
                      </c:pt>
                      <c:pt idx="80">
                        <c:v>1.33003508870423</c:v>
                      </c:pt>
                      <c:pt idx="81">
                        <c:v>1.33011022531625</c:v>
                      </c:pt>
                      <c:pt idx="82">
                        <c:v>1.33018536192828</c:v>
                      </c:pt>
                      <c:pt idx="83">
                        <c:v>1.33041077176434</c:v>
                      </c:pt>
                      <c:pt idx="84">
                        <c:v>1.33048590837636</c:v>
                      </c:pt>
                      <c:pt idx="85">
                        <c:v>1.33056104498839</c:v>
                      </c:pt>
                      <c:pt idx="86">
                        <c:v>1.33063618160041</c:v>
                      </c:pt>
                      <c:pt idx="87">
                        <c:v>1.33071131821243</c:v>
                      </c:pt>
                      <c:pt idx="88">
                        <c:v>1.3309367280485</c:v>
                      </c:pt>
                      <c:pt idx="89">
                        <c:v>1.33101186466052</c:v>
                      </c:pt>
                      <c:pt idx="90">
                        <c:v>1.33108700127254</c:v>
                      </c:pt>
                      <c:pt idx="91">
                        <c:v>1.33116213788456</c:v>
                      </c:pt>
                      <c:pt idx="92">
                        <c:v>1.33123727449658</c:v>
                      </c:pt>
                      <c:pt idx="93">
                        <c:v>1.33146268433265</c:v>
                      </c:pt>
                      <c:pt idx="94">
                        <c:v>1.33153782094467</c:v>
                      </c:pt>
                      <c:pt idx="95">
                        <c:v>1.33161295755669</c:v>
                      </c:pt>
                      <c:pt idx="96">
                        <c:v>1.33168809416872</c:v>
                      </c:pt>
                      <c:pt idx="97">
                        <c:v>1.33176323078074</c:v>
                      </c:pt>
                      <c:pt idx="98">
                        <c:v>1.3319886406168</c:v>
                      </c:pt>
                      <c:pt idx="99">
                        <c:v>1.33206377722882</c:v>
                      </c:pt>
                      <c:pt idx="100">
                        <c:v>1.33213891384085</c:v>
                      </c:pt>
                      <c:pt idx="101">
                        <c:v>1.33221405045287</c:v>
                      </c:pt>
                      <c:pt idx="102">
                        <c:v>1.33228918706489</c:v>
                      </c:pt>
                      <c:pt idx="103">
                        <c:v>1.33258973351298</c:v>
                      </c:pt>
                      <c:pt idx="104">
                        <c:v>1.332664870125</c:v>
                      </c:pt>
                      <c:pt idx="105">
                        <c:v>1.33274000673702</c:v>
                      </c:pt>
                      <c:pt idx="106">
                        <c:v>1.33281514334904</c:v>
                      </c:pt>
                      <c:pt idx="107">
                        <c:v>1.33304055318511</c:v>
                      </c:pt>
                      <c:pt idx="108">
                        <c:v>1.33311568979713</c:v>
                      </c:pt>
                      <c:pt idx="109">
                        <c:v>1.33319082640915</c:v>
                      </c:pt>
                      <c:pt idx="110">
                        <c:v>1.33326596302117</c:v>
                      </c:pt>
                      <c:pt idx="111">
                        <c:v>1.3333410996332</c:v>
                      </c:pt>
                      <c:pt idx="112">
                        <c:v>1.33356650946926</c:v>
                      </c:pt>
                      <c:pt idx="113">
                        <c:v>1.33364164608128</c:v>
                      </c:pt>
                      <c:pt idx="114">
                        <c:v>1.33371678269331</c:v>
                      </c:pt>
                      <c:pt idx="115">
                        <c:v>1.33379191930533</c:v>
                      </c:pt>
                      <c:pt idx="116">
                        <c:v>1.33386705591735</c:v>
                      </c:pt>
                      <c:pt idx="117">
                        <c:v>1.33409246575342</c:v>
                      </c:pt>
                      <c:pt idx="118">
                        <c:v>1.33416760236544</c:v>
                      </c:pt>
                      <c:pt idx="119">
                        <c:v>1.33424273897746</c:v>
                      </c:pt>
                      <c:pt idx="120">
                        <c:v>1.33431787558948</c:v>
                      </c:pt>
                      <c:pt idx="121">
                        <c:v>1.3343930122015</c:v>
                      </c:pt>
                      <c:pt idx="122">
                        <c:v>1.33461842203757</c:v>
                      </c:pt>
                      <c:pt idx="123">
                        <c:v>1.33469355864959</c:v>
                      </c:pt>
                      <c:pt idx="124">
                        <c:v>1.33476869526161</c:v>
                      </c:pt>
                      <c:pt idx="125">
                        <c:v>1.33484383187364</c:v>
                      </c:pt>
                      <c:pt idx="126">
                        <c:v>1.33491896848566</c:v>
                      </c:pt>
                      <c:pt idx="127">
                        <c:v>1.33514437832172</c:v>
                      </c:pt>
                      <c:pt idx="128">
                        <c:v>1.33521951493374</c:v>
                      </c:pt>
                      <c:pt idx="129">
                        <c:v>1.33529465154577</c:v>
                      </c:pt>
                      <c:pt idx="130">
                        <c:v>1.33536978815779</c:v>
                      </c:pt>
                      <c:pt idx="131">
                        <c:v>1.33544492476981</c:v>
                      </c:pt>
                      <c:pt idx="132">
                        <c:v>1.33567033460587</c:v>
                      </c:pt>
                      <c:pt idx="133">
                        <c:v>1.3357454712179</c:v>
                      </c:pt>
                      <c:pt idx="134">
                        <c:v>1.33582060782992</c:v>
                      </c:pt>
                      <c:pt idx="135">
                        <c:v>1.33589574444194</c:v>
                      </c:pt>
                      <c:pt idx="136">
                        <c:v>1.33597088105396</c:v>
                      </c:pt>
                      <c:pt idx="137">
                        <c:v>1.33619629089003</c:v>
                      </c:pt>
                      <c:pt idx="138">
                        <c:v>1.33627142750205</c:v>
                      </c:pt>
                      <c:pt idx="139">
                        <c:v>1.33634656411407</c:v>
                      </c:pt>
                    </c:numCache>
                  </c:numRef>
                </c:val>
                <c:smooth val="0"/>
              </c15:ser>
            </c15:filteredLineSeries>
            <c15:filteredLineSeries>
              <c15:ser>
                <c:idx val="3"/>
                <c:order val="3"/>
                <c:tx>
                  <c:strRef>
                    <c:extLst>
                      <c:ext uri="{02D57815-91ED-43cb-92C2-25804820EDAC}">
                        <c15:formulaRef>
                          <c15:sqref>'走势图 24'!$I$1</c15:sqref>
                        </c15:formulaRef>
                      </c:ext>
                    </c:extLst>
                    <c:strCache>
                      <c:ptCount val="1"/>
                      <c:pt idx="0">
                        <c:v>中债新综合总财富指数(收盘价)</c:v>
                      </c:pt>
                    </c:strCache>
                  </c:strRef>
                </c:tx>
                <c:spPr>
                  <a:ln w="28575" cap="rnd">
                    <a:solidFill>
                      <a:schemeClr val="accent4"/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delete val="1"/>
                </c:dLbls>
                <c:cat>
                  <c:num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'走势图 24'!$E$4:$E$651</c15:sqref>
                        </c15:formulaRef>
                      </c:ext>
                    </c:extLst>
                    <c:numCache>
                      <c:formatCode>yyyy/mm/dd</c:formatCode>
                      <c:ptCount val="648"/>
                      <c:pt idx="0" c:formatCode="yyyy/mm/dd">
                        <c:v>45294</c:v>
                      </c:pt>
                      <c:pt idx="1" c:formatCode="yyyy/mm/dd">
                        <c:v>45295</c:v>
                      </c:pt>
                      <c:pt idx="2" c:formatCode="yyyy/mm/dd">
                        <c:v>45296</c:v>
                      </c:pt>
                      <c:pt idx="3" c:formatCode="yyyy/mm/dd">
                        <c:v>45299</c:v>
                      </c:pt>
                      <c:pt idx="4" c:formatCode="yyyy/mm/dd">
                        <c:v>45300</c:v>
                      </c:pt>
                      <c:pt idx="5" c:formatCode="yyyy/mm/dd">
                        <c:v>45301</c:v>
                      </c:pt>
                      <c:pt idx="6" c:formatCode="yyyy/mm/dd">
                        <c:v>45302</c:v>
                      </c:pt>
                      <c:pt idx="7" c:formatCode="yyyy/mm/dd">
                        <c:v>45303</c:v>
                      </c:pt>
                      <c:pt idx="8" c:formatCode="yyyy/mm/dd">
                        <c:v>45306</c:v>
                      </c:pt>
                      <c:pt idx="9" c:formatCode="yyyy/mm/dd">
                        <c:v>45307</c:v>
                      </c:pt>
                      <c:pt idx="10" c:formatCode="yyyy/mm/dd">
                        <c:v>45308</c:v>
                      </c:pt>
                      <c:pt idx="11" c:formatCode="yyyy/mm/dd">
                        <c:v>45309</c:v>
                      </c:pt>
                      <c:pt idx="12" c:formatCode="yyyy/mm/dd">
                        <c:v>45310</c:v>
                      </c:pt>
                      <c:pt idx="13" c:formatCode="yyyy/mm/dd">
                        <c:v>45313</c:v>
                      </c:pt>
                      <c:pt idx="14" c:formatCode="yyyy/mm/dd">
                        <c:v>45314</c:v>
                      </c:pt>
                      <c:pt idx="15" c:formatCode="yyyy/mm/dd">
                        <c:v>45315</c:v>
                      </c:pt>
                      <c:pt idx="16" c:formatCode="yyyy/mm/dd">
                        <c:v>45316</c:v>
                      </c:pt>
                      <c:pt idx="17" c:formatCode="yyyy/mm/dd">
                        <c:v>45317</c:v>
                      </c:pt>
                      <c:pt idx="18" c:formatCode="yyyy/mm/dd">
                        <c:v>45320</c:v>
                      </c:pt>
                      <c:pt idx="19" c:formatCode="yyyy/mm/dd">
                        <c:v>45321</c:v>
                      </c:pt>
                      <c:pt idx="20" c:formatCode="yyyy/mm/dd">
                        <c:v>45322</c:v>
                      </c:pt>
                      <c:pt idx="21" c:formatCode="yyyy/mm/dd">
                        <c:v>45323</c:v>
                      </c:pt>
                      <c:pt idx="22" c:formatCode="yyyy/mm/dd">
                        <c:v>45324</c:v>
                      </c:pt>
                      <c:pt idx="23" c:formatCode="yyyy/mm/dd">
                        <c:v>45327</c:v>
                      </c:pt>
                      <c:pt idx="24" c:formatCode="yyyy/mm/dd">
                        <c:v>45328</c:v>
                      </c:pt>
                      <c:pt idx="25" c:formatCode="yyyy/mm/dd">
                        <c:v>45329</c:v>
                      </c:pt>
                      <c:pt idx="26" c:formatCode="yyyy/mm/dd">
                        <c:v>45330</c:v>
                      </c:pt>
                      <c:pt idx="27" c:formatCode="yyyy/mm/dd">
                        <c:v>45341</c:v>
                      </c:pt>
                      <c:pt idx="28" c:formatCode="yyyy/mm/dd">
                        <c:v>45342</c:v>
                      </c:pt>
                      <c:pt idx="29" c:formatCode="yyyy/mm/dd">
                        <c:v>45343</c:v>
                      </c:pt>
                      <c:pt idx="30" c:formatCode="yyyy/mm/dd">
                        <c:v>45344</c:v>
                      </c:pt>
                      <c:pt idx="31" c:formatCode="yyyy/mm/dd">
                        <c:v>45345</c:v>
                      </c:pt>
                      <c:pt idx="32" c:formatCode="yyyy/mm/dd">
                        <c:v>45348</c:v>
                      </c:pt>
                      <c:pt idx="33" c:formatCode="yyyy/mm/dd">
                        <c:v>45349</c:v>
                      </c:pt>
                      <c:pt idx="34" c:formatCode="yyyy/mm/dd">
                        <c:v>45350</c:v>
                      </c:pt>
                      <c:pt idx="35" c:formatCode="yyyy/mm/dd">
                        <c:v>45351</c:v>
                      </c:pt>
                      <c:pt idx="36" c:formatCode="yyyy/mm/dd">
                        <c:v>45352</c:v>
                      </c:pt>
                      <c:pt idx="37" c:formatCode="yyyy/mm/dd">
                        <c:v>45355</c:v>
                      </c:pt>
                      <c:pt idx="38" c:formatCode="yyyy/mm/dd">
                        <c:v>45356</c:v>
                      </c:pt>
                      <c:pt idx="39" c:formatCode="yyyy/mm/dd">
                        <c:v>45357</c:v>
                      </c:pt>
                      <c:pt idx="40" c:formatCode="yyyy/mm/dd">
                        <c:v>45358</c:v>
                      </c:pt>
                      <c:pt idx="41" c:formatCode="yyyy/mm/dd">
                        <c:v>45359</c:v>
                      </c:pt>
                      <c:pt idx="42" c:formatCode="yyyy/mm/dd">
                        <c:v>45362</c:v>
                      </c:pt>
                      <c:pt idx="43" c:formatCode="yyyy/mm/dd">
                        <c:v>45363</c:v>
                      </c:pt>
                      <c:pt idx="44" c:formatCode="yyyy/mm/dd">
                        <c:v>45364</c:v>
                      </c:pt>
                      <c:pt idx="45" c:formatCode="yyyy/mm/dd">
                        <c:v>45365</c:v>
                      </c:pt>
                      <c:pt idx="46" c:formatCode="yyyy/mm/dd">
                        <c:v>45366</c:v>
                      </c:pt>
                      <c:pt idx="47" c:formatCode="yyyy/mm/dd">
                        <c:v>45369</c:v>
                      </c:pt>
                      <c:pt idx="48" c:formatCode="yyyy/mm/dd">
                        <c:v>45370</c:v>
                      </c:pt>
                      <c:pt idx="49" c:formatCode="yyyy/mm/dd">
                        <c:v>45371</c:v>
                      </c:pt>
                      <c:pt idx="50" c:formatCode="yyyy/mm/dd">
                        <c:v>45372</c:v>
                      </c:pt>
                      <c:pt idx="51" c:formatCode="yyyy/mm/dd">
                        <c:v>45373</c:v>
                      </c:pt>
                      <c:pt idx="52" c:formatCode="yyyy/mm/dd">
                        <c:v>45376</c:v>
                      </c:pt>
                      <c:pt idx="53" c:formatCode="yyyy/mm/dd">
                        <c:v>45377</c:v>
                      </c:pt>
                      <c:pt idx="54" c:formatCode="yyyy/mm/dd">
                        <c:v>45378</c:v>
                      </c:pt>
                      <c:pt idx="55" c:formatCode="yyyy/mm/dd">
                        <c:v>45379</c:v>
                      </c:pt>
                      <c:pt idx="56" c:formatCode="yyyy/mm/dd">
                        <c:v>45380</c:v>
                      </c:pt>
                      <c:pt idx="57" c:formatCode="yyyy/mm/dd">
                        <c:v>45383</c:v>
                      </c:pt>
                      <c:pt idx="58" c:formatCode="yyyy/mm/dd">
                        <c:v>45384</c:v>
                      </c:pt>
                      <c:pt idx="59" c:formatCode="yyyy/mm/dd">
                        <c:v>45385</c:v>
                      </c:pt>
                      <c:pt idx="60" c:formatCode="yyyy/mm/dd">
                        <c:v>45390</c:v>
                      </c:pt>
                      <c:pt idx="61" c:formatCode="yyyy/mm/dd">
                        <c:v>45391</c:v>
                      </c:pt>
                      <c:pt idx="62" c:formatCode="yyyy/mm/dd">
                        <c:v>45392</c:v>
                      </c:pt>
                      <c:pt idx="63" c:formatCode="yyyy/mm/dd">
                        <c:v>45393</c:v>
                      </c:pt>
                      <c:pt idx="64" c:formatCode="yyyy/mm/dd">
                        <c:v>45394</c:v>
                      </c:pt>
                      <c:pt idx="65" c:formatCode="yyyy/mm/dd">
                        <c:v>45397</c:v>
                      </c:pt>
                      <c:pt idx="66" c:formatCode="yyyy/mm/dd">
                        <c:v>45398</c:v>
                      </c:pt>
                      <c:pt idx="67" c:formatCode="yyyy/mm/dd">
                        <c:v>45399</c:v>
                      </c:pt>
                      <c:pt idx="68" c:formatCode="yyyy/mm/dd">
                        <c:v>45400</c:v>
                      </c:pt>
                      <c:pt idx="69" c:formatCode="yyyy/mm/dd">
                        <c:v>45401</c:v>
                      </c:pt>
                      <c:pt idx="70" c:formatCode="yyyy/mm/dd">
                        <c:v>45404</c:v>
                      </c:pt>
                      <c:pt idx="71" c:formatCode="yyyy/mm/dd">
                        <c:v>45405</c:v>
                      </c:pt>
                      <c:pt idx="72" c:formatCode="yyyy/mm/dd">
                        <c:v>45406</c:v>
                      </c:pt>
                      <c:pt idx="73" c:formatCode="yyyy/mm/dd">
                        <c:v>45407</c:v>
                      </c:pt>
                      <c:pt idx="74" c:formatCode="yyyy/mm/dd">
                        <c:v>45408</c:v>
                      </c:pt>
                      <c:pt idx="75" c:formatCode="yyyy/mm/dd">
                        <c:v>45411</c:v>
                      </c:pt>
                      <c:pt idx="76" c:formatCode="yyyy/mm/dd">
                        <c:v>45412</c:v>
                      </c:pt>
                      <c:pt idx="77" c:formatCode="yyyy/mm/dd">
                        <c:v>45418</c:v>
                      </c:pt>
                      <c:pt idx="78" c:formatCode="yyyy/mm/dd">
                        <c:v>45419</c:v>
                      </c:pt>
                      <c:pt idx="79" c:formatCode="yyyy/mm/dd">
                        <c:v>45420</c:v>
                      </c:pt>
                      <c:pt idx="80" c:formatCode="yyyy/mm/dd">
                        <c:v>45421</c:v>
                      </c:pt>
                      <c:pt idx="81" c:formatCode="yyyy/mm/dd">
                        <c:v>45422</c:v>
                      </c:pt>
                      <c:pt idx="82" c:formatCode="yyyy/mm/dd">
                        <c:v>45425</c:v>
                      </c:pt>
                      <c:pt idx="83" c:formatCode="yyyy/mm/dd">
                        <c:v>45426</c:v>
                      </c:pt>
                      <c:pt idx="84" c:formatCode="yyyy/mm/dd">
                        <c:v>45427</c:v>
                      </c:pt>
                      <c:pt idx="85" c:formatCode="yyyy/mm/dd">
                        <c:v>45428</c:v>
                      </c:pt>
                      <c:pt idx="86" c:formatCode="yyyy/mm/dd">
                        <c:v>45429</c:v>
                      </c:pt>
                      <c:pt idx="87" c:formatCode="yyyy/mm/dd">
                        <c:v>45432</c:v>
                      </c:pt>
                      <c:pt idx="88" c:formatCode="yyyy/mm/dd">
                        <c:v>45433</c:v>
                      </c:pt>
                      <c:pt idx="89" c:formatCode="yyyy/mm/dd">
                        <c:v>45434</c:v>
                      </c:pt>
                      <c:pt idx="90" c:formatCode="yyyy/mm/dd">
                        <c:v>45435</c:v>
                      </c:pt>
                      <c:pt idx="91" c:formatCode="yyyy/mm/dd">
                        <c:v>45436</c:v>
                      </c:pt>
                      <c:pt idx="92" c:formatCode="yyyy/mm/dd">
                        <c:v>45439</c:v>
                      </c:pt>
                      <c:pt idx="93" c:formatCode="yyyy/mm/dd">
                        <c:v>45440</c:v>
                      </c:pt>
                      <c:pt idx="94" c:formatCode="yyyy/mm/dd">
                        <c:v>45441</c:v>
                      </c:pt>
                      <c:pt idx="95" c:formatCode="yyyy/mm/dd">
                        <c:v>45442</c:v>
                      </c:pt>
                      <c:pt idx="96" c:formatCode="yyyy/mm/dd">
                        <c:v>45443</c:v>
                      </c:pt>
                      <c:pt idx="97" c:formatCode="yyyy/mm/dd">
                        <c:v>45446</c:v>
                      </c:pt>
                      <c:pt idx="98" c:formatCode="yyyy/mm/dd">
                        <c:v>45447</c:v>
                      </c:pt>
                      <c:pt idx="99" c:formatCode="yyyy/mm/dd">
                        <c:v>45448</c:v>
                      </c:pt>
                      <c:pt idx="100" c:formatCode="yyyy/mm/dd">
                        <c:v>45449</c:v>
                      </c:pt>
                      <c:pt idx="101" c:formatCode="yyyy/mm/dd">
                        <c:v>45450</c:v>
                      </c:pt>
                      <c:pt idx="102" c:formatCode="yyyy/mm/dd">
                        <c:v>45454</c:v>
                      </c:pt>
                      <c:pt idx="103" c:formatCode="yyyy/mm/dd">
                        <c:v>45455</c:v>
                      </c:pt>
                      <c:pt idx="104" c:formatCode="yyyy/mm/dd">
                        <c:v>45456</c:v>
                      </c:pt>
                      <c:pt idx="105" c:formatCode="yyyy/mm/dd">
                        <c:v>45457</c:v>
                      </c:pt>
                      <c:pt idx="106" c:formatCode="yyyy/mm/dd">
                        <c:v>45460</c:v>
                      </c:pt>
                      <c:pt idx="107" c:formatCode="yyyy/mm/dd">
                        <c:v>45461</c:v>
                      </c:pt>
                      <c:pt idx="108" c:formatCode="yyyy/mm/dd">
                        <c:v>45462</c:v>
                      </c:pt>
                      <c:pt idx="109" c:formatCode="yyyy/mm/dd">
                        <c:v>45463</c:v>
                      </c:pt>
                      <c:pt idx="110" c:formatCode="yyyy/mm/dd">
                        <c:v>45464</c:v>
                      </c:pt>
                      <c:pt idx="111" c:formatCode="yyyy/mm/dd">
                        <c:v>45467</c:v>
                      </c:pt>
                      <c:pt idx="112" c:formatCode="yyyy/mm/dd">
                        <c:v>45468</c:v>
                      </c:pt>
                      <c:pt idx="113" c:formatCode="yyyy/mm/dd">
                        <c:v>45469</c:v>
                      </c:pt>
                      <c:pt idx="114" c:formatCode="yyyy/mm/dd">
                        <c:v>45470</c:v>
                      </c:pt>
                      <c:pt idx="115" c:formatCode="yyyy/mm/dd">
                        <c:v>45471</c:v>
                      </c:pt>
                      <c:pt idx="116" c:formatCode="yyyy/mm/dd">
                        <c:v>45474</c:v>
                      </c:pt>
                      <c:pt idx="117" c:formatCode="yyyy/mm/dd">
                        <c:v>45475</c:v>
                      </c:pt>
                      <c:pt idx="118" c:formatCode="yyyy/mm/dd">
                        <c:v>45476</c:v>
                      </c:pt>
                      <c:pt idx="119" c:formatCode="yyyy/mm/dd">
                        <c:v>45477</c:v>
                      </c:pt>
                      <c:pt idx="120" c:formatCode="yyyy/mm/dd">
                        <c:v>45478</c:v>
                      </c:pt>
                      <c:pt idx="121" c:formatCode="yyyy/mm/dd">
                        <c:v>45481</c:v>
                      </c:pt>
                      <c:pt idx="122" c:formatCode="yyyy/mm/dd">
                        <c:v>45482</c:v>
                      </c:pt>
                      <c:pt idx="123" c:formatCode="yyyy/mm/dd">
                        <c:v>45483</c:v>
                      </c:pt>
                      <c:pt idx="124" c:formatCode="yyyy/mm/dd">
                        <c:v>45484</c:v>
                      </c:pt>
                      <c:pt idx="125" c:formatCode="yyyy/mm/dd">
                        <c:v>45485</c:v>
                      </c:pt>
                      <c:pt idx="126" c:formatCode="yyyy/mm/dd">
                        <c:v>45488</c:v>
                      </c:pt>
                      <c:pt idx="127" c:formatCode="yyyy/mm/dd">
                        <c:v>45489</c:v>
                      </c:pt>
                      <c:pt idx="128" c:formatCode="yyyy/mm/dd">
                        <c:v>45490</c:v>
                      </c:pt>
                      <c:pt idx="129" c:formatCode="yyyy/mm/dd">
                        <c:v>45491</c:v>
                      </c:pt>
                      <c:pt idx="130" c:formatCode="yyyy/mm/dd">
                        <c:v>45492</c:v>
                      </c:pt>
                      <c:pt idx="131" c:formatCode="yyyy/mm/dd">
                        <c:v>45495</c:v>
                      </c:pt>
                      <c:pt idx="132" c:formatCode="yyyy/mm/dd">
                        <c:v>45496</c:v>
                      </c:pt>
                      <c:pt idx="133" c:formatCode="yyyy/mm/dd">
                        <c:v>45497</c:v>
                      </c:pt>
                      <c:pt idx="134" c:formatCode="yyyy/mm/dd">
                        <c:v>45498</c:v>
                      </c:pt>
                      <c:pt idx="135" c:formatCode="yyyy/mm/dd">
                        <c:v>45499</c:v>
                      </c:pt>
                      <c:pt idx="136" c:formatCode="yyyy/mm/dd">
                        <c:v>45502</c:v>
                      </c:pt>
                      <c:pt idx="137" c:formatCode="yyyy/mm/dd">
                        <c:v>45503</c:v>
                      </c:pt>
                      <c:pt idx="138" c:formatCode="yyyy/mm/dd">
                        <c:v>45504</c:v>
                      </c:pt>
                      <c:pt idx="139" c:formatCode="yyyy/mm/dd">
                        <c:v>45505</c:v>
                      </c:pt>
                      <c:pt idx="140" c:formatCode="yyyy/mm/dd">
                        <c:v>45506</c:v>
                      </c:pt>
                      <c:pt idx="141" c:formatCode="yyyy/mm/dd">
                        <c:v>45509</c:v>
                      </c:pt>
                      <c:pt idx="142" c:formatCode="yyyy/mm/dd">
                        <c:v>45510</c:v>
                      </c:pt>
                      <c:pt idx="143" c:formatCode="yyyy/mm/dd">
                        <c:v>45511</c:v>
                      </c:pt>
                      <c:pt idx="144" c:formatCode="yyyy/mm/dd">
                        <c:v>45512</c:v>
                      </c:pt>
                      <c:pt idx="145" c:formatCode="yyyy/mm/dd">
                        <c:v>45513</c:v>
                      </c:pt>
                      <c:pt idx="146" c:formatCode="yyyy/mm/dd">
                        <c:v>45516</c:v>
                      </c:pt>
                      <c:pt idx="147" c:formatCode="yyyy/mm/dd">
                        <c:v>45517</c:v>
                      </c:pt>
                      <c:pt idx="148" c:formatCode="yyyy/mm/dd">
                        <c:v>45518</c:v>
                      </c:pt>
                      <c:pt idx="149" c:formatCode="yyyy/mm/dd">
                        <c:v>45519</c:v>
                      </c:pt>
                      <c:pt idx="150" c:formatCode="yyyy/mm/dd">
                        <c:v>45520</c:v>
                      </c:pt>
                      <c:pt idx="151" c:formatCode="yyyy/mm/dd">
                        <c:v>45523</c:v>
                      </c:pt>
                      <c:pt idx="152" c:formatCode="yyyy/mm/dd">
                        <c:v>45524</c:v>
                      </c:pt>
                      <c:pt idx="153" c:formatCode="yyyy/mm/dd">
                        <c:v>45525</c:v>
                      </c:pt>
                      <c:pt idx="154" c:formatCode="yyyy/mm/dd">
                        <c:v>45526</c:v>
                      </c:pt>
                      <c:pt idx="155" c:formatCode="yyyy/mm/dd">
                        <c:v>45527</c:v>
                      </c:pt>
                      <c:pt idx="156" c:formatCode="yyyy/mm/dd">
                        <c:v>45530</c:v>
                      </c:pt>
                      <c:pt idx="157" c:formatCode="yyyy/mm/dd">
                        <c:v>45531</c:v>
                      </c:pt>
                      <c:pt idx="158" c:formatCode="yyyy/mm/dd">
                        <c:v>45532</c:v>
                      </c:pt>
                      <c:pt idx="159" c:formatCode="yyyy/mm/dd">
                        <c:v>45533</c:v>
                      </c:pt>
                      <c:pt idx="160" c:formatCode="yyyy/mm/dd">
                        <c:v>45534</c:v>
                      </c:pt>
                      <c:pt idx="161" c:formatCode="yyyy/mm/dd">
                        <c:v>45537</c:v>
                      </c:pt>
                      <c:pt idx="162" c:formatCode="yyyy/mm/dd">
                        <c:v>45538</c:v>
                      </c:pt>
                      <c:pt idx="163" c:formatCode="yyyy/mm/dd">
                        <c:v>45539</c:v>
                      </c:pt>
                      <c:pt idx="164" c:formatCode="yyyy/mm/dd">
                        <c:v>45540</c:v>
                      </c:pt>
                      <c:pt idx="165" c:formatCode="yyyy/mm/dd">
                        <c:v>45541</c:v>
                      </c:pt>
                      <c:pt idx="166" c:formatCode="yyyy/mm/dd">
                        <c:v>45544</c:v>
                      </c:pt>
                      <c:pt idx="167" c:formatCode="yyyy/mm/dd">
                        <c:v>45545</c:v>
                      </c:pt>
                      <c:pt idx="168" c:formatCode="yyyy/mm/dd">
                        <c:v>45546</c:v>
                      </c:pt>
                      <c:pt idx="169" c:formatCode="yyyy/mm/dd">
                        <c:v>45547</c:v>
                      </c:pt>
                      <c:pt idx="170" c:formatCode="yyyy/mm/dd">
                        <c:v>45548</c:v>
                      </c:pt>
                      <c:pt idx="171" c:formatCode="yyyy/mm/dd">
                        <c:v>45553</c:v>
                      </c:pt>
                      <c:pt idx="172" c:formatCode="yyyy/mm/dd">
                        <c:v>45554</c:v>
                      </c:pt>
                      <c:pt idx="173" c:formatCode="yyyy/mm/dd">
                        <c:v>45555</c:v>
                      </c:pt>
                      <c:pt idx="174" c:formatCode="yyyy/mm/dd">
                        <c:v>45558</c:v>
                      </c:pt>
                      <c:pt idx="175" c:formatCode="yyyy/mm/dd">
                        <c:v>45559</c:v>
                      </c:pt>
                      <c:pt idx="176" c:formatCode="yyyy/mm/dd">
                        <c:v>45560</c:v>
                      </c:pt>
                      <c:pt idx="177" c:formatCode="yyyy/mm/dd">
                        <c:v>45561</c:v>
                      </c:pt>
                      <c:pt idx="178" c:formatCode="yyyy/mm/dd">
                        <c:v>45562</c:v>
                      </c:pt>
                      <c:pt idx="179" c:formatCode="yyyy/mm/dd">
                        <c:v>45565</c:v>
                      </c:pt>
                      <c:pt idx="180" c:formatCode="yyyy/mm/dd">
                        <c:v>45573</c:v>
                      </c:pt>
                      <c:pt idx="181" c:formatCode="yyyy/mm/dd">
                        <c:v>45574</c:v>
                      </c:pt>
                      <c:pt idx="182" c:formatCode="yyyy/mm/dd">
                        <c:v>45575</c:v>
                      </c:pt>
                      <c:pt idx="183" c:formatCode="yyyy/mm/dd">
                        <c:v>45576</c:v>
                      </c:pt>
                      <c:pt idx="184" c:formatCode="yyyy/mm/dd">
                        <c:v>45579</c:v>
                      </c:pt>
                      <c:pt idx="185" c:formatCode="yyyy/mm/dd">
                        <c:v>45580</c:v>
                      </c:pt>
                      <c:pt idx="186" c:formatCode="yyyy/mm/dd">
                        <c:v>45581</c:v>
                      </c:pt>
                      <c:pt idx="187" c:formatCode="yyyy/mm/dd">
                        <c:v>45582</c:v>
                      </c:pt>
                      <c:pt idx="188" c:formatCode="yyyy/mm/dd">
                        <c:v>45583</c:v>
                      </c:pt>
                      <c:pt idx="189" c:formatCode="yyyy/mm/dd">
                        <c:v>45586</c:v>
                      </c:pt>
                      <c:pt idx="190" c:formatCode="yyyy/mm/dd">
                        <c:v>45587</c:v>
                      </c:pt>
                      <c:pt idx="191" c:formatCode="yyyy/mm/dd">
                        <c:v>45588</c:v>
                      </c:pt>
                      <c:pt idx="192" c:formatCode="yyyy/mm/dd">
                        <c:v>45589</c:v>
                      </c:pt>
                      <c:pt idx="193" c:formatCode="yyyy/mm/dd">
                        <c:v>45590</c:v>
                      </c:pt>
                      <c:pt idx="194" c:formatCode="yyyy/mm/dd">
                        <c:v>45593</c:v>
                      </c:pt>
                      <c:pt idx="195" c:formatCode="yyyy/mm/dd">
                        <c:v>45594</c:v>
                      </c:pt>
                      <c:pt idx="196" c:formatCode="yyyy/mm/dd">
                        <c:v>45595</c:v>
                      </c:pt>
                      <c:pt idx="197" c:formatCode="yyyy/mm/dd">
                        <c:v>45596</c:v>
                      </c:pt>
                      <c:pt idx="198" c:formatCode="yyyy/mm/dd">
                        <c:v>45597</c:v>
                      </c:pt>
                      <c:pt idx="199" c:formatCode="yyyy/mm/dd">
                        <c:v>45600</c:v>
                      </c:pt>
                      <c:pt idx="200" c:formatCode="yyyy/mm/dd">
                        <c:v>45601</c:v>
                      </c:pt>
                      <c:pt idx="201" c:formatCode="yyyy/mm/dd">
                        <c:v>45602</c:v>
                      </c:pt>
                      <c:pt idx="202" c:formatCode="yyyy/mm/dd">
                        <c:v>45603</c:v>
                      </c:pt>
                      <c:pt idx="203" c:formatCode="yyyy/mm/dd">
                        <c:v>45604</c:v>
                      </c:pt>
                      <c:pt idx="204" c:formatCode="yyyy/mm/dd">
                        <c:v>45607</c:v>
                      </c:pt>
                      <c:pt idx="205" c:formatCode="yyyy/mm/dd">
                        <c:v>45608</c:v>
                      </c:pt>
                      <c:pt idx="206" c:formatCode="yyyy/mm/dd">
                        <c:v>45609</c:v>
                      </c:pt>
                      <c:pt idx="207" c:formatCode="yyyy/mm/dd">
                        <c:v>45610</c:v>
                      </c:pt>
                      <c:pt idx="208" c:formatCode="yyyy/mm/dd">
                        <c:v>45611</c:v>
                      </c:pt>
                      <c:pt idx="209" c:formatCode="yyyy/mm/dd">
                        <c:v>45614</c:v>
                      </c:pt>
                      <c:pt idx="210" c:formatCode="yyyy/mm/dd">
                        <c:v>45615</c:v>
                      </c:pt>
                      <c:pt idx="211" c:formatCode="yyyy/mm/dd">
                        <c:v>45616</c:v>
                      </c:pt>
                      <c:pt idx="212" c:formatCode="yyyy/mm/dd">
                        <c:v>45617</c:v>
                      </c:pt>
                      <c:pt idx="213" c:formatCode="yyyy/mm/dd">
                        <c:v>45618</c:v>
                      </c:pt>
                      <c:pt idx="214" c:formatCode="yyyy/mm/dd">
                        <c:v>45621</c:v>
                      </c:pt>
                      <c:pt idx="215" c:formatCode="yyyy/mm/dd">
                        <c:v>45622</c:v>
                      </c:pt>
                      <c:pt idx="216" c:formatCode="yyyy/mm/dd">
                        <c:v>45623</c:v>
                      </c:pt>
                      <c:pt idx="217" c:formatCode="yyyy/mm/dd">
                        <c:v>45624</c:v>
                      </c:pt>
                      <c:pt idx="218" c:formatCode="yyyy/mm/dd">
                        <c:v>45625</c:v>
                      </c:pt>
                      <c:pt idx="219" c:formatCode="yyyy/mm/dd">
                        <c:v>45628</c:v>
                      </c:pt>
                      <c:pt idx="220" c:formatCode="yyyy/mm/dd">
                        <c:v>45629</c:v>
                      </c:pt>
                      <c:pt idx="221" c:formatCode="yyyy/mm/dd">
                        <c:v>45630</c:v>
                      </c:pt>
                      <c:pt idx="222" c:formatCode="yyyy/mm/dd">
                        <c:v>45631</c:v>
                      </c:pt>
                      <c:pt idx="223" c:formatCode="yyyy/mm/dd">
                        <c:v>45632</c:v>
                      </c:pt>
                      <c:pt idx="224" c:formatCode="yyyy/mm/dd">
                        <c:v>45635</c:v>
                      </c:pt>
                      <c:pt idx="225" c:formatCode="yyyy/mm/dd">
                        <c:v>45636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'走势图 24'!$I$3:$I$142</c15:sqref>
                        </c15:formulaRef>
                      </c:ext>
                    </c:extLst>
                    <c:numCache>
                      <c:formatCode>#,##0.00</c:formatCode>
                      <c:ptCount val="140"/>
                      <c:pt idx="0">
                        <c:v>229.8875</c:v>
                      </c:pt>
                      <c:pt idx="1">
                        <c:v>229.8373</c:v>
                      </c:pt>
                      <c:pt idx="2">
                        <c:v>229.9325</c:v>
                      </c:pt>
                      <c:pt idx="3">
                        <c:v>230.0946</c:v>
                      </c:pt>
                      <c:pt idx="4">
                        <c:v>230.1884</c:v>
                      </c:pt>
                      <c:pt idx="5">
                        <c:v>230.4195</c:v>
                      </c:pt>
                      <c:pt idx="6">
                        <c:v>230.4444</c:v>
                      </c:pt>
                      <c:pt idx="7">
                        <c:v>230.4621</c:v>
                      </c:pt>
                      <c:pt idx="8">
                        <c:v>230.4332</c:v>
                      </c:pt>
                      <c:pt idx="9">
                        <c:v>230.4873</c:v>
                      </c:pt>
                      <c:pt idx="10">
                        <c:v>230.4982</c:v>
                      </c:pt>
                      <c:pt idx="11">
                        <c:v>230.5765</c:v>
                      </c:pt>
                      <c:pt idx="12">
                        <c:v>230.7272</c:v>
                      </c:pt>
                      <c:pt idx="13">
                        <c:v>230.8335</c:v>
                      </c:pt>
                      <c:pt idx="14">
                        <c:v>231.0978</c:v>
                      </c:pt>
                      <c:pt idx="15">
                        <c:v>231.1546</c:v>
                      </c:pt>
                      <c:pt idx="16">
                        <c:v>231.2218</c:v>
                      </c:pt>
                      <c:pt idx="17">
                        <c:v>231.3602</c:v>
                      </c:pt>
                      <c:pt idx="18">
                        <c:v>231.4128</c:v>
                      </c:pt>
                      <c:pt idx="19">
                        <c:v>231.5478</c:v>
                      </c:pt>
                      <c:pt idx="20">
                        <c:v>231.9562</c:v>
                      </c:pt>
                      <c:pt idx="21">
                        <c:v>232.3361</c:v>
                      </c:pt>
                      <c:pt idx="22">
                        <c:v>232.3949</c:v>
                      </c:pt>
                      <c:pt idx="23">
                        <c:v>232.3914</c:v>
                      </c:pt>
                      <c:pt idx="24">
                        <c:v>232.6497</c:v>
                      </c:pt>
                      <c:pt idx="25">
                        <c:v>232.4177</c:v>
                      </c:pt>
                      <c:pt idx="26">
                        <c:v>232.4835</c:v>
                      </c:pt>
                      <c:pt idx="27">
                        <c:v>232.4648</c:v>
                      </c:pt>
                      <c:pt idx="28">
                        <c:v>232.7144</c:v>
                      </c:pt>
                      <c:pt idx="29">
                        <c:v>232.8582</c:v>
                      </c:pt>
                      <c:pt idx="30">
                        <c:v>232.9174</c:v>
                      </c:pt>
                      <c:pt idx="31">
                        <c:v>233.0186</c:v>
                      </c:pt>
                      <c:pt idx="32">
                        <c:v>233.1976</c:v>
                      </c:pt>
                      <c:pt idx="33">
                        <c:v>233.3672</c:v>
                      </c:pt>
                      <c:pt idx="34">
                        <c:v>233.5772</c:v>
                      </c:pt>
                      <c:pt idx="35">
                        <c:v>233.7334</c:v>
                      </c:pt>
                      <c:pt idx="36">
                        <c:v>234.0485</c:v>
                      </c:pt>
                      <c:pt idx="37">
                        <c:v>233.7782</c:v>
                      </c:pt>
                      <c:pt idx="38">
                        <c:v>233.9036</c:v>
                      </c:pt>
                      <c:pt idx="39">
                        <c:v>233.9669</c:v>
                      </c:pt>
                      <c:pt idx="40">
                        <c:v>234.3408</c:v>
                      </c:pt>
                      <c:pt idx="41">
                        <c:v>234.4808</c:v>
                      </c:pt>
                      <c:pt idx="42">
                        <c:v>234.4756</c:v>
                      </c:pt>
                      <c:pt idx="43">
                        <c:v>234.3427</c:v>
                      </c:pt>
                      <c:pt idx="44">
                        <c:v>233.9172</c:v>
                      </c:pt>
                      <c:pt idx="45">
                        <c:v>233.8103</c:v>
                      </c:pt>
                      <c:pt idx="46">
                        <c:v>233.7338</c:v>
                      </c:pt>
                      <c:pt idx="47">
                        <c:v>233.8351</c:v>
                      </c:pt>
                      <c:pt idx="48">
                        <c:v>234.0412</c:v>
                      </c:pt>
                      <c:pt idx="49">
                        <c:v>234.23</c:v>
                      </c:pt>
                      <c:pt idx="50">
                        <c:v>234.2072</c:v>
                      </c:pt>
                      <c:pt idx="51">
                        <c:v>234.2321</c:v>
                      </c:pt>
                      <c:pt idx="52">
                        <c:v>234.2303</c:v>
                      </c:pt>
                      <c:pt idx="53">
                        <c:v>234.151</c:v>
                      </c:pt>
                      <c:pt idx="54">
                        <c:v>234.1371</c:v>
                      </c:pt>
                      <c:pt idx="55">
                        <c:v>234.268</c:v>
                      </c:pt>
                      <c:pt idx="56">
                        <c:v>234.359</c:v>
                      </c:pt>
                      <c:pt idx="57">
                        <c:v>234.4654</c:v>
                      </c:pt>
                      <c:pt idx="58">
                        <c:v>234.3959</c:v>
                      </c:pt>
                      <c:pt idx="59">
                        <c:v>234.5211</c:v>
                      </c:pt>
                      <c:pt idx="60">
                        <c:v>234.6921</c:v>
                      </c:pt>
                      <c:pt idx="61">
                        <c:v>234.8724</c:v>
                      </c:pt>
                      <c:pt idx="62">
                        <c:v>234.9949</c:v>
                      </c:pt>
                      <c:pt idx="63">
                        <c:v>234.9746</c:v>
                      </c:pt>
                      <c:pt idx="64">
                        <c:v>235.0193</c:v>
                      </c:pt>
                      <c:pt idx="65">
                        <c:v>235.2418</c:v>
                      </c:pt>
                      <c:pt idx="66">
                        <c:v>235.3764</c:v>
                      </c:pt>
                      <c:pt idx="67">
                        <c:v>235.4277</c:v>
                      </c:pt>
                      <c:pt idx="68">
                        <c:v>235.5524</c:v>
                      </c:pt>
                      <c:pt idx="69">
                        <c:v>235.7852</c:v>
                      </c:pt>
                      <c:pt idx="70">
                        <c:v>235.9926</c:v>
                      </c:pt>
                      <c:pt idx="71">
                        <c:v>236.2847</c:v>
                      </c:pt>
                      <c:pt idx="72">
                        <c:v>236.5837</c:v>
                      </c:pt>
                      <c:pt idx="73">
                        <c:v>236.2346</c:v>
                      </c:pt>
                      <c:pt idx="74">
                        <c:v>236.0892</c:v>
                      </c:pt>
                      <c:pt idx="75">
                        <c:v>235.7464</c:v>
                      </c:pt>
                      <c:pt idx="76">
                        <c:v>235.0949</c:v>
                      </c:pt>
                      <c:pt idx="77">
                        <c:v>235.4005</c:v>
                      </c:pt>
                      <c:pt idx="78">
                        <c:v>235.5079</c:v>
                      </c:pt>
                      <c:pt idx="79">
                        <c:v>235.7436</c:v>
                      </c:pt>
                      <c:pt idx="80">
                        <c:v>235.8227</c:v>
                      </c:pt>
                      <c:pt idx="81">
                        <c:v>235.719</c:v>
                      </c:pt>
                      <c:pt idx="82">
                        <c:v>235.6691</c:v>
                      </c:pt>
                      <c:pt idx="83">
                        <c:v>235.837</c:v>
                      </c:pt>
                      <c:pt idx="84">
                        <c:v>236.0117</c:v>
                      </c:pt>
                      <c:pt idx="85">
                        <c:v>236.0262</c:v>
                      </c:pt>
                      <c:pt idx="86">
                        <c:v>235.9289</c:v>
                      </c:pt>
                      <c:pt idx="87">
                        <c:v>235.8487</c:v>
                      </c:pt>
                      <c:pt idx="88">
                        <c:v>235.9713</c:v>
                      </c:pt>
                      <c:pt idx="89">
                        <c:v>235.9741</c:v>
                      </c:pt>
                      <c:pt idx="90">
                        <c:v>236.0423</c:v>
                      </c:pt>
                      <c:pt idx="91">
                        <c:v>236.1899</c:v>
                      </c:pt>
                      <c:pt idx="92">
                        <c:v>236.2037</c:v>
                      </c:pt>
                      <c:pt idx="93">
                        <c:v>236.2359</c:v>
                      </c:pt>
                      <c:pt idx="94">
                        <c:v>236.3691</c:v>
                      </c:pt>
                      <c:pt idx="95">
                        <c:v>236.5436</c:v>
                      </c:pt>
                      <c:pt idx="96">
                        <c:v>236.6032</c:v>
                      </c:pt>
                      <c:pt idx="97">
                        <c:v>236.499</c:v>
                      </c:pt>
                      <c:pt idx="98">
                        <c:v>236.6671</c:v>
                      </c:pt>
                      <c:pt idx="99">
                        <c:v>236.7624</c:v>
                      </c:pt>
                      <c:pt idx="100">
                        <c:v>236.9175</c:v>
                      </c:pt>
                      <c:pt idx="101">
                        <c:v>237.0328</c:v>
                      </c:pt>
                      <c:pt idx="102">
                        <c:v>237.1048</c:v>
                      </c:pt>
                      <c:pt idx="103">
                        <c:v>237.271</c:v>
                      </c:pt>
                      <c:pt idx="104">
                        <c:v>237.3027</c:v>
                      </c:pt>
                      <c:pt idx="105">
                        <c:v>237.3959</c:v>
                      </c:pt>
                      <c:pt idx="106">
                        <c:v>237.5495</c:v>
                      </c:pt>
                      <c:pt idx="107">
                        <c:v>237.6444</c:v>
                      </c:pt>
                      <c:pt idx="108">
                        <c:v>237.7882</c:v>
                      </c:pt>
                      <c:pt idx="109">
                        <c:v>237.8945</c:v>
                      </c:pt>
                      <c:pt idx="110">
                        <c:v>238.0117</c:v>
                      </c:pt>
                      <c:pt idx="111">
                        <c:v>237.9061</c:v>
                      </c:pt>
                      <c:pt idx="112">
                        <c:v>238.0157</c:v>
                      </c:pt>
                      <c:pt idx="113">
                        <c:v>238.1772</c:v>
                      </c:pt>
                      <c:pt idx="114">
                        <c:v>238.2505</c:v>
                      </c:pt>
                      <c:pt idx="115">
                        <c:v>238.4146</c:v>
                      </c:pt>
                      <c:pt idx="116">
                        <c:v>238.5433</c:v>
                      </c:pt>
                      <c:pt idx="117">
                        <c:v>238.3038</c:v>
                      </c:pt>
                      <c:pt idx="118">
                        <c:v>238.4132</c:v>
                      </c:pt>
                      <c:pt idx="119">
                        <c:v>238.5795</c:v>
                      </c:pt>
                      <c:pt idx="120">
                        <c:v>238.6065</c:v>
                      </c:pt>
                      <c:pt idx="121">
                        <c:v>238.4352</c:v>
                      </c:pt>
                      <c:pt idx="122">
                        <c:v>238.1939</c:v>
                      </c:pt>
                      <c:pt idx="123">
                        <c:v>238.3864</c:v>
                      </c:pt>
                      <c:pt idx="124">
                        <c:v>238.4282</c:v>
                      </c:pt>
                      <c:pt idx="125">
                        <c:v>238.4879</c:v>
                      </c:pt>
                      <c:pt idx="126">
                        <c:v>238.6167</c:v>
                      </c:pt>
                      <c:pt idx="127">
                        <c:v>238.7692</c:v>
                      </c:pt>
                      <c:pt idx="128">
                        <c:v>238.7961</c:v>
                      </c:pt>
                      <c:pt idx="129">
                        <c:v>238.8178</c:v>
                      </c:pt>
                      <c:pt idx="130">
                        <c:v>238.7742</c:v>
                      </c:pt>
                      <c:pt idx="131">
                        <c:v>238.8083</c:v>
                      </c:pt>
                      <c:pt idx="132">
                        <c:v>239.1115</c:v>
                      </c:pt>
                      <c:pt idx="133">
                        <c:v>239.3147</c:v>
                      </c:pt>
                      <c:pt idx="134">
                        <c:v>239.401</c:v>
                      </c:pt>
                      <c:pt idx="135">
                        <c:v>239.611</c:v>
                      </c:pt>
                      <c:pt idx="136">
                        <c:v>239.7809</c:v>
                      </c:pt>
                      <c:pt idx="137">
                        <c:v>240.0307</c:v>
                      </c:pt>
                      <c:pt idx="138">
                        <c:v>240.2382</c:v>
                      </c:pt>
                      <c:pt idx="139">
                        <c:v>240.371</c:v>
                      </c:pt>
                    </c:numCache>
                  </c:numRef>
                </c:val>
                <c:smooth val="0"/>
              </c15:ser>
            </c15:filteredLineSeries>
            <c15:filteredLineSeries>
              <c15:ser>
                <c:idx val="5"/>
                <c:order val="6"/>
                <c:tx>
                  <c:strRef>
                    <c:extLst>
                      <c:ext uri="{02D57815-91ED-43cb-92C2-25804820EDAC}">
                        <c15:formulaRef>
                          <c15:sqref>'走势图 24'!$K$1</c15:sqref>
                        </c15:formulaRef>
                      </c:ext>
                    </c:extLst>
                    <c:strCache>
                      <c:ptCount val="1"/>
                      <c:pt idx="0">
                        <c:v>静态</c:v>
                      </c:pt>
                    </c:strCache>
                  </c:strRef>
                </c:tx>
                <c:spPr>
                  <a:ln w="28575" cap="rnd">
                    <a:solidFill>
                      <a:schemeClr val="accent6"/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delete val="1"/>
                </c:dLbls>
                <c:cat>
                  <c:num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'走势图 24'!$E$4:$E$651</c15:sqref>
                        </c15:formulaRef>
                      </c:ext>
                    </c:extLst>
                    <c:numCache>
                      <c:formatCode>yyyy/mm/dd</c:formatCode>
                      <c:ptCount val="648"/>
                      <c:pt idx="0" c:formatCode="yyyy/mm/dd">
                        <c:v>45294</c:v>
                      </c:pt>
                      <c:pt idx="1" c:formatCode="yyyy/mm/dd">
                        <c:v>45295</c:v>
                      </c:pt>
                      <c:pt idx="2" c:formatCode="yyyy/mm/dd">
                        <c:v>45296</c:v>
                      </c:pt>
                      <c:pt idx="3" c:formatCode="yyyy/mm/dd">
                        <c:v>45299</c:v>
                      </c:pt>
                      <c:pt idx="4" c:formatCode="yyyy/mm/dd">
                        <c:v>45300</c:v>
                      </c:pt>
                      <c:pt idx="5" c:formatCode="yyyy/mm/dd">
                        <c:v>45301</c:v>
                      </c:pt>
                      <c:pt idx="6" c:formatCode="yyyy/mm/dd">
                        <c:v>45302</c:v>
                      </c:pt>
                      <c:pt idx="7" c:formatCode="yyyy/mm/dd">
                        <c:v>45303</c:v>
                      </c:pt>
                      <c:pt idx="8" c:formatCode="yyyy/mm/dd">
                        <c:v>45306</c:v>
                      </c:pt>
                      <c:pt idx="9" c:formatCode="yyyy/mm/dd">
                        <c:v>45307</c:v>
                      </c:pt>
                      <c:pt idx="10" c:formatCode="yyyy/mm/dd">
                        <c:v>45308</c:v>
                      </c:pt>
                      <c:pt idx="11" c:formatCode="yyyy/mm/dd">
                        <c:v>45309</c:v>
                      </c:pt>
                      <c:pt idx="12" c:formatCode="yyyy/mm/dd">
                        <c:v>45310</c:v>
                      </c:pt>
                      <c:pt idx="13" c:formatCode="yyyy/mm/dd">
                        <c:v>45313</c:v>
                      </c:pt>
                      <c:pt idx="14" c:formatCode="yyyy/mm/dd">
                        <c:v>45314</c:v>
                      </c:pt>
                      <c:pt idx="15" c:formatCode="yyyy/mm/dd">
                        <c:v>45315</c:v>
                      </c:pt>
                      <c:pt idx="16" c:formatCode="yyyy/mm/dd">
                        <c:v>45316</c:v>
                      </c:pt>
                      <c:pt idx="17" c:formatCode="yyyy/mm/dd">
                        <c:v>45317</c:v>
                      </c:pt>
                      <c:pt idx="18" c:formatCode="yyyy/mm/dd">
                        <c:v>45320</c:v>
                      </c:pt>
                      <c:pt idx="19" c:formatCode="yyyy/mm/dd">
                        <c:v>45321</c:v>
                      </c:pt>
                      <c:pt idx="20" c:formatCode="yyyy/mm/dd">
                        <c:v>45322</c:v>
                      </c:pt>
                      <c:pt idx="21" c:formatCode="yyyy/mm/dd">
                        <c:v>45323</c:v>
                      </c:pt>
                      <c:pt idx="22" c:formatCode="yyyy/mm/dd">
                        <c:v>45324</c:v>
                      </c:pt>
                      <c:pt idx="23" c:formatCode="yyyy/mm/dd">
                        <c:v>45327</c:v>
                      </c:pt>
                      <c:pt idx="24" c:formatCode="yyyy/mm/dd">
                        <c:v>45328</c:v>
                      </c:pt>
                      <c:pt idx="25" c:formatCode="yyyy/mm/dd">
                        <c:v>45329</c:v>
                      </c:pt>
                      <c:pt idx="26" c:formatCode="yyyy/mm/dd">
                        <c:v>45330</c:v>
                      </c:pt>
                      <c:pt idx="27" c:formatCode="yyyy/mm/dd">
                        <c:v>45341</c:v>
                      </c:pt>
                      <c:pt idx="28" c:formatCode="yyyy/mm/dd">
                        <c:v>45342</c:v>
                      </c:pt>
                      <c:pt idx="29" c:formatCode="yyyy/mm/dd">
                        <c:v>45343</c:v>
                      </c:pt>
                      <c:pt idx="30" c:formatCode="yyyy/mm/dd">
                        <c:v>45344</c:v>
                      </c:pt>
                      <c:pt idx="31" c:formatCode="yyyy/mm/dd">
                        <c:v>45345</c:v>
                      </c:pt>
                      <c:pt idx="32" c:formatCode="yyyy/mm/dd">
                        <c:v>45348</c:v>
                      </c:pt>
                      <c:pt idx="33" c:formatCode="yyyy/mm/dd">
                        <c:v>45349</c:v>
                      </c:pt>
                      <c:pt idx="34" c:formatCode="yyyy/mm/dd">
                        <c:v>45350</c:v>
                      </c:pt>
                      <c:pt idx="35" c:formatCode="yyyy/mm/dd">
                        <c:v>45351</c:v>
                      </c:pt>
                      <c:pt idx="36" c:formatCode="yyyy/mm/dd">
                        <c:v>45352</c:v>
                      </c:pt>
                      <c:pt idx="37" c:formatCode="yyyy/mm/dd">
                        <c:v>45355</c:v>
                      </c:pt>
                      <c:pt idx="38" c:formatCode="yyyy/mm/dd">
                        <c:v>45356</c:v>
                      </c:pt>
                      <c:pt idx="39" c:formatCode="yyyy/mm/dd">
                        <c:v>45357</c:v>
                      </c:pt>
                      <c:pt idx="40" c:formatCode="yyyy/mm/dd">
                        <c:v>45358</c:v>
                      </c:pt>
                      <c:pt idx="41" c:formatCode="yyyy/mm/dd">
                        <c:v>45359</c:v>
                      </c:pt>
                      <c:pt idx="42" c:formatCode="yyyy/mm/dd">
                        <c:v>45362</c:v>
                      </c:pt>
                      <c:pt idx="43" c:formatCode="yyyy/mm/dd">
                        <c:v>45363</c:v>
                      </c:pt>
                      <c:pt idx="44" c:formatCode="yyyy/mm/dd">
                        <c:v>45364</c:v>
                      </c:pt>
                      <c:pt idx="45" c:formatCode="yyyy/mm/dd">
                        <c:v>45365</c:v>
                      </c:pt>
                      <c:pt idx="46" c:formatCode="yyyy/mm/dd">
                        <c:v>45366</c:v>
                      </c:pt>
                      <c:pt idx="47" c:formatCode="yyyy/mm/dd">
                        <c:v>45369</c:v>
                      </c:pt>
                      <c:pt idx="48" c:formatCode="yyyy/mm/dd">
                        <c:v>45370</c:v>
                      </c:pt>
                      <c:pt idx="49" c:formatCode="yyyy/mm/dd">
                        <c:v>45371</c:v>
                      </c:pt>
                      <c:pt idx="50" c:formatCode="yyyy/mm/dd">
                        <c:v>45372</c:v>
                      </c:pt>
                      <c:pt idx="51" c:formatCode="yyyy/mm/dd">
                        <c:v>45373</c:v>
                      </c:pt>
                      <c:pt idx="52" c:formatCode="yyyy/mm/dd">
                        <c:v>45376</c:v>
                      </c:pt>
                      <c:pt idx="53" c:formatCode="yyyy/mm/dd">
                        <c:v>45377</c:v>
                      </c:pt>
                      <c:pt idx="54" c:formatCode="yyyy/mm/dd">
                        <c:v>45378</c:v>
                      </c:pt>
                      <c:pt idx="55" c:formatCode="yyyy/mm/dd">
                        <c:v>45379</c:v>
                      </c:pt>
                      <c:pt idx="56" c:formatCode="yyyy/mm/dd">
                        <c:v>45380</c:v>
                      </c:pt>
                      <c:pt idx="57" c:formatCode="yyyy/mm/dd">
                        <c:v>45383</c:v>
                      </c:pt>
                      <c:pt idx="58" c:formatCode="yyyy/mm/dd">
                        <c:v>45384</c:v>
                      </c:pt>
                      <c:pt idx="59" c:formatCode="yyyy/mm/dd">
                        <c:v>45385</c:v>
                      </c:pt>
                      <c:pt idx="60" c:formatCode="yyyy/mm/dd">
                        <c:v>45390</c:v>
                      </c:pt>
                      <c:pt idx="61" c:formatCode="yyyy/mm/dd">
                        <c:v>45391</c:v>
                      </c:pt>
                      <c:pt idx="62" c:formatCode="yyyy/mm/dd">
                        <c:v>45392</c:v>
                      </c:pt>
                      <c:pt idx="63" c:formatCode="yyyy/mm/dd">
                        <c:v>45393</c:v>
                      </c:pt>
                      <c:pt idx="64" c:formatCode="yyyy/mm/dd">
                        <c:v>45394</c:v>
                      </c:pt>
                      <c:pt idx="65" c:formatCode="yyyy/mm/dd">
                        <c:v>45397</c:v>
                      </c:pt>
                      <c:pt idx="66" c:formatCode="yyyy/mm/dd">
                        <c:v>45398</c:v>
                      </c:pt>
                      <c:pt idx="67" c:formatCode="yyyy/mm/dd">
                        <c:v>45399</c:v>
                      </c:pt>
                      <c:pt idx="68" c:formatCode="yyyy/mm/dd">
                        <c:v>45400</c:v>
                      </c:pt>
                      <c:pt idx="69" c:formatCode="yyyy/mm/dd">
                        <c:v>45401</c:v>
                      </c:pt>
                      <c:pt idx="70" c:formatCode="yyyy/mm/dd">
                        <c:v>45404</c:v>
                      </c:pt>
                      <c:pt idx="71" c:formatCode="yyyy/mm/dd">
                        <c:v>45405</c:v>
                      </c:pt>
                      <c:pt idx="72" c:formatCode="yyyy/mm/dd">
                        <c:v>45406</c:v>
                      </c:pt>
                      <c:pt idx="73" c:formatCode="yyyy/mm/dd">
                        <c:v>45407</c:v>
                      </c:pt>
                      <c:pt idx="74" c:formatCode="yyyy/mm/dd">
                        <c:v>45408</c:v>
                      </c:pt>
                      <c:pt idx="75" c:formatCode="yyyy/mm/dd">
                        <c:v>45411</c:v>
                      </c:pt>
                      <c:pt idx="76" c:formatCode="yyyy/mm/dd">
                        <c:v>45412</c:v>
                      </c:pt>
                      <c:pt idx="77" c:formatCode="yyyy/mm/dd">
                        <c:v>45418</c:v>
                      </c:pt>
                      <c:pt idx="78" c:formatCode="yyyy/mm/dd">
                        <c:v>45419</c:v>
                      </c:pt>
                      <c:pt idx="79" c:formatCode="yyyy/mm/dd">
                        <c:v>45420</c:v>
                      </c:pt>
                      <c:pt idx="80" c:formatCode="yyyy/mm/dd">
                        <c:v>45421</c:v>
                      </c:pt>
                      <c:pt idx="81" c:formatCode="yyyy/mm/dd">
                        <c:v>45422</c:v>
                      </c:pt>
                      <c:pt idx="82" c:formatCode="yyyy/mm/dd">
                        <c:v>45425</c:v>
                      </c:pt>
                      <c:pt idx="83" c:formatCode="yyyy/mm/dd">
                        <c:v>45426</c:v>
                      </c:pt>
                      <c:pt idx="84" c:formatCode="yyyy/mm/dd">
                        <c:v>45427</c:v>
                      </c:pt>
                      <c:pt idx="85" c:formatCode="yyyy/mm/dd">
                        <c:v>45428</c:v>
                      </c:pt>
                      <c:pt idx="86" c:formatCode="yyyy/mm/dd">
                        <c:v>45429</c:v>
                      </c:pt>
                      <c:pt idx="87" c:formatCode="yyyy/mm/dd">
                        <c:v>45432</c:v>
                      </c:pt>
                      <c:pt idx="88" c:formatCode="yyyy/mm/dd">
                        <c:v>45433</c:v>
                      </c:pt>
                      <c:pt idx="89" c:formatCode="yyyy/mm/dd">
                        <c:v>45434</c:v>
                      </c:pt>
                      <c:pt idx="90" c:formatCode="yyyy/mm/dd">
                        <c:v>45435</c:v>
                      </c:pt>
                      <c:pt idx="91" c:formatCode="yyyy/mm/dd">
                        <c:v>45436</c:v>
                      </c:pt>
                      <c:pt idx="92" c:formatCode="yyyy/mm/dd">
                        <c:v>45439</c:v>
                      </c:pt>
                      <c:pt idx="93" c:formatCode="yyyy/mm/dd">
                        <c:v>45440</c:v>
                      </c:pt>
                      <c:pt idx="94" c:formatCode="yyyy/mm/dd">
                        <c:v>45441</c:v>
                      </c:pt>
                      <c:pt idx="95" c:formatCode="yyyy/mm/dd">
                        <c:v>45442</c:v>
                      </c:pt>
                      <c:pt idx="96" c:formatCode="yyyy/mm/dd">
                        <c:v>45443</c:v>
                      </c:pt>
                      <c:pt idx="97" c:formatCode="yyyy/mm/dd">
                        <c:v>45446</c:v>
                      </c:pt>
                      <c:pt idx="98" c:formatCode="yyyy/mm/dd">
                        <c:v>45447</c:v>
                      </c:pt>
                      <c:pt idx="99" c:formatCode="yyyy/mm/dd">
                        <c:v>45448</c:v>
                      </c:pt>
                      <c:pt idx="100" c:formatCode="yyyy/mm/dd">
                        <c:v>45449</c:v>
                      </c:pt>
                      <c:pt idx="101" c:formatCode="yyyy/mm/dd">
                        <c:v>45450</c:v>
                      </c:pt>
                      <c:pt idx="102" c:formatCode="yyyy/mm/dd">
                        <c:v>45454</c:v>
                      </c:pt>
                      <c:pt idx="103" c:formatCode="yyyy/mm/dd">
                        <c:v>45455</c:v>
                      </c:pt>
                      <c:pt idx="104" c:formatCode="yyyy/mm/dd">
                        <c:v>45456</c:v>
                      </c:pt>
                      <c:pt idx="105" c:formatCode="yyyy/mm/dd">
                        <c:v>45457</c:v>
                      </c:pt>
                      <c:pt idx="106" c:formatCode="yyyy/mm/dd">
                        <c:v>45460</c:v>
                      </c:pt>
                      <c:pt idx="107" c:formatCode="yyyy/mm/dd">
                        <c:v>45461</c:v>
                      </c:pt>
                      <c:pt idx="108" c:formatCode="yyyy/mm/dd">
                        <c:v>45462</c:v>
                      </c:pt>
                      <c:pt idx="109" c:formatCode="yyyy/mm/dd">
                        <c:v>45463</c:v>
                      </c:pt>
                      <c:pt idx="110" c:formatCode="yyyy/mm/dd">
                        <c:v>45464</c:v>
                      </c:pt>
                      <c:pt idx="111" c:formatCode="yyyy/mm/dd">
                        <c:v>45467</c:v>
                      </c:pt>
                      <c:pt idx="112" c:formatCode="yyyy/mm/dd">
                        <c:v>45468</c:v>
                      </c:pt>
                      <c:pt idx="113" c:formatCode="yyyy/mm/dd">
                        <c:v>45469</c:v>
                      </c:pt>
                      <c:pt idx="114" c:formatCode="yyyy/mm/dd">
                        <c:v>45470</c:v>
                      </c:pt>
                      <c:pt idx="115" c:formatCode="yyyy/mm/dd">
                        <c:v>45471</c:v>
                      </c:pt>
                      <c:pt idx="116" c:formatCode="yyyy/mm/dd">
                        <c:v>45474</c:v>
                      </c:pt>
                      <c:pt idx="117" c:formatCode="yyyy/mm/dd">
                        <c:v>45475</c:v>
                      </c:pt>
                      <c:pt idx="118" c:formatCode="yyyy/mm/dd">
                        <c:v>45476</c:v>
                      </c:pt>
                      <c:pt idx="119" c:formatCode="yyyy/mm/dd">
                        <c:v>45477</c:v>
                      </c:pt>
                      <c:pt idx="120" c:formatCode="yyyy/mm/dd">
                        <c:v>45478</c:v>
                      </c:pt>
                      <c:pt idx="121" c:formatCode="yyyy/mm/dd">
                        <c:v>45481</c:v>
                      </c:pt>
                      <c:pt idx="122" c:formatCode="yyyy/mm/dd">
                        <c:v>45482</c:v>
                      </c:pt>
                      <c:pt idx="123" c:formatCode="yyyy/mm/dd">
                        <c:v>45483</c:v>
                      </c:pt>
                      <c:pt idx="124" c:formatCode="yyyy/mm/dd">
                        <c:v>45484</c:v>
                      </c:pt>
                      <c:pt idx="125" c:formatCode="yyyy/mm/dd">
                        <c:v>45485</c:v>
                      </c:pt>
                      <c:pt idx="126" c:formatCode="yyyy/mm/dd">
                        <c:v>45488</c:v>
                      </c:pt>
                      <c:pt idx="127" c:formatCode="yyyy/mm/dd">
                        <c:v>45489</c:v>
                      </c:pt>
                      <c:pt idx="128" c:formatCode="yyyy/mm/dd">
                        <c:v>45490</c:v>
                      </c:pt>
                      <c:pt idx="129" c:formatCode="yyyy/mm/dd">
                        <c:v>45491</c:v>
                      </c:pt>
                      <c:pt idx="130" c:formatCode="yyyy/mm/dd">
                        <c:v>45492</c:v>
                      </c:pt>
                      <c:pt idx="131" c:formatCode="yyyy/mm/dd">
                        <c:v>45495</c:v>
                      </c:pt>
                      <c:pt idx="132" c:formatCode="yyyy/mm/dd">
                        <c:v>45496</c:v>
                      </c:pt>
                      <c:pt idx="133" c:formatCode="yyyy/mm/dd">
                        <c:v>45497</c:v>
                      </c:pt>
                      <c:pt idx="134" c:formatCode="yyyy/mm/dd">
                        <c:v>45498</c:v>
                      </c:pt>
                      <c:pt idx="135" c:formatCode="yyyy/mm/dd">
                        <c:v>45499</c:v>
                      </c:pt>
                      <c:pt idx="136" c:formatCode="yyyy/mm/dd">
                        <c:v>45502</c:v>
                      </c:pt>
                      <c:pt idx="137" c:formatCode="yyyy/mm/dd">
                        <c:v>45503</c:v>
                      </c:pt>
                      <c:pt idx="138" c:formatCode="yyyy/mm/dd">
                        <c:v>45504</c:v>
                      </c:pt>
                      <c:pt idx="139" c:formatCode="yyyy/mm/dd">
                        <c:v>45505</c:v>
                      </c:pt>
                      <c:pt idx="140" c:formatCode="yyyy/mm/dd">
                        <c:v>45506</c:v>
                      </c:pt>
                      <c:pt idx="141" c:formatCode="yyyy/mm/dd">
                        <c:v>45509</c:v>
                      </c:pt>
                      <c:pt idx="142" c:formatCode="yyyy/mm/dd">
                        <c:v>45510</c:v>
                      </c:pt>
                      <c:pt idx="143" c:formatCode="yyyy/mm/dd">
                        <c:v>45511</c:v>
                      </c:pt>
                      <c:pt idx="144" c:formatCode="yyyy/mm/dd">
                        <c:v>45512</c:v>
                      </c:pt>
                      <c:pt idx="145" c:formatCode="yyyy/mm/dd">
                        <c:v>45513</c:v>
                      </c:pt>
                      <c:pt idx="146" c:formatCode="yyyy/mm/dd">
                        <c:v>45516</c:v>
                      </c:pt>
                      <c:pt idx="147" c:formatCode="yyyy/mm/dd">
                        <c:v>45517</c:v>
                      </c:pt>
                      <c:pt idx="148" c:formatCode="yyyy/mm/dd">
                        <c:v>45518</c:v>
                      </c:pt>
                      <c:pt idx="149" c:formatCode="yyyy/mm/dd">
                        <c:v>45519</c:v>
                      </c:pt>
                      <c:pt idx="150" c:formatCode="yyyy/mm/dd">
                        <c:v>45520</c:v>
                      </c:pt>
                      <c:pt idx="151" c:formatCode="yyyy/mm/dd">
                        <c:v>45523</c:v>
                      </c:pt>
                      <c:pt idx="152" c:formatCode="yyyy/mm/dd">
                        <c:v>45524</c:v>
                      </c:pt>
                      <c:pt idx="153" c:formatCode="yyyy/mm/dd">
                        <c:v>45525</c:v>
                      </c:pt>
                      <c:pt idx="154" c:formatCode="yyyy/mm/dd">
                        <c:v>45526</c:v>
                      </c:pt>
                      <c:pt idx="155" c:formatCode="yyyy/mm/dd">
                        <c:v>45527</c:v>
                      </c:pt>
                      <c:pt idx="156" c:formatCode="yyyy/mm/dd">
                        <c:v>45530</c:v>
                      </c:pt>
                      <c:pt idx="157" c:formatCode="yyyy/mm/dd">
                        <c:v>45531</c:v>
                      </c:pt>
                      <c:pt idx="158" c:formatCode="yyyy/mm/dd">
                        <c:v>45532</c:v>
                      </c:pt>
                      <c:pt idx="159" c:formatCode="yyyy/mm/dd">
                        <c:v>45533</c:v>
                      </c:pt>
                      <c:pt idx="160" c:formatCode="yyyy/mm/dd">
                        <c:v>45534</c:v>
                      </c:pt>
                      <c:pt idx="161" c:formatCode="yyyy/mm/dd">
                        <c:v>45537</c:v>
                      </c:pt>
                      <c:pt idx="162" c:formatCode="yyyy/mm/dd">
                        <c:v>45538</c:v>
                      </c:pt>
                      <c:pt idx="163" c:formatCode="yyyy/mm/dd">
                        <c:v>45539</c:v>
                      </c:pt>
                      <c:pt idx="164" c:formatCode="yyyy/mm/dd">
                        <c:v>45540</c:v>
                      </c:pt>
                      <c:pt idx="165" c:formatCode="yyyy/mm/dd">
                        <c:v>45541</c:v>
                      </c:pt>
                      <c:pt idx="166" c:formatCode="yyyy/mm/dd">
                        <c:v>45544</c:v>
                      </c:pt>
                      <c:pt idx="167" c:formatCode="yyyy/mm/dd">
                        <c:v>45545</c:v>
                      </c:pt>
                      <c:pt idx="168" c:formatCode="yyyy/mm/dd">
                        <c:v>45546</c:v>
                      </c:pt>
                      <c:pt idx="169" c:formatCode="yyyy/mm/dd">
                        <c:v>45547</c:v>
                      </c:pt>
                      <c:pt idx="170" c:formatCode="yyyy/mm/dd">
                        <c:v>45548</c:v>
                      </c:pt>
                      <c:pt idx="171" c:formatCode="yyyy/mm/dd">
                        <c:v>45553</c:v>
                      </c:pt>
                      <c:pt idx="172" c:formatCode="yyyy/mm/dd">
                        <c:v>45554</c:v>
                      </c:pt>
                      <c:pt idx="173" c:formatCode="yyyy/mm/dd">
                        <c:v>45555</c:v>
                      </c:pt>
                      <c:pt idx="174" c:formatCode="yyyy/mm/dd">
                        <c:v>45558</c:v>
                      </c:pt>
                      <c:pt idx="175" c:formatCode="yyyy/mm/dd">
                        <c:v>45559</c:v>
                      </c:pt>
                      <c:pt idx="176" c:formatCode="yyyy/mm/dd">
                        <c:v>45560</c:v>
                      </c:pt>
                      <c:pt idx="177" c:formatCode="yyyy/mm/dd">
                        <c:v>45561</c:v>
                      </c:pt>
                      <c:pt idx="178" c:formatCode="yyyy/mm/dd">
                        <c:v>45562</c:v>
                      </c:pt>
                      <c:pt idx="179" c:formatCode="yyyy/mm/dd">
                        <c:v>45565</c:v>
                      </c:pt>
                      <c:pt idx="180" c:formatCode="yyyy/mm/dd">
                        <c:v>45573</c:v>
                      </c:pt>
                      <c:pt idx="181" c:formatCode="yyyy/mm/dd">
                        <c:v>45574</c:v>
                      </c:pt>
                      <c:pt idx="182" c:formatCode="yyyy/mm/dd">
                        <c:v>45575</c:v>
                      </c:pt>
                      <c:pt idx="183" c:formatCode="yyyy/mm/dd">
                        <c:v>45576</c:v>
                      </c:pt>
                      <c:pt idx="184" c:formatCode="yyyy/mm/dd">
                        <c:v>45579</c:v>
                      </c:pt>
                      <c:pt idx="185" c:formatCode="yyyy/mm/dd">
                        <c:v>45580</c:v>
                      </c:pt>
                      <c:pt idx="186" c:formatCode="yyyy/mm/dd">
                        <c:v>45581</c:v>
                      </c:pt>
                      <c:pt idx="187" c:formatCode="yyyy/mm/dd">
                        <c:v>45582</c:v>
                      </c:pt>
                      <c:pt idx="188" c:formatCode="yyyy/mm/dd">
                        <c:v>45583</c:v>
                      </c:pt>
                      <c:pt idx="189" c:formatCode="yyyy/mm/dd">
                        <c:v>45586</c:v>
                      </c:pt>
                      <c:pt idx="190" c:formatCode="yyyy/mm/dd">
                        <c:v>45587</c:v>
                      </c:pt>
                      <c:pt idx="191" c:formatCode="yyyy/mm/dd">
                        <c:v>45588</c:v>
                      </c:pt>
                      <c:pt idx="192" c:formatCode="yyyy/mm/dd">
                        <c:v>45589</c:v>
                      </c:pt>
                      <c:pt idx="193" c:formatCode="yyyy/mm/dd">
                        <c:v>45590</c:v>
                      </c:pt>
                      <c:pt idx="194" c:formatCode="yyyy/mm/dd">
                        <c:v>45593</c:v>
                      </c:pt>
                      <c:pt idx="195" c:formatCode="yyyy/mm/dd">
                        <c:v>45594</c:v>
                      </c:pt>
                      <c:pt idx="196" c:formatCode="yyyy/mm/dd">
                        <c:v>45595</c:v>
                      </c:pt>
                      <c:pt idx="197" c:formatCode="yyyy/mm/dd">
                        <c:v>45596</c:v>
                      </c:pt>
                      <c:pt idx="198" c:formatCode="yyyy/mm/dd">
                        <c:v>45597</c:v>
                      </c:pt>
                      <c:pt idx="199" c:formatCode="yyyy/mm/dd">
                        <c:v>45600</c:v>
                      </c:pt>
                      <c:pt idx="200" c:formatCode="yyyy/mm/dd">
                        <c:v>45601</c:v>
                      </c:pt>
                      <c:pt idx="201" c:formatCode="yyyy/mm/dd">
                        <c:v>45602</c:v>
                      </c:pt>
                      <c:pt idx="202" c:formatCode="yyyy/mm/dd">
                        <c:v>45603</c:v>
                      </c:pt>
                      <c:pt idx="203" c:formatCode="yyyy/mm/dd">
                        <c:v>45604</c:v>
                      </c:pt>
                      <c:pt idx="204" c:formatCode="yyyy/mm/dd">
                        <c:v>45607</c:v>
                      </c:pt>
                      <c:pt idx="205" c:formatCode="yyyy/mm/dd">
                        <c:v>45608</c:v>
                      </c:pt>
                      <c:pt idx="206" c:formatCode="yyyy/mm/dd">
                        <c:v>45609</c:v>
                      </c:pt>
                      <c:pt idx="207" c:formatCode="yyyy/mm/dd">
                        <c:v>45610</c:v>
                      </c:pt>
                      <c:pt idx="208" c:formatCode="yyyy/mm/dd">
                        <c:v>45611</c:v>
                      </c:pt>
                      <c:pt idx="209" c:formatCode="yyyy/mm/dd">
                        <c:v>45614</c:v>
                      </c:pt>
                      <c:pt idx="210" c:formatCode="yyyy/mm/dd">
                        <c:v>45615</c:v>
                      </c:pt>
                      <c:pt idx="211" c:formatCode="yyyy/mm/dd">
                        <c:v>45616</c:v>
                      </c:pt>
                      <c:pt idx="212" c:formatCode="yyyy/mm/dd">
                        <c:v>45617</c:v>
                      </c:pt>
                      <c:pt idx="213" c:formatCode="yyyy/mm/dd">
                        <c:v>45618</c:v>
                      </c:pt>
                      <c:pt idx="214" c:formatCode="yyyy/mm/dd">
                        <c:v>45621</c:v>
                      </c:pt>
                      <c:pt idx="215" c:formatCode="yyyy/mm/dd">
                        <c:v>45622</c:v>
                      </c:pt>
                      <c:pt idx="216" c:formatCode="yyyy/mm/dd">
                        <c:v>45623</c:v>
                      </c:pt>
                      <c:pt idx="217" c:formatCode="yyyy/mm/dd">
                        <c:v>45624</c:v>
                      </c:pt>
                      <c:pt idx="218" c:formatCode="yyyy/mm/dd">
                        <c:v>45625</c:v>
                      </c:pt>
                      <c:pt idx="219" c:formatCode="yyyy/mm/dd">
                        <c:v>45628</c:v>
                      </c:pt>
                      <c:pt idx="220" c:formatCode="yyyy/mm/dd">
                        <c:v>45629</c:v>
                      </c:pt>
                      <c:pt idx="221" c:formatCode="yyyy/mm/dd">
                        <c:v>45630</c:v>
                      </c:pt>
                      <c:pt idx="222" c:formatCode="yyyy/mm/dd">
                        <c:v>45631</c:v>
                      </c:pt>
                      <c:pt idx="223" c:formatCode="yyyy/mm/dd">
                        <c:v>45632</c:v>
                      </c:pt>
                      <c:pt idx="224" c:formatCode="yyyy/mm/dd">
                        <c:v>45635</c:v>
                      </c:pt>
                      <c:pt idx="225" c:formatCode="yyyy/mm/dd">
                        <c:v>45636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'走势图 24'!$K$3:$K$142</c15:sqref>
                        </c15:formulaRef>
                      </c:ext>
                    </c:extLst>
                    <c:numCache>
                      <c:formatCode>0.00%</c:formatCode>
                      <c:ptCount val="140"/>
                      <c:pt idx="0">
                        <c:v>0.026029</c:v>
                      </c:pt>
                      <c:pt idx="1">
                        <c:v>0.026103</c:v>
                      </c:pt>
                      <c:pt idx="2">
                        <c:v>0.0261</c:v>
                      </c:pt>
                      <c:pt idx="3">
                        <c:v>0.025729</c:v>
                      </c:pt>
                      <c:pt idx="4">
                        <c:v>0.025452</c:v>
                      </c:pt>
                      <c:pt idx="5">
                        <c:v>0.025692</c:v>
                      </c:pt>
                      <c:pt idx="6">
                        <c:v>0.025774</c:v>
                      </c:pt>
                      <c:pt idx="7">
                        <c:v>0.025799</c:v>
                      </c:pt>
                      <c:pt idx="8">
                        <c:v>0.02549</c:v>
                      </c:pt>
                      <c:pt idx="9">
                        <c:v>0.02548</c:v>
                      </c:pt>
                      <c:pt idx="10">
                        <c:v>0.025538</c:v>
                      </c:pt>
                      <c:pt idx="11">
                        <c:v>0.025761</c:v>
                      </c:pt>
                      <c:pt idx="12">
                        <c:v>0.025682</c:v>
                      </c:pt>
                      <c:pt idx="13">
                        <c:v>0.025681</c:v>
                      </c:pt>
                      <c:pt idx="14">
                        <c:v>0.025952</c:v>
                      </c:pt>
                      <c:pt idx="15">
                        <c:v>0.025982</c:v>
                      </c:pt>
                      <c:pt idx="16">
                        <c:v>0.025777</c:v>
                      </c:pt>
                      <c:pt idx="17">
                        <c:v>0.025362</c:v>
                      </c:pt>
                      <c:pt idx="18">
                        <c:v>0.025203</c:v>
                      </c:pt>
                      <c:pt idx="19">
                        <c:v>0.025205</c:v>
                      </c:pt>
                      <c:pt idx="20">
                        <c:v>0.025128</c:v>
                      </c:pt>
                      <c:pt idx="21">
                        <c:v>0.025108</c:v>
                      </c:pt>
                      <c:pt idx="22">
                        <c:v>0.025114</c:v>
                      </c:pt>
                      <c:pt idx="23">
                        <c:v>0.025073</c:v>
                      </c:pt>
                      <c:pt idx="24">
                        <c:v>0.025032</c:v>
                      </c:pt>
                      <c:pt idx="25">
                        <c:v>0.024861</c:v>
                      </c:pt>
                      <c:pt idx="26">
                        <c:v>0.024827</c:v>
                      </c:pt>
                      <c:pt idx="27">
                        <c:v>0.024766</c:v>
                      </c:pt>
                      <c:pt idx="28">
                        <c:v>0.024736</c:v>
                      </c:pt>
                      <c:pt idx="29">
                        <c:v>0.024578</c:v>
                      </c:pt>
                      <c:pt idx="30">
                        <c:v>0.024425</c:v>
                      </c:pt>
                      <c:pt idx="31">
                        <c:v>0.024356</c:v>
                      </c:pt>
                      <c:pt idx="32">
                        <c:v>0.024196</c:v>
                      </c:pt>
                      <c:pt idx="33">
                        <c:v>0.022459</c:v>
                      </c:pt>
                      <c:pt idx="34">
                        <c:v>0.02244</c:v>
                      </c:pt>
                      <c:pt idx="35">
                        <c:v>0.020563</c:v>
                      </c:pt>
                      <c:pt idx="36">
                        <c:v>0.021294</c:v>
                      </c:pt>
                      <c:pt idx="37">
                        <c:v>0.021407</c:v>
                      </c:pt>
                      <c:pt idx="38">
                        <c:v>0.02356</c:v>
                      </c:pt>
                      <c:pt idx="39">
                        <c:v>0.023449</c:v>
                      </c:pt>
                      <c:pt idx="40">
                        <c:v>0.023461</c:v>
                      </c:pt>
                      <c:pt idx="41">
                        <c:v>0.023433</c:v>
                      </c:pt>
                      <c:pt idx="42">
                        <c:v>0.023408</c:v>
                      </c:pt>
                      <c:pt idx="43">
                        <c:v>0.023553</c:v>
                      </c:pt>
                      <c:pt idx="44">
                        <c:v>0.023602</c:v>
                      </c:pt>
                      <c:pt idx="45">
                        <c:v>0.023659</c:v>
                      </c:pt>
                      <c:pt idx="46">
                        <c:v>0.023215</c:v>
                      </c:pt>
                      <c:pt idx="47">
                        <c:v>0.023628</c:v>
                      </c:pt>
                      <c:pt idx="48">
                        <c:v>0.023828</c:v>
                      </c:pt>
                      <c:pt idx="49">
                        <c:v>0.023781</c:v>
                      </c:pt>
                      <c:pt idx="50">
                        <c:v>0.023709</c:v>
                      </c:pt>
                      <c:pt idx="51">
                        <c:v>0.023255</c:v>
                      </c:pt>
                      <c:pt idx="52">
                        <c:v>0.023687</c:v>
                      </c:pt>
                      <c:pt idx="53">
                        <c:v>0.023814</c:v>
                      </c:pt>
                      <c:pt idx="54">
                        <c:v>0.023932</c:v>
                      </c:pt>
                      <c:pt idx="55">
                        <c:v>0.023963</c:v>
                      </c:pt>
                      <c:pt idx="56">
                        <c:v>0.022956</c:v>
                      </c:pt>
                      <c:pt idx="57">
                        <c:v>0.024142</c:v>
                      </c:pt>
                      <c:pt idx="58">
                        <c:v>0.024064</c:v>
                      </c:pt>
                      <c:pt idx="59">
                        <c:v>0.023929</c:v>
                      </c:pt>
                      <c:pt idx="60">
                        <c:v>0.023782</c:v>
                      </c:pt>
                      <c:pt idx="61">
                        <c:v>0.023708</c:v>
                      </c:pt>
                      <c:pt idx="62">
                        <c:v>0.023305</c:v>
                      </c:pt>
                      <c:pt idx="63">
                        <c:v>0.022308</c:v>
                      </c:pt>
                      <c:pt idx="64">
                        <c:v>0.022797</c:v>
                      </c:pt>
                      <c:pt idx="65">
                        <c:v>0.02261</c:v>
                      </c:pt>
                      <c:pt idx="66">
                        <c:v>0.021815</c:v>
                      </c:pt>
                      <c:pt idx="67">
                        <c:v>0.022879</c:v>
                      </c:pt>
                      <c:pt idx="68">
                        <c:v>0.02273</c:v>
                      </c:pt>
                      <c:pt idx="69">
                        <c:v>0.022612</c:v>
                      </c:pt>
                      <c:pt idx="70">
                        <c:v>0.022571</c:v>
                      </c:pt>
                      <c:pt idx="71">
                        <c:v>0.022609</c:v>
                      </c:pt>
                      <c:pt idx="72">
                        <c:v>0.022537</c:v>
                      </c:pt>
                      <c:pt idx="73">
                        <c:v>0.022687</c:v>
                      </c:pt>
                      <c:pt idx="74">
                        <c:v>0.022675</c:v>
                      </c:pt>
                      <c:pt idx="75">
                        <c:v>0.021602</c:v>
                      </c:pt>
                      <c:pt idx="76">
                        <c:v>0.022884</c:v>
                      </c:pt>
                      <c:pt idx="77">
                        <c:v>0.02275</c:v>
                      </c:pt>
                      <c:pt idx="78">
                        <c:v>0.022715</c:v>
                      </c:pt>
                      <c:pt idx="79">
                        <c:v>0.022491</c:v>
                      </c:pt>
                      <c:pt idx="80">
                        <c:v>0.022602</c:v>
                      </c:pt>
                      <c:pt idx="81">
                        <c:v>0.0225</c:v>
                      </c:pt>
                      <c:pt idx="82">
                        <c:v>0.022523</c:v>
                      </c:pt>
                      <c:pt idx="83">
                        <c:v>0.022564</c:v>
                      </c:pt>
                      <c:pt idx="84">
                        <c:v>0.022569</c:v>
                      </c:pt>
                      <c:pt idx="85">
                        <c:v>0.022573</c:v>
                      </c:pt>
                      <c:pt idx="86">
                        <c:v>0.022541</c:v>
                      </c:pt>
                      <c:pt idx="87">
                        <c:v>0.022027</c:v>
                      </c:pt>
                      <c:pt idx="88">
                        <c:v>0.02244</c:v>
                      </c:pt>
                      <c:pt idx="89">
                        <c:v>0.022393</c:v>
                      </c:pt>
                      <c:pt idx="90">
                        <c:v>0.022355</c:v>
                      </c:pt>
                      <c:pt idx="91">
                        <c:v>0.021866</c:v>
                      </c:pt>
                      <c:pt idx="92">
                        <c:v>0.022483</c:v>
                      </c:pt>
                      <c:pt idx="93">
                        <c:v>0.022312</c:v>
                      </c:pt>
                      <c:pt idx="94">
                        <c:v>0.022469</c:v>
                      </c:pt>
                      <c:pt idx="95">
                        <c:v>0.022422</c:v>
                      </c:pt>
                      <c:pt idx="96">
                        <c:v>0.022516</c:v>
                      </c:pt>
                      <c:pt idx="97">
                        <c:v>0.022529</c:v>
                      </c:pt>
                      <c:pt idx="98">
                        <c:v>0.022545</c:v>
                      </c:pt>
                      <c:pt idx="99">
                        <c:v>0.022547</c:v>
                      </c:pt>
                      <c:pt idx="100">
                        <c:v>0.02258</c:v>
                      </c:pt>
                      <c:pt idx="101">
                        <c:v>0.022541</c:v>
                      </c:pt>
                      <c:pt idx="102">
                        <c:v>0.022064</c:v>
                      </c:pt>
                      <c:pt idx="103">
                        <c:v>0.022418</c:v>
                      </c:pt>
                      <c:pt idx="104">
                        <c:v>0.022348</c:v>
                      </c:pt>
                      <c:pt idx="105">
                        <c:v>0.022439</c:v>
                      </c:pt>
                      <c:pt idx="106">
                        <c:v>0.022464</c:v>
                      </c:pt>
                      <c:pt idx="107">
                        <c:v>0.022285</c:v>
                      </c:pt>
                      <c:pt idx="108">
                        <c:v>0.022487</c:v>
                      </c:pt>
                      <c:pt idx="109">
                        <c:v>0.022461</c:v>
                      </c:pt>
                      <c:pt idx="110">
                        <c:v>0.022482</c:v>
                      </c:pt>
                      <c:pt idx="111">
                        <c:v>0.02248</c:v>
                      </c:pt>
                      <c:pt idx="112">
                        <c:v>0.022668</c:v>
                      </c:pt>
                      <c:pt idx="113">
                        <c:v>0.022636</c:v>
                      </c:pt>
                      <c:pt idx="114">
                        <c:v>0.022584</c:v>
                      </c:pt>
                      <c:pt idx="115">
                        <c:v>0.022595</c:v>
                      </c:pt>
                      <c:pt idx="116">
                        <c:v>0.022491</c:v>
                      </c:pt>
                      <c:pt idx="117">
                        <c:v>0.022373</c:v>
                      </c:pt>
                      <c:pt idx="118">
                        <c:v>0.022305</c:v>
                      </c:pt>
                      <c:pt idx="119">
                        <c:v>0.022306</c:v>
                      </c:pt>
                      <c:pt idx="120">
                        <c:v>0.022381</c:v>
                      </c:pt>
                      <c:pt idx="121">
                        <c:v>0.02244</c:v>
                      </c:pt>
                      <c:pt idx="122">
                        <c:v>0.022527</c:v>
                      </c:pt>
                      <c:pt idx="123">
                        <c:v>0.022443</c:v>
                      </c:pt>
                      <c:pt idx="124">
                        <c:v>0.02226</c:v>
                      </c:pt>
                      <c:pt idx="125">
                        <c:v>0.022509</c:v>
                      </c:pt>
                      <c:pt idx="126">
                        <c:v>0.022525</c:v>
                      </c:pt>
                      <c:pt idx="127">
                        <c:v>0.022498</c:v>
                      </c:pt>
                      <c:pt idx="128">
                        <c:v>0.022552</c:v>
                      </c:pt>
                      <c:pt idx="129">
                        <c:v>0.022658</c:v>
                      </c:pt>
                      <c:pt idx="130">
                        <c:v>0.022614</c:v>
                      </c:pt>
                      <c:pt idx="131">
                        <c:v>0.022671</c:v>
                      </c:pt>
                      <c:pt idx="132">
                        <c:v>0.022781</c:v>
                      </c:pt>
                      <c:pt idx="133">
                        <c:v>0.022772</c:v>
                      </c:pt>
                      <c:pt idx="134">
                        <c:v>0.023038</c:v>
                      </c:pt>
                      <c:pt idx="135">
                        <c:v>0.022407</c:v>
                      </c:pt>
                      <c:pt idx="136">
                        <c:v>0.023226</c:v>
                      </c:pt>
                      <c:pt idx="137">
                        <c:v>0.023166</c:v>
                      </c:pt>
                      <c:pt idx="138">
                        <c:v>0.023358</c:v>
                      </c:pt>
                      <c:pt idx="139">
                        <c:v>0.023423</c:v>
                      </c:pt>
                    </c:numCache>
                  </c:numRef>
                </c:val>
                <c:smooth val="0"/>
              </c15:ser>
            </c15:filteredLineSeries>
            <c15:filteredLineSeries>
              <c15:ser>
                <c:idx val="6"/>
                <c:order val="7"/>
                <c:tx>
                  <c:strRef>
                    <c:extLst>
                      <c:ext uri="{02D57815-91ED-43cb-92C2-25804820EDAC}">
                        <c15:formulaRef>
                          <c15:sqref>'走势图 24'!$L$1</c15:sqref>
                        </c15:formulaRef>
                      </c:ext>
                    </c:extLst>
                    <c:strCache>
                      <c:ptCount val="1"/>
                      <c:pt idx="0">
                        <c:v>杠杆</c:v>
                      </c:pt>
                    </c:strCache>
                  </c:strRef>
                </c:tx>
                <c:spPr>
                  <a:ln w="28575" cap="rnd">
                    <a:solidFill>
                      <a:schemeClr val="accent1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delete val="1"/>
                </c:dLbls>
                <c:cat>
                  <c:num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'走势图 24'!$E$4:$E$651</c15:sqref>
                        </c15:formulaRef>
                      </c:ext>
                    </c:extLst>
                    <c:numCache>
                      <c:formatCode>yyyy/mm/dd</c:formatCode>
                      <c:ptCount val="648"/>
                      <c:pt idx="0" c:formatCode="yyyy/mm/dd">
                        <c:v>45294</c:v>
                      </c:pt>
                      <c:pt idx="1" c:formatCode="yyyy/mm/dd">
                        <c:v>45295</c:v>
                      </c:pt>
                      <c:pt idx="2" c:formatCode="yyyy/mm/dd">
                        <c:v>45296</c:v>
                      </c:pt>
                      <c:pt idx="3" c:formatCode="yyyy/mm/dd">
                        <c:v>45299</c:v>
                      </c:pt>
                      <c:pt idx="4" c:formatCode="yyyy/mm/dd">
                        <c:v>45300</c:v>
                      </c:pt>
                      <c:pt idx="5" c:formatCode="yyyy/mm/dd">
                        <c:v>45301</c:v>
                      </c:pt>
                      <c:pt idx="6" c:formatCode="yyyy/mm/dd">
                        <c:v>45302</c:v>
                      </c:pt>
                      <c:pt idx="7" c:formatCode="yyyy/mm/dd">
                        <c:v>45303</c:v>
                      </c:pt>
                      <c:pt idx="8" c:formatCode="yyyy/mm/dd">
                        <c:v>45306</c:v>
                      </c:pt>
                      <c:pt idx="9" c:formatCode="yyyy/mm/dd">
                        <c:v>45307</c:v>
                      </c:pt>
                      <c:pt idx="10" c:formatCode="yyyy/mm/dd">
                        <c:v>45308</c:v>
                      </c:pt>
                      <c:pt idx="11" c:formatCode="yyyy/mm/dd">
                        <c:v>45309</c:v>
                      </c:pt>
                      <c:pt idx="12" c:formatCode="yyyy/mm/dd">
                        <c:v>45310</c:v>
                      </c:pt>
                      <c:pt idx="13" c:formatCode="yyyy/mm/dd">
                        <c:v>45313</c:v>
                      </c:pt>
                      <c:pt idx="14" c:formatCode="yyyy/mm/dd">
                        <c:v>45314</c:v>
                      </c:pt>
                      <c:pt idx="15" c:formatCode="yyyy/mm/dd">
                        <c:v>45315</c:v>
                      </c:pt>
                      <c:pt idx="16" c:formatCode="yyyy/mm/dd">
                        <c:v>45316</c:v>
                      </c:pt>
                      <c:pt idx="17" c:formatCode="yyyy/mm/dd">
                        <c:v>45317</c:v>
                      </c:pt>
                      <c:pt idx="18" c:formatCode="yyyy/mm/dd">
                        <c:v>45320</c:v>
                      </c:pt>
                      <c:pt idx="19" c:formatCode="yyyy/mm/dd">
                        <c:v>45321</c:v>
                      </c:pt>
                      <c:pt idx="20" c:formatCode="yyyy/mm/dd">
                        <c:v>45322</c:v>
                      </c:pt>
                      <c:pt idx="21" c:formatCode="yyyy/mm/dd">
                        <c:v>45323</c:v>
                      </c:pt>
                      <c:pt idx="22" c:formatCode="yyyy/mm/dd">
                        <c:v>45324</c:v>
                      </c:pt>
                      <c:pt idx="23" c:formatCode="yyyy/mm/dd">
                        <c:v>45327</c:v>
                      </c:pt>
                      <c:pt idx="24" c:formatCode="yyyy/mm/dd">
                        <c:v>45328</c:v>
                      </c:pt>
                      <c:pt idx="25" c:formatCode="yyyy/mm/dd">
                        <c:v>45329</c:v>
                      </c:pt>
                      <c:pt idx="26" c:formatCode="yyyy/mm/dd">
                        <c:v>45330</c:v>
                      </c:pt>
                      <c:pt idx="27" c:formatCode="yyyy/mm/dd">
                        <c:v>45341</c:v>
                      </c:pt>
                      <c:pt idx="28" c:formatCode="yyyy/mm/dd">
                        <c:v>45342</c:v>
                      </c:pt>
                      <c:pt idx="29" c:formatCode="yyyy/mm/dd">
                        <c:v>45343</c:v>
                      </c:pt>
                      <c:pt idx="30" c:formatCode="yyyy/mm/dd">
                        <c:v>45344</c:v>
                      </c:pt>
                      <c:pt idx="31" c:formatCode="yyyy/mm/dd">
                        <c:v>45345</c:v>
                      </c:pt>
                      <c:pt idx="32" c:formatCode="yyyy/mm/dd">
                        <c:v>45348</c:v>
                      </c:pt>
                      <c:pt idx="33" c:formatCode="yyyy/mm/dd">
                        <c:v>45349</c:v>
                      </c:pt>
                      <c:pt idx="34" c:formatCode="yyyy/mm/dd">
                        <c:v>45350</c:v>
                      </c:pt>
                      <c:pt idx="35" c:formatCode="yyyy/mm/dd">
                        <c:v>45351</c:v>
                      </c:pt>
                      <c:pt idx="36" c:formatCode="yyyy/mm/dd">
                        <c:v>45352</c:v>
                      </c:pt>
                      <c:pt idx="37" c:formatCode="yyyy/mm/dd">
                        <c:v>45355</c:v>
                      </c:pt>
                      <c:pt idx="38" c:formatCode="yyyy/mm/dd">
                        <c:v>45356</c:v>
                      </c:pt>
                      <c:pt idx="39" c:formatCode="yyyy/mm/dd">
                        <c:v>45357</c:v>
                      </c:pt>
                      <c:pt idx="40" c:formatCode="yyyy/mm/dd">
                        <c:v>45358</c:v>
                      </c:pt>
                      <c:pt idx="41" c:formatCode="yyyy/mm/dd">
                        <c:v>45359</c:v>
                      </c:pt>
                      <c:pt idx="42" c:formatCode="yyyy/mm/dd">
                        <c:v>45362</c:v>
                      </c:pt>
                      <c:pt idx="43" c:formatCode="yyyy/mm/dd">
                        <c:v>45363</c:v>
                      </c:pt>
                      <c:pt idx="44" c:formatCode="yyyy/mm/dd">
                        <c:v>45364</c:v>
                      </c:pt>
                      <c:pt idx="45" c:formatCode="yyyy/mm/dd">
                        <c:v>45365</c:v>
                      </c:pt>
                      <c:pt idx="46" c:formatCode="yyyy/mm/dd">
                        <c:v>45366</c:v>
                      </c:pt>
                      <c:pt idx="47" c:formatCode="yyyy/mm/dd">
                        <c:v>45369</c:v>
                      </c:pt>
                      <c:pt idx="48" c:formatCode="yyyy/mm/dd">
                        <c:v>45370</c:v>
                      </c:pt>
                      <c:pt idx="49" c:formatCode="yyyy/mm/dd">
                        <c:v>45371</c:v>
                      </c:pt>
                      <c:pt idx="50" c:formatCode="yyyy/mm/dd">
                        <c:v>45372</c:v>
                      </c:pt>
                      <c:pt idx="51" c:formatCode="yyyy/mm/dd">
                        <c:v>45373</c:v>
                      </c:pt>
                      <c:pt idx="52" c:formatCode="yyyy/mm/dd">
                        <c:v>45376</c:v>
                      </c:pt>
                      <c:pt idx="53" c:formatCode="yyyy/mm/dd">
                        <c:v>45377</c:v>
                      </c:pt>
                      <c:pt idx="54" c:formatCode="yyyy/mm/dd">
                        <c:v>45378</c:v>
                      </c:pt>
                      <c:pt idx="55" c:formatCode="yyyy/mm/dd">
                        <c:v>45379</c:v>
                      </c:pt>
                      <c:pt idx="56" c:formatCode="yyyy/mm/dd">
                        <c:v>45380</c:v>
                      </c:pt>
                      <c:pt idx="57" c:formatCode="yyyy/mm/dd">
                        <c:v>45383</c:v>
                      </c:pt>
                      <c:pt idx="58" c:formatCode="yyyy/mm/dd">
                        <c:v>45384</c:v>
                      </c:pt>
                      <c:pt idx="59" c:formatCode="yyyy/mm/dd">
                        <c:v>45385</c:v>
                      </c:pt>
                      <c:pt idx="60" c:formatCode="yyyy/mm/dd">
                        <c:v>45390</c:v>
                      </c:pt>
                      <c:pt idx="61" c:formatCode="yyyy/mm/dd">
                        <c:v>45391</c:v>
                      </c:pt>
                      <c:pt idx="62" c:formatCode="yyyy/mm/dd">
                        <c:v>45392</c:v>
                      </c:pt>
                      <c:pt idx="63" c:formatCode="yyyy/mm/dd">
                        <c:v>45393</c:v>
                      </c:pt>
                      <c:pt idx="64" c:formatCode="yyyy/mm/dd">
                        <c:v>45394</c:v>
                      </c:pt>
                      <c:pt idx="65" c:formatCode="yyyy/mm/dd">
                        <c:v>45397</c:v>
                      </c:pt>
                      <c:pt idx="66" c:formatCode="yyyy/mm/dd">
                        <c:v>45398</c:v>
                      </c:pt>
                      <c:pt idx="67" c:formatCode="yyyy/mm/dd">
                        <c:v>45399</c:v>
                      </c:pt>
                      <c:pt idx="68" c:formatCode="yyyy/mm/dd">
                        <c:v>45400</c:v>
                      </c:pt>
                      <c:pt idx="69" c:formatCode="yyyy/mm/dd">
                        <c:v>45401</c:v>
                      </c:pt>
                      <c:pt idx="70" c:formatCode="yyyy/mm/dd">
                        <c:v>45404</c:v>
                      </c:pt>
                      <c:pt idx="71" c:formatCode="yyyy/mm/dd">
                        <c:v>45405</c:v>
                      </c:pt>
                      <c:pt idx="72" c:formatCode="yyyy/mm/dd">
                        <c:v>45406</c:v>
                      </c:pt>
                      <c:pt idx="73" c:formatCode="yyyy/mm/dd">
                        <c:v>45407</c:v>
                      </c:pt>
                      <c:pt idx="74" c:formatCode="yyyy/mm/dd">
                        <c:v>45408</c:v>
                      </c:pt>
                      <c:pt idx="75" c:formatCode="yyyy/mm/dd">
                        <c:v>45411</c:v>
                      </c:pt>
                      <c:pt idx="76" c:formatCode="yyyy/mm/dd">
                        <c:v>45412</c:v>
                      </c:pt>
                      <c:pt idx="77" c:formatCode="yyyy/mm/dd">
                        <c:v>45418</c:v>
                      </c:pt>
                      <c:pt idx="78" c:formatCode="yyyy/mm/dd">
                        <c:v>45419</c:v>
                      </c:pt>
                      <c:pt idx="79" c:formatCode="yyyy/mm/dd">
                        <c:v>45420</c:v>
                      </c:pt>
                      <c:pt idx="80" c:formatCode="yyyy/mm/dd">
                        <c:v>45421</c:v>
                      </c:pt>
                      <c:pt idx="81" c:formatCode="yyyy/mm/dd">
                        <c:v>45422</c:v>
                      </c:pt>
                      <c:pt idx="82" c:formatCode="yyyy/mm/dd">
                        <c:v>45425</c:v>
                      </c:pt>
                      <c:pt idx="83" c:formatCode="yyyy/mm/dd">
                        <c:v>45426</c:v>
                      </c:pt>
                      <c:pt idx="84" c:formatCode="yyyy/mm/dd">
                        <c:v>45427</c:v>
                      </c:pt>
                      <c:pt idx="85" c:formatCode="yyyy/mm/dd">
                        <c:v>45428</c:v>
                      </c:pt>
                      <c:pt idx="86" c:formatCode="yyyy/mm/dd">
                        <c:v>45429</c:v>
                      </c:pt>
                      <c:pt idx="87" c:formatCode="yyyy/mm/dd">
                        <c:v>45432</c:v>
                      </c:pt>
                      <c:pt idx="88" c:formatCode="yyyy/mm/dd">
                        <c:v>45433</c:v>
                      </c:pt>
                      <c:pt idx="89" c:formatCode="yyyy/mm/dd">
                        <c:v>45434</c:v>
                      </c:pt>
                      <c:pt idx="90" c:formatCode="yyyy/mm/dd">
                        <c:v>45435</c:v>
                      </c:pt>
                      <c:pt idx="91" c:formatCode="yyyy/mm/dd">
                        <c:v>45436</c:v>
                      </c:pt>
                      <c:pt idx="92" c:formatCode="yyyy/mm/dd">
                        <c:v>45439</c:v>
                      </c:pt>
                      <c:pt idx="93" c:formatCode="yyyy/mm/dd">
                        <c:v>45440</c:v>
                      </c:pt>
                      <c:pt idx="94" c:formatCode="yyyy/mm/dd">
                        <c:v>45441</c:v>
                      </c:pt>
                      <c:pt idx="95" c:formatCode="yyyy/mm/dd">
                        <c:v>45442</c:v>
                      </c:pt>
                      <c:pt idx="96" c:formatCode="yyyy/mm/dd">
                        <c:v>45443</c:v>
                      </c:pt>
                      <c:pt idx="97" c:formatCode="yyyy/mm/dd">
                        <c:v>45446</c:v>
                      </c:pt>
                      <c:pt idx="98" c:formatCode="yyyy/mm/dd">
                        <c:v>45447</c:v>
                      </c:pt>
                      <c:pt idx="99" c:formatCode="yyyy/mm/dd">
                        <c:v>45448</c:v>
                      </c:pt>
                      <c:pt idx="100" c:formatCode="yyyy/mm/dd">
                        <c:v>45449</c:v>
                      </c:pt>
                      <c:pt idx="101" c:formatCode="yyyy/mm/dd">
                        <c:v>45450</c:v>
                      </c:pt>
                      <c:pt idx="102" c:formatCode="yyyy/mm/dd">
                        <c:v>45454</c:v>
                      </c:pt>
                      <c:pt idx="103" c:formatCode="yyyy/mm/dd">
                        <c:v>45455</c:v>
                      </c:pt>
                      <c:pt idx="104" c:formatCode="yyyy/mm/dd">
                        <c:v>45456</c:v>
                      </c:pt>
                      <c:pt idx="105" c:formatCode="yyyy/mm/dd">
                        <c:v>45457</c:v>
                      </c:pt>
                      <c:pt idx="106" c:formatCode="yyyy/mm/dd">
                        <c:v>45460</c:v>
                      </c:pt>
                      <c:pt idx="107" c:formatCode="yyyy/mm/dd">
                        <c:v>45461</c:v>
                      </c:pt>
                      <c:pt idx="108" c:formatCode="yyyy/mm/dd">
                        <c:v>45462</c:v>
                      </c:pt>
                      <c:pt idx="109" c:formatCode="yyyy/mm/dd">
                        <c:v>45463</c:v>
                      </c:pt>
                      <c:pt idx="110" c:formatCode="yyyy/mm/dd">
                        <c:v>45464</c:v>
                      </c:pt>
                      <c:pt idx="111" c:formatCode="yyyy/mm/dd">
                        <c:v>45467</c:v>
                      </c:pt>
                      <c:pt idx="112" c:formatCode="yyyy/mm/dd">
                        <c:v>45468</c:v>
                      </c:pt>
                      <c:pt idx="113" c:formatCode="yyyy/mm/dd">
                        <c:v>45469</c:v>
                      </c:pt>
                      <c:pt idx="114" c:formatCode="yyyy/mm/dd">
                        <c:v>45470</c:v>
                      </c:pt>
                      <c:pt idx="115" c:formatCode="yyyy/mm/dd">
                        <c:v>45471</c:v>
                      </c:pt>
                      <c:pt idx="116" c:formatCode="yyyy/mm/dd">
                        <c:v>45474</c:v>
                      </c:pt>
                      <c:pt idx="117" c:formatCode="yyyy/mm/dd">
                        <c:v>45475</c:v>
                      </c:pt>
                      <c:pt idx="118" c:formatCode="yyyy/mm/dd">
                        <c:v>45476</c:v>
                      </c:pt>
                      <c:pt idx="119" c:formatCode="yyyy/mm/dd">
                        <c:v>45477</c:v>
                      </c:pt>
                      <c:pt idx="120" c:formatCode="yyyy/mm/dd">
                        <c:v>45478</c:v>
                      </c:pt>
                      <c:pt idx="121" c:formatCode="yyyy/mm/dd">
                        <c:v>45481</c:v>
                      </c:pt>
                      <c:pt idx="122" c:formatCode="yyyy/mm/dd">
                        <c:v>45482</c:v>
                      </c:pt>
                      <c:pt idx="123" c:formatCode="yyyy/mm/dd">
                        <c:v>45483</c:v>
                      </c:pt>
                      <c:pt idx="124" c:formatCode="yyyy/mm/dd">
                        <c:v>45484</c:v>
                      </c:pt>
                      <c:pt idx="125" c:formatCode="yyyy/mm/dd">
                        <c:v>45485</c:v>
                      </c:pt>
                      <c:pt idx="126" c:formatCode="yyyy/mm/dd">
                        <c:v>45488</c:v>
                      </c:pt>
                      <c:pt idx="127" c:formatCode="yyyy/mm/dd">
                        <c:v>45489</c:v>
                      </c:pt>
                      <c:pt idx="128" c:formatCode="yyyy/mm/dd">
                        <c:v>45490</c:v>
                      </c:pt>
                      <c:pt idx="129" c:formatCode="yyyy/mm/dd">
                        <c:v>45491</c:v>
                      </c:pt>
                      <c:pt idx="130" c:formatCode="yyyy/mm/dd">
                        <c:v>45492</c:v>
                      </c:pt>
                      <c:pt idx="131" c:formatCode="yyyy/mm/dd">
                        <c:v>45495</c:v>
                      </c:pt>
                      <c:pt idx="132" c:formatCode="yyyy/mm/dd">
                        <c:v>45496</c:v>
                      </c:pt>
                      <c:pt idx="133" c:formatCode="yyyy/mm/dd">
                        <c:v>45497</c:v>
                      </c:pt>
                      <c:pt idx="134" c:formatCode="yyyy/mm/dd">
                        <c:v>45498</c:v>
                      </c:pt>
                      <c:pt idx="135" c:formatCode="yyyy/mm/dd">
                        <c:v>45499</c:v>
                      </c:pt>
                      <c:pt idx="136" c:formatCode="yyyy/mm/dd">
                        <c:v>45502</c:v>
                      </c:pt>
                      <c:pt idx="137" c:formatCode="yyyy/mm/dd">
                        <c:v>45503</c:v>
                      </c:pt>
                      <c:pt idx="138" c:formatCode="yyyy/mm/dd">
                        <c:v>45504</c:v>
                      </c:pt>
                      <c:pt idx="139" c:formatCode="yyyy/mm/dd">
                        <c:v>45505</c:v>
                      </c:pt>
                      <c:pt idx="140" c:formatCode="yyyy/mm/dd">
                        <c:v>45506</c:v>
                      </c:pt>
                      <c:pt idx="141" c:formatCode="yyyy/mm/dd">
                        <c:v>45509</c:v>
                      </c:pt>
                      <c:pt idx="142" c:formatCode="yyyy/mm/dd">
                        <c:v>45510</c:v>
                      </c:pt>
                      <c:pt idx="143" c:formatCode="yyyy/mm/dd">
                        <c:v>45511</c:v>
                      </c:pt>
                      <c:pt idx="144" c:formatCode="yyyy/mm/dd">
                        <c:v>45512</c:v>
                      </c:pt>
                      <c:pt idx="145" c:formatCode="yyyy/mm/dd">
                        <c:v>45513</c:v>
                      </c:pt>
                      <c:pt idx="146" c:formatCode="yyyy/mm/dd">
                        <c:v>45516</c:v>
                      </c:pt>
                      <c:pt idx="147" c:formatCode="yyyy/mm/dd">
                        <c:v>45517</c:v>
                      </c:pt>
                      <c:pt idx="148" c:formatCode="yyyy/mm/dd">
                        <c:v>45518</c:v>
                      </c:pt>
                      <c:pt idx="149" c:formatCode="yyyy/mm/dd">
                        <c:v>45519</c:v>
                      </c:pt>
                      <c:pt idx="150" c:formatCode="yyyy/mm/dd">
                        <c:v>45520</c:v>
                      </c:pt>
                      <c:pt idx="151" c:formatCode="yyyy/mm/dd">
                        <c:v>45523</c:v>
                      </c:pt>
                      <c:pt idx="152" c:formatCode="yyyy/mm/dd">
                        <c:v>45524</c:v>
                      </c:pt>
                      <c:pt idx="153" c:formatCode="yyyy/mm/dd">
                        <c:v>45525</c:v>
                      </c:pt>
                      <c:pt idx="154" c:formatCode="yyyy/mm/dd">
                        <c:v>45526</c:v>
                      </c:pt>
                      <c:pt idx="155" c:formatCode="yyyy/mm/dd">
                        <c:v>45527</c:v>
                      </c:pt>
                      <c:pt idx="156" c:formatCode="yyyy/mm/dd">
                        <c:v>45530</c:v>
                      </c:pt>
                      <c:pt idx="157" c:formatCode="yyyy/mm/dd">
                        <c:v>45531</c:v>
                      </c:pt>
                      <c:pt idx="158" c:formatCode="yyyy/mm/dd">
                        <c:v>45532</c:v>
                      </c:pt>
                      <c:pt idx="159" c:formatCode="yyyy/mm/dd">
                        <c:v>45533</c:v>
                      </c:pt>
                      <c:pt idx="160" c:formatCode="yyyy/mm/dd">
                        <c:v>45534</c:v>
                      </c:pt>
                      <c:pt idx="161" c:formatCode="yyyy/mm/dd">
                        <c:v>45537</c:v>
                      </c:pt>
                      <c:pt idx="162" c:formatCode="yyyy/mm/dd">
                        <c:v>45538</c:v>
                      </c:pt>
                      <c:pt idx="163" c:formatCode="yyyy/mm/dd">
                        <c:v>45539</c:v>
                      </c:pt>
                      <c:pt idx="164" c:formatCode="yyyy/mm/dd">
                        <c:v>45540</c:v>
                      </c:pt>
                      <c:pt idx="165" c:formatCode="yyyy/mm/dd">
                        <c:v>45541</c:v>
                      </c:pt>
                      <c:pt idx="166" c:formatCode="yyyy/mm/dd">
                        <c:v>45544</c:v>
                      </c:pt>
                      <c:pt idx="167" c:formatCode="yyyy/mm/dd">
                        <c:v>45545</c:v>
                      </c:pt>
                      <c:pt idx="168" c:formatCode="yyyy/mm/dd">
                        <c:v>45546</c:v>
                      </c:pt>
                      <c:pt idx="169" c:formatCode="yyyy/mm/dd">
                        <c:v>45547</c:v>
                      </c:pt>
                      <c:pt idx="170" c:formatCode="yyyy/mm/dd">
                        <c:v>45548</c:v>
                      </c:pt>
                      <c:pt idx="171" c:formatCode="yyyy/mm/dd">
                        <c:v>45553</c:v>
                      </c:pt>
                      <c:pt idx="172" c:formatCode="yyyy/mm/dd">
                        <c:v>45554</c:v>
                      </c:pt>
                      <c:pt idx="173" c:formatCode="yyyy/mm/dd">
                        <c:v>45555</c:v>
                      </c:pt>
                      <c:pt idx="174" c:formatCode="yyyy/mm/dd">
                        <c:v>45558</c:v>
                      </c:pt>
                      <c:pt idx="175" c:formatCode="yyyy/mm/dd">
                        <c:v>45559</c:v>
                      </c:pt>
                      <c:pt idx="176" c:formatCode="yyyy/mm/dd">
                        <c:v>45560</c:v>
                      </c:pt>
                      <c:pt idx="177" c:formatCode="yyyy/mm/dd">
                        <c:v>45561</c:v>
                      </c:pt>
                      <c:pt idx="178" c:formatCode="yyyy/mm/dd">
                        <c:v>45562</c:v>
                      </c:pt>
                      <c:pt idx="179" c:formatCode="yyyy/mm/dd">
                        <c:v>45565</c:v>
                      </c:pt>
                      <c:pt idx="180" c:formatCode="yyyy/mm/dd">
                        <c:v>45573</c:v>
                      </c:pt>
                      <c:pt idx="181" c:formatCode="yyyy/mm/dd">
                        <c:v>45574</c:v>
                      </c:pt>
                      <c:pt idx="182" c:formatCode="yyyy/mm/dd">
                        <c:v>45575</c:v>
                      </c:pt>
                      <c:pt idx="183" c:formatCode="yyyy/mm/dd">
                        <c:v>45576</c:v>
                      </c:pt>
                      <c:pt idx="184" c:formatCode="yyyy/mm/dd">
                        <c:v>45579</c:v>
                      </c:pt>
                      <c:pt idx="185" c:formatCode="yyyy/mm/dd">
                        <c:v>45580</c:v>
                      </c:pt>
                      <c:pt idx="186" c:formatCode="yyyy/mm/dd">
                        <c:v>45581</c:v>
                      </c:pt>
                      <c:pt idx="187" c:formatCode="yyyy/mm/dd">
                        <c:v>45582</c:v>
                      </c:pt>
                      <c:pt idx="188" c:formatCode="yyyy/mm/dd">
                        <c:v>45583</c:v>
                      </c:pt>
                      <c:pt idx="189" c:formatCode="yyyy/mm/dd">
                        <c:v>45586</c:v>
                      </c:pt>
                      <c:pt idx="190" c:formatCode="yyyy/mm/dd">
                        <c:v>45587</c:v>
                      </c:pt>
                      <c:pt idx="191" c:formatCode="yyyy/mm/dd">
                        <c:v>45588</c:v>
                      </c:pt>
                      <c:pt idx="192" c:formatCode="yyyy/mm/dd">
                        <c:v>45589</c:v>
                      </c:pt>
                      <c:pt idx="193" c:formatCode="yyyy/mm/dd">
                        <c:v>45590</c:v>
                      </c:pt>
                      <c:pt idx="194" c:formatCode="yyyy/mm/dd">
                        <c:v>45593</c:v>
                      </c:pt>
                      <c:pt idx="195" c:formatCode="yyyy/mm/dd">
                        <c:v>45594</c:v>
                      </c:pt>
                      <c:pt idx="196" c:formatCode="yyyy/mm/dd">
                        <c:v>45595</c:v>
                      </c:pt>
                      <c:pt idx="197" c:formatCode="yyyy/mm/dd">
                        <c:v>45596</c:v>
                      </c:pt>
                      <c:pt idx="198" c:formatCode="yyyy/mm/dd">
                        <c:v>45597</c:v>
                      </c:pt>
                      <c:pt idx="199" c:formatCode="yyyy/mm/dd">
                        <c:v>45600</c:v>
                      </c:pt>
                      <c:pt idx="200" c:formatCode="yyyy/mm/dd">
                        <c:v>45601</c:v>
                      </c:pt>
                      <c:pt idx="201" c:formatCode="yyyy/mm/dd">
                        <c:v>45602</c:v>
                      </c:pt>
                      <c:pt idx="202" c:formatCode="yyyy/mm/dd">
                        <c:v>45603</c:v>
                      </c:pt>
                      <c:pt idx="203" c:formatCode="yyyy/mm/dd">
                        <c:v>45604</c:v>
                      </c:pt>
                      <c:pt idx="204" c:formatCode="yyyy/mm/dd">
                        <c:v>45607</c:v>
                      </c:pt>
                      <c:pt idx="205" c:formatCode="yyyy/mm/dd">
                        <c:v>45608</c:v>
                      </c:pt>
                      <c:pt idx="206" c:formatCode="yyyy/mm/dd">
                        <c:v>45609</c:v>
                      </c:pt>
                      <c:pt idx="207" c:formatCode="yyyy/mm/dd">
                        <c:v>45610</c:v>
                      </c:pt>
                      <c:pt idx="208" c:formatCode="yyyy/mm/dd">
                        <c:v>45611</c:v>
                      </c:pt>
                      <c:pt idx="209" c:formatCode="yyyy/mm/dd">
                        <c:v>45614</c:v>
                      </c:pt>
                      <c:pt idx="210" c:formatCode="yyyy/mm/dd">
                        <c:v>45615</c:v>
                      </c:pt>
                      <c:pt idx="211" c:formatCode="yyyy/mm/dd">
                        <c:v>45616</c:v>
                      </c:pt>
                      <c:pt idx="212" c:formatCode="yyyy/mm/dd">
                        <c:v>45617</c:v>
                      </c:pt>
                      <c:pt idx="213" c:formatCode="yyyy/mm/dd">
                        <c:v>45618</c:v>
                      </c:pt>
                      <c:pt idx="214" c:formatCode="yyyy/mm/dd">
                        <c:v>45621</c:v>
                      </c:pt>
                      <c:pt idx="215" c:formatCode="yyyy/mm/dd">
                        <c:v>45622</c:v>
                      </c:pt>
                      <c:pt idx="216" c:formatCode="yyyy/mm/dd">
                        <c:v>45623</c:v>
                      </c:pt>
                      <c:pt idx="217" c:formatCode="yyyy/mm/dd">
                        <c:v>45624</c:v>
                      </c:pt>
                      <c:pt idx="218" c:formatCode="yyyy/mm/dd">
                        <c:v>45625</c:v>
                      </c:pt>
                      <c:pt idx="219" c:formatCode="yyyy/mm/dd">
                        <c:v>45628</c:v>
                      </c:pt>
                      <c:pt idx="220" c:formatCode="yyyy/mm/dd">
                        <c:v>45629</c:v>
                      </c:pt>
                      <c:pt idx="221" c:formatCode="yyyy/mm/dd">
                        <c:v>45630</c:v>
                      </c:pt>
                      <c:pt idx="222" c:formatCode="yyyy/mm/dd">
                        <c:v>45631</c:v>
                      </c:pt>
                      <c:pt idx="223" c:formatCode="yyyy/mm/dd">
                        <c:v>45632</c:v>
                      </c:pt>
                      <c:pt idx="224" c:formatCode="yyyy/mm/dd">
                        <c:v>45635</c:v>
                      </c:pt>
                      <c:pt idx="225" c:formatCode="yyyy/mm/dd">
                        <c:v>45636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'走势图 24'!$L$3:$L$142</c15:sqref>
                        </c15:formulaRef>
                      </c:ext>
                    </c:extLst>
                    <c:numCache>
                      <c:formatCode>0.00%</c:formatCode>
                      <c:ptCount val="140"/>
                      <c:pt idx="0">
                        <c:v>1.069221</c:v>
                      </c:pt>
                      <c:pt idx="1">
                        <c:v>1.138286</c:v>
                      </c:pt>
                      <c:pt idx="2">
                        <c:v>1.063391</c:v>
                      </c:pt>
                      <c:pt idx="3">
                        <c:v>1.063699</c:v>
                      </c:pt>
                      <c:pt idx="4">
                        <c:v>1.062297</c:v>
                      </c:pt>
                      <c:pt idx="5">
                        <c:v>1.046333</c:v>
                      </c:pt>
                      <c:pt idx="6">
                        <c:v>1.044743</c:v>
                      </c:pt>
                      <c:pt idx="7">
                        <c:v>1.044774</c:v>
                      </c:pt>
                      <c:pt idx="8">
                        <c:v>1.04539</c:v>
                      </c:pt>
                      <c:pt idx="9">
                        <c:v>1.044701</c:v>
                      </c:pt>
                      <c:pt idx="10">
                        <c:v>1.042585</c:v>
                      </c:pt>
                      <c:pt idx="11">
                        <c:v>1.043412</c:v>
                      </c:pt>
                      <c:pt idx="12">
                        <c:v>1.04384</c:v>
                      </c:pt>
                      <c:pt idx="13">
                        <c:v>1.043372</c:v>
                      </c:pt>
                      <c:pt idx="14">
                        <c:v>1.043624</c:v>
                      </c:pt>
                      <c:pt idx="15">
                        <c:v>1.042681</c:v>
                      </c:pt>
                      <c:pt idx="16">
                        <c:v>1.042192</c:v>
                      </c:pt>
                      <c:pt idx="17">
                        <c:v>1.041853</c:v>
                      </c:pt>
                      <c:pt idx="18">
                        <c:v>1.042108</c:v>
                      </c:pt>
                      <c:pt idx="19">
                        <c:v>1.059206</c:v>
                      </c:pt>
                      <c:pt idx="20">
                        <c:v>1.047211</c:v>
                      </c:pt>
                      <c:pt idx="21">
                        <c:v>1.047339</c:v>
                      </c:pt>
                      <c:pt idx="22">
                        <c:v>1.047397</c:v>
                      </c:pt>
                      <c:pt idx="23">
                        <c:v>1.04741</c:v>
                      </c:pt>
                      <c:pt idx="24">
                        <c:v>1.047349</c:v>
                      </c:pt>
                      <c:pt idx="25">
                        <c:v>1.047184</c:v>
                      </c:pt>
                      <c:pt idx="26">
                        <c:v>1.047081</c:v>
                      </c:pt>
                      <c:pt idx="27">
                        <c:v>1.047053</c:v>
                      </c:pt>
                      <c:pt idx="28">
                        <c:v>1.042741</c:v>
                      </c:pt>
                      <c:pt idx="29">
                        <c:v>1.04226</c:v>
                      </c:pt>
                      <c:pt idx="30">
                        <c:v>1.042188</c:v>
                      </c:pt>
                      <c:pt idx="31">
                        <c:v>1.042367</c:v>
                      </c:pt>
                      <c:pt idx="32">
                        <c:v>1.046619</c:v>
                      </c:pt>
                      <c:pt idx="33">
                        <c:v>1.047009</c:v>
                      </c:pt>
                      <c:pt idx="34">
                        <c:v>1.046685</c:v>
                      </c:pt>
                      <c:pt idx="35">
                        <c:v>1.046728</c:v>
                      </c:pt>
                      <c:pt idx="36">
                        <c:v>1</c:v>
                      </c:pt>
                      <c:pt idx="37">
                        <c:v>1</c:v>
                      </c:pt>
                      <c:pt idx="38">
                        <c:v>1</c:v>
                      </c:pt>
                      <c:pt idx="39">
                        <c:v>1.01001</c:v>
                      </c:pt>
                      <c:pt idx="40">
                        <c:v>1.008806</c:v>
                      </c:pt>
                      <c:pt idx="41">
                        <c:v>1.008552</c:v>
                      </c:pt>
                      <c:pt idx="42">
                        <c:v>1.008539</c:v>
                      </c:pt>
                      <c:pt idx="43">
                        <c:v>1.007363</c:v>
                      </c:pt>
                      <c:pt idx="44">
                        <c:v>1.007425</c:v>
                      </c:pt>
                      <c:pt idx="45">
                        <c:v>1.007087</c:v>
                      </c:pt>
                      <c:pt idx="46">
                        <c:v>1.027623</c:v>
                      </c:pt>
                      <c:pt idx="47">
                        <c:v>1.034969</c:v>
                      </c:pt>
                      <c:pt idx="48">
                        <c:v>1.034441</c:v>
                      </c:pt>
                      <c:pt idx="49">
                        <c:v>1.034714</c:v>
                      </c:pt>
                      <c:pt idx="50">
                        <c:v>1.035728</c:v>
                      </c:pt>
                      <c:pt idx="51">
                        <c:v>1.07275</c:v>
                      </c:pt>
                      <c:pt idx="52">
                        <c:v>1.055358</c:v>
                      </c:pt>
                      <c:pt idx="53">
                        <c:v>1.056998</c:v>
                      </c:pt>
                      <c:pt idx="54">
                        <c:v>1.053165</c:v>
                      </c:pt>
                      <c:pt idx="55">
                        <c:v>1.053066</c:v>
                      </c:pt>
                      <c:pt idx="56">
                        <c:v>1.097829</c:v>
                      </c:pt>
                      <c:pt idx="57">
                        <c:v>1.097819</c:v>
                      </c:pt>
                      <c:pt idx="58">
                        <c:v>1.119818</c:v>
                      </c:pt>
                      <c:pt idx="59">
                        <c:v>1.100029</c:v>
                      </c:pt>
                      <c:pt idx="60">
                        <c:v>1.098024</c:v>
                      </c:pt>
                      <c:pt idx="61">
                        <c:v>1.096772</c:v>
                      </c:pt>
                      <c:pt idx="62">
                        <c:v>1.097165</c:v>
                      </c:pt>
                      <c:pt idx="63">
                        <c:v>1.077442</c:v>
                      </c:pt>
                      <c:pt idx="64">
                        <c:v>1.053344</c:v>
                      </c:pt>
                      <c:pt idx="65">
                        <c:v>1.058656</c:v>
                      </c:pt>
                      <c:pt idx="66">
                        <c:v>1.053964</c:v>
                      </c:pt>
                      <c:pt idx="67">
                        <c:v>1.054062</c:v>
                      </c:pt>
                      <c:pt idx="68">
                        <c:v>1.053647</c:v>
                      </c:pt>
                      <c:pt idx="69">
                        <c:v>1.052979</c:v>
                      </c:pt>
                      <c:pt idx="70">
                        <c:v>1.053113</c:v>
                      </c:pt>
                      <c:pt idx="71">
                        <c:v>1.05311</c:v>
                      </c:pt>
                      <c:pt idx="72">
                        <c:v>1.106605</c:v>
                      </c:pt>
                      <c:pt idx="73">
                        <c:v>1.053273</c:v>
                      </c:pt>
                      <c:pt idx="74">
                        <c:v>1.053554</c:v>
                      </c:pt>
                      <c:pt idx="75">
                        <c:v>1.105991</c:v>
                      </c:pt>
                      <c:pt idx="76">
                        <c:v>1.058688</c:v>
                      </c:pt>
                      <c:pt idx="77">
                        <c:v>1.058655</c:v>
                      </c:pt>
                      <c:pt idx="78">
                        <c:v>1.057912</c:v>
                      </c:pt>
                      <c:pt idx="79">
                        <c:v>1.066223</c:v>
                      </c:pt>
                      <c:pt idx="80">
                        <c:v>1.066476</c:v>
                      </c:pt>
                      <c:pt idx="81">
                        <c:v>1.06765</c:v>
                      </c:pt>
                      <c:pt idx="82">
                        <c:v>1.06961</c:v>
                      </c:pt>
                      <c:pt idx="83">
                        <c:v>1.063482</c:v>
                      </c:pt>
                      <c:pt idx="84">
                        <c:v>1.045489</c:v>
                      </c:pt>
                      <c:pt idx="85">
                        <c:v>1.045378</c:v>
                      </c:pt>
                      <c:pt idx="86">
                        <c:v>1.044249</c:v>
                      </c:pt>
                      <c:pt idx="87">
                        <c:v>1.067516</c:v>
                      </c:pt>
                      <c:pt idx="88">
                        <c:v>1.064785</c:v>
                      </c:pt>
                      <c:pt idx="89">
                        <c:v>1.067855</c:v>
                      </c:pt>
                      <c:pt idx="90">
                        <c:v>1.101639</c:v>
                      </c:pt>
                      <c:pt idx="91">
                        <c:v>1.097968</c:v>
                      </c:pt>
                      <c:pt idx="92">
                        <c:v>1.097448</c:v>
                      </c:pt>
                      <c:pt idx="93">
                        <c:v>1.100241</c:v>
                      </c:pt>
                      <c:pt idx="94">
                        <c:v>1.10143</c:v>
                      </c:pt>
                      <c:pt idx="95">
                        <c:v>1.100172</c:v>
                      </c:pt>
                      <c:pt idx="96">
                        <c:v>1.099121</c:v>
                      </c:pt>
                      <c:pt idx="97">
                        <c:v>1.103756</c:v>
                      </c:pt>
                      <c:pt idx="98">
                        <c:v>1.103965</c:v>
                      </c:pt>
                      <c:pt idx="99">
                        <c:v>1.101561</c:v>
                      </c:pt>
                      <c:pt idx="100">
                        <c:v>1.101478</c:v>
                      </c:pt>
                      <c:pt idx="101">
                        <c:v>1.099128</c:v>
                      </c:pt>
                      <c:pt idx="102">
                        <c:v>1.099677</c:v>
                      </c:pt>
                      <c:pt idx="103">
                        <c:v>1.05099</c:v>
                      </c:pt>
                      <c:pt idx="104">
                        <c:v>1.087282</c:v>
                      </c:pt>
                      <c:pt idx="105">
                        <c:v>1.049239</c:v>
                      </c:pt>
                      <c:pt idx="106">
                        <c:v>1.047593</c:v>
                      </c:pt>
                      <c:pt idx="107">
                        <c:v>1.046044</c:v>
                      </c:pt>
                      <c:pt idx="108">
                        <c:v>1.037002</c:v>
                      </c:pt>
                      <c:pt idx="109">
                        <c:v>1.036126</c:v>
                      </c:pt>
                      <c:pt idx="110">
                        <c:v>1.036925</c:v>
                      </c:pt>
                      <c:pt idx="111">
                        <c:v>1.0398</c:v>
                      </c:pt>
                      <c:pt idx="112">
                        <c:v>1.040072</c:v>
                      </c:pt>
                      <c:pt idx="113">
                        <c:v>1.039173</c:v>
                      </c:pt>
                      <c:pt idx="114">
                        <c:v>1.038675</c:v>
                      </c:pt>
                      <c:pt idx="115">
                        <c:v>1.038327</c:v>
                      </c:pt>
                      <c:pt idx="116">
                        <c:v>1.037543</c:v>
                      </c:pt>
                      <c:pt idx="117">
                        <c:v>1.037125</c:v>
                      </c:pt>
                      <c:pt idx="118">
                        <c:v>1.037075</c:v>
                      </c:pt>
                      <c:pt idx="119">
                        <c:v>1.036724</c:v>
                      </c:pt>
                      <c:pt idx="120">
                        <c:v>1.036521</c:v>
                      </c:pt>
                      <c:pt idx="121">
                        <c:v>1.036522</c:v>
                      </c:pt>
                      <c:pt idx="122">
                        <c:v>1.036014</c:v>
                      </c:pt>
                      <c:pt idx="123">
                        <c:v>1.034454</c:v>
                      </c:pt>
                      <c:pt idx="124">
                        <c:v>1.049328</c:v>
                      </c:pt>
                      <c:pt idx="125">
                        <c:v>1.033966</c:v>
                      </c:pt>
                      <c:pt idx="126">
                        <c:v>1.0317</c:v>
                      </c:pt>
                      <c:pt idx="127">
                        <c:v>1.029404</c:v>
                      </c:pt>
                      <c:pt idx="128">
                        <c:v>1.02484</c:v>
                      </c:pt>
                      <c:pt idx="129">
                        <c:v>1.023174</c:v>
                      </c:pt>
                      <c:pt idx="130">
                        <c:v>1.024339</c:v>
                      </c:pt>
                      <c:pt idx="131">
                        <c:v>1.02406</c:v>
                      </c:pt>
                      <c:pt idx="132">
                        <c:v>1.024878</c:v>
                      </c:pt>
                      <c:pt idx="133">
                        <c:v>1.036135</c:v>
                      </c:pt>
                      <c:pt idx="134">
                        <c:v>1.043818</c:v>
                      </c:pt>
                      <c:pt idx="135">
                        <c:v>1.090503</c:v>
                      </c:pt>
                      <c:pt idx="136">
                        <c:v>1.046725</c:v>
                      </c:pt>
                      <c:pt idx="137">
                        <c:v>1.047416</c:v>
                      </c:pt>
                      <c:pt idx="138">
                        <c:v>1.051301</c:v>
                      </c:pt>
                      <c:pt idx="139">
                        <c:v>1.10036</c:v>
                      </c:pt>
                    </c:numCache>
                  </c:numRef>
                </c:val>
                <c:smooth val="0"/>
              </c15:ser>
            </c15:filteredLineSeries>
            <c15:filteredLineSeries>
              <c15:ser>
                <c:idx val="7"/>
                <c:order val="8"/>
                <c:tx>
                  <c:strRef>
                    <c:extLst>
                      <c:ext uri="{02D57815-91ED-43cb-92C2-25804820EDAC}">
                        <c15:formulaRef>
                          <c15:sqref>'走势图 24'!#REF!</c15:sqref>
                        </c15:formulaRef>
                      </c:ext>
                    </c:extLst>
                    <c:strCache>
                      <c:ptCount val="1"/>
                      <c:pt idx="0">
                        <c:v>#REF!</c:v>
                      </c:pt>
                    </c:strCache>
                  </c:strRef>
                </c:tx>
                <c:spPr>
                  <a:ln w="28575" cap="rnd">
                    <a:solidFill>
                      <a:schemeClr val="accent2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delete val="1"/>
                </c:dLbls>
                <c:cat>
                  <c:num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'走势图 24'!$E$4:$E$651</c15:sqref>
                        </c15:formulaRef>
                      </c:ext>
                    </c:extLst>
                    <c:numCache>
                      <c:formatCode>yyyy/mm/dd</c:formatCode>
                      <c:ptCount val="648"/>
                      <c:pt idx="0" c:formatCode="yyyy/mm/dd">
                        <c:v>45294</c:v>
                      </c:pt>
                      <c:pt idx="1" c:formatCode="yyyy/mm/dd">
                        <c:v>45295</c:v>
                      </c:pt>
                      <c:pt idx="2" c:formatCode="yyyy/mm/dd">
                        <c:v>45296</c:v>
                      </c:pt>
                      <c:pt idx="3" c:formatCode="yyyy/mm/dd">
                        <c:v>45299</c:v>
                      </c:pt>
                      <c:pt idx="4" c:formatCode="yyyy/mm/dd">
                        <c:v>45300</c:v>
                      </c:pt>
                      <c:pt idx="5" c:formatCode="yyyy/mm/dd">
                        <c:v>45301</c:v>
                      </c:pt>
                      <c:pt idx="6" c:formatCode="yyyy/mm/dd">
                        <c:v>45302</c:v>
                      </c:pt>
                      <c:pt idx="7" c:formatCode="yyyy/mm/dd">
                        <c:v>45303</c:v>
                      </c:pt>
                      <c:pt idx="8" c:formatCode="yyyy/mm/dd">
                        <c:v>45306</c:v>
                      </c:pt>
                      <c:pt idx="9" c:formatCode="yyyy/mm/dd">
                        <c:v>45307</c:v>
                      </c:pt>
                      <c:pt idx="10" c:formatCode="yyyy/mm/dd">
                        <c:v>45308</c:v>
                      </c:pt>
                      <c:pt idx="11" c:formatCode="yyyy/mm/dd">
                        <c:v>45309</c:v>
                      </c:pt>
                      <c:pt idx="12" c:formatCode="yyyy/mm/dd">
                        <c:v>45310</c:v>
                      </c:pt>
                      <c:pt idx="13" c:formatCode="yyyy/mm/dd">
                        <c:v>45313</c:v>
                      </c:pt>
                      <c:pt idx="14" c:formatCode="yyyy/mm/dd">
                        <c:v>45314</c:v>
                      </c:pt>
                      <c:pt idx="15" c:formatCode="yyyy/mm/dd">
                        <c:v>45315</c:v>
                      </c:pt>
                      <c:pt idx="16" c:formatCode="yyyy/mm/dd">
                        <c:v>45316</c:v>
                      </c:pt>
                      <c:pt idx="17" c:formatCode="yyyy/mm/dd">
                        <c:v>45317</c:v>
                      </c:pt>
                      <c:pt idx="18" c:formatCode="yyyy/mm/dd">
                        <c:v>45320</c:v>
                      </c:pt>
                      <c:pt idx="19" c:formatCode="yyyy/mm/dd">
                        <c:v>45321</c:v>
                      </c:pt>
                      <c:pt idx="20" c:formatCode="yyyy/mm/dd">
                        <c:v>45322</c:v>
                      </c:pt>
                      <c:pt idx="21" c:formatCode="yyyy/mm/dd">
                        <c:v>45323</c:v>
                      </c:pt>
                      <c:pt idx="22" c:formatCode="yyyy/mm/dd">
                        <c:v>45324</c:v>
                      </c:pt>
                      <c:pt idx="23" c:formatCode="yyyy/mm/dd">
                        <c:v>45327</c:v>
                      </c:pt>
                      <c:pt idx="24" c:formatCode="yyyy/mm/dd">
                        <c:v>45328</c:v>
                      </c:pt>
                      <c:pt idx="25" c:formatCode="yyyy/mm/dd">
                        <c:v>45329</c:v>
                      </c:pt>
                      <c:pt idx="26" c:formatCode="yyyy/mm/dd">
                        <c:v>45330</c:v>
                      </c:pt>
                      <c:pt idx="27" c:formatCode="yyyy/mm/dd">
                        <c:v>45341</c:v>
                      </c:pt>
                      <c:pt idx="28" c:formatCode="yyyy/mm/dd">
                        <c:v>45342</c:v>
                      </c:pt>
                      <c:pt idx="29" c:formatCode="yyyy/mm/dd">
                        <c:v>45343</c:v>
                      </c:pt>
                      <c:pt idx="30" c:formatCode="yyyy/mm/dd">
                        <c:v>45344</c:v>
                      </c:pt>
                      <c:pt idx="31" c:formatCode="yyyy/mm/dd">
                        <c:v>45345</c:v>
                      </c:pt>
                      <c:pt idx="32" c:formatCode="yyyy/mm/dd">
                        <c:v>45348</c:v>
                      </c:pt>
                      <c:pt idx="33" c:formatCode="yyyy/mm/dd">
                        <c:v>45349</c:v>
                      </c:pt>
                      <c:pt idx="34" c:formatCode="yyyy/mm/dd">
                        <c:v>45350</c:v>
                      </c:pt>
                      <c:pt idx="35" c:formatCode="yyyy/mm/dd">
                        <c:v>45351</c:v>
                      </c:pt>
                      <c:pt idx="36" c:formatCode="yyyy/mm/dd">
                        <c:v>45352</c:v>
                      </c:pt>
                      <c:pt idx="37" c:formatCode="yyyy/mm/dd">
                        <c:v>45355</c:v>
                      </c:pt>
                      <c:pt idx="38" c:formatCode="yyyy/mm/dd">
                        <c:v>45356</c:v>
                      </c:pt>
                      <c:pt idx="39" c:formatCode="yyyy/mm/dd">
                        <c:v>45357</c:v>
                      </c:pt>
                      <c:pt idx="40" c:formatCode="yyyy/mm/dd">
                        <c:v>45358</c:v>
                      </c:pt>
                      <c:pt idx="41" c:formatCode="yyyy/mm/dd">
                        <c:v>45359</c:v>
                      </c:pt>
                      <c:pt idx="42" c:formatCode="yyyy/mm/dd">
                        <c:v>45362</c:v>
                      </c:pt>
                      <c:pt idx="43" c:formatCode="yyyy/mm/dd">
                        <c:v>45363</c:v>
                      </c:pt>
                      <c:pt idx="44" c:formatCode="yyyy/mm/dd">
                        <c:v>45364</c:v>
                      </c:pt>
                      <c:pt idx="45" c:formatCode="yyyy/mm/dd">
                        <c:v>45365</c:v>
                      </c:pt>
                      <c:pt idx="46" c:formatCode="yyyy/mm/dd">
                        <c:v>45366</c:v>
                      </c:pt>
                      <c:pt idx="47" c:formatCode="yyyy/mm/dd">
                        <c:v>45369</c:v>
                      </c:pt>
                      <c:pt idx="48" c:formatCode="yyyy/mm/dd">
                        <c:v>45370</c:v>
                      </c:pt>
                      <c:pt idx="49" c:formatCode="yyyy/mm/dd">
                        <c:v>45371</c:v>
                      </c:pt>
                      <c:pt idx="50" c:formatCode="yyyy/mm/dd">
                        <c:v>45372</c:v>
                      </c:pt>
                      <c:pt idx="51" c:formatCode="yyyy/mm/dd">
                        <c:v>45373</c:v>
                      </c:pt>
                      <c:pt idx="52" c:formatCode="yyyy/mm/dd">
                        <c:v>45376</c:v>
                      </c:pt>
                      <c:pt idx="53" c:formatCode="yyyy/mm/dd">
                        <c:v>45377</c:v>
                      </c:pt>
                      <c:pt idx="54" c:formatCode="yyyy/mm/dd">
                        <c:v>45378</c:v>
                      </c:pt>
                      <c:pt idx="55" c:formatCode="yyyy/mm/dd">
                        <c:v>45379</c:v>
                      </c:pt>
                      <c:pt idx="56" c:formatCode="yyyy/mm/dd">
                        <c:v>45380</c:v>
                      </c:pt>
                      <c:pt idx="57" c:formatCode="yyyy/mm/dd">
                        <c:v>45383</c:v>
                      </c:pt>
                      <c:pt idx="58" c:formatCode="yyyy/mm/dd">
                        <c:v>45384</c:v>
                      </c:pt>
                      <c:pt idx="59" c:formatCode="yyyy/mm/dd">
                        <c:v>45385</c:v>
                      </c:pt>
                      <c:pt idx="60" c:formatCode="yyyy/mm/dd">
                        <c:v>45390</c:v>
                      </c:pt>
                      <c:pt idx="61" c:formatCode="yyyy/mm/dd">
                        <c:v>45391</c:v>
                      </c:pt>
                      <c:pt idx="62" c:formatCode="yyyy/mm/dd">
                        <c:v>45392</c:v>
                      </c:pt>
                      <c:pt idx="63" c:formatCode="yyyy/mm/dd">
                        <c:v>45393</c:v>
                      </c:pt>
                      <c:pt idx="64" c:formatCode="yyyy/mm/dd">
                        <c:v>45394</c:v>
                      </c:pt>
                      <c:pt idx="65" c:formatCode="yyyy/mm/dd">
                        <c:v>45397</c:v>
                      </c:pt>
                      <c:pt idx="66" c:formatCode="yyyy/mm/dd">
                        <c:v>45398</c:v>
                      </c:pt>
                      <c:pt idx="67" c:formatCode="yyyy/mm/dd">
                        <c:v>45399</c:v>
                      </c:pt>
                      <c:pt idx="68" c:formatCode="yyyy/mm/dd">
                        <c:v>45400</c:v>
                      </c:pt>
                      <c:pt idx="69" c:formatCode="yyyy/mm/dd">
                        <c:v>45401</c:v>
                      </c:pt>
                      <c:pt idx="70" c:formatCode="yyyy/mm/dd">
                        <c:v>45404</c:v>
                      </c:pt>
                      <c:pt idx="71" c:formatCode="yyyy/mm/dd">
                        <c:v>45405</c:v>
                      </c:pt>
                      <c:pt idx="72" c:formatCode="yyyy/mm/dd">
                        <c:v>45406</c:v>
                      </c:pt>
                      <c:pt idx="73" c:formatCode="yyyy/mm/dd">
                        <c:v>45407</c:v>
                      </c:pt>
                      <c:pt idx="74" c:formatCode="yyyy/mm/dd">
                        <c:v>45408</c:v>
                      </c:pt>
                      <c:pt idx="75" c:formatCode="yyyy/mm/dd">
                        <c:v>45411</c:v>
                      </c:pt>
                      <c:pt idx="76" c:formatCode="yyyy/mm/dd">
                        <c:v>45412</c:v>
                      </c:pt>
                      <c:pt idx="77" c:formatCode="yyyy/mm/dd">
                        <c:v>45418</c:v>
                      </c:pt>
                      <c:pt idx="78" c:formatCode="yyyy/mm/dd">
                        <c:v>45419</c:v>
                      </c:pt>
                      <c:pt idx="79" c:formatCode="yyyy/mm/dd">
                        <c:v>45420</c:v>
                      </c:pt>
                      <c:pt idx="80" c:formatCode="yyyy/mm/dd">
                        <c:v>45421</c:v>
                      </c:pt>
                      <c:pt idx="81" c:formatCode="yyyy/mm/dd">
                        <c:v>45422</c:v>
                      </c:pt>
                      <c:pt idx="82" c:formatCode="yyyy/mm/dd">
                        <c:v>45425</c:v>
                      </c:pt>
                      <c:pt idx="83" c:formatCode="yyyy/mm/dd">
                        <c:v>45426</c:v>
                      </c:pt>
                      <c:pt idx="84" c:formatCode="yyyy/mm/dd">
                        <c:v>45427</c:v>
                      </c:pt>
                      <c:pt idx="85" c:formatCode="yyyy/mm/dd">
                        <c:v>45428</c:v>
                      </c:pt>
                      <c:pt idx="86" c:formatCode="yyyy/mm/dd">
                        <c:v>45429</c:v>
                      </c:pt>
                      <c:pt idx="87" c:formatCode="yyyy/mm/dd">
                        <c:v>45432</c:v>
                      </c:pt>
                      <c:pt idx="88" c:formatCode="yyyy/mm/dd">
                        <c:v>45433</c:v>
                      </c:pt>
                      <c:pt idx="89" c:formatCode="yyyy/mm/dd">
                        <c:v>45434</c:v>
                      </c:pt>
                      <c:pt idx="90" c:formatCode="yyyy/mm/dd">
                        <c:v>45435</c:v>
                      </c:pt>
                      <c:pt idx="91" c:formatCode="yyyy/mm/dd">
                        <c:v>45436</c:v>
                      </c:pt>
                      <c:pt idx="92" c:formatCode="yyyy/mm/dd">
                        <c:v>45439</c:v>
                      </c:pt>
                      <c:pt idx="93" c:formatCode="yyyy/mm/dd">
                        <c:v>45440</c:v>
                      </c:pt>
                      <c:pt idx="94" c:formatCode="yyyy/mm/dd">
                        <c:v>45441</c:v>
                      </c:pt>
                      <c:pt idx="95" c:formatCode="yyyy/mm/dd">
                        <c:v>45442</c:v>
                      </c:pt>
                      <c:pt idx="96" c:formatCode="yyyy/mm/dd">
                        <c:v>45443</c:v>
                      </c:pt>
                      <c:pt idx="97" c:formatCode="yyyy/mm/dd">
                        <c:v>45446</c:v>
                      </c:pt>
                      <c:pt idx="98" c:formatCode="yyyy/mm/dd">
                        <c:v>45447</c:v>
                      </c:pt>
                      <c:pt idx="99" c:formatCode="yyyy/mm/dd">
                        <c:v>45448</c:v>
                      </c:pt>
                      <c:pt idx="100" c:formatCode="yyyy/mm/dd">
                        <c:v>45449</c:v>
                      </c:pt>
                      <c:pt idx="101" c:formatCode="yyyy/mm/dd">
                        <c:v>45450</c:v>
                      </c:pt>
                      <c:pt idx="102" c:formatCode="yyyy/mm/dd">
                        <c:v>45454</c:v>
                      </c:pt>
                      <c:pt idx="103" c:formatCode="yyyy/mm/dd">
                        <c:v>45455</c:v>
                      </c:pt>
                      <c:pt idx="104" c:formatCode="yyyy/mm/dd">
                        <c:v>45456</c:v>
                      </c:pt>
                      <c:pt idx="105" c:formatCode="yyyy/mm/dd">
                        <c:v>45457</c:v>
                      </c:pt>
                      <c:pt idx="106" c:formatCode="yyyy/mm/dd">
                        <c:v>45460</c:v>
                      </c:pt>
                      <c:pt idx="107" c:formatCode="yyyy/mm/dd">
                        <c:v>45461</c:v>
                      </c:pt>
                      <c:pt idx="108" c:formatCode="yyyy/mm/dd">
                        <c:v>45462</c:v>
                      </c:pt>
                      <c:pt idx="109" c:formatCode="yyyy/mm/dd">
                        <c:v>45463</c:v>
                      </c:pt>
                      <c:pt idx="110" c:formatCode="yyyy/mm/dd">
                        <c:v>45464</c:v>
                      </c:pt>
                      <c:pt idx="111" c:formatCode="yyyy/mm/dd">
                        <c:v>45467</c:v>
                      </c:pt>
                      <c:pt idx="112" c:formatCode="yyyy/mm/dd">
                        <c:v>45468</c:v>
                      </c:pt>
                      <c:pt idx="113" c:formatCode="yyyy/mm/dd">
                        <c:v>45469</c:v>
                      </c:pt>
                      <c:pt idx="114" c:formatCode="yyyy/mm/dd">
                        <c:v>45470</c:v>
                      </c:pt>
                      <c:pt idx="115" c:formatCode="yyyy/mm/dd">
                        <c:v>45471</c:v>
                      </c:pt>
                      <c:pt idx="116" c:formatCode="yyyy/mm/dd">
                        <c:v>45474</c:v>
                      </c:pt>
                      <c:pt idx="117" c:formatCode="yyyy/mm/dd">
                        <c:v>45475</c:v>
                      </c:pt>
                      <c:pt idx="118" c:formatCode="yyyy/mm/dd">
                        <c:v>45476</c:v>
                      </c:pt>
                      <c:pt idx="119" c:formatCode="yyyy/mm/dd">
                        <c:v>45477</c:v>
                      </c:pt>
                      <c:pt idx="120" c:formatCode="yyyy/mm/dd">
                        <c:v>45478</c:v>
                      </c:pt>
                      <c:pt idx="121" c:formatCode="yyyy/mm/dd">
                        <c:v>45481</c:v>
                      </c:pt>
                      <c:pt idx="122" c:formatCode="yyyy/mm/dd">
                        <c:v>45482</c:v>
                      </c:pt>
                      <c:pt idx="123" c:formatCode="yyyy/mm/dd">
                        <c:v>45483</c:v>
                      </c:pt>
                      <c:pt idx="124" c:formatCode="yyyy/mm/dd">
                        <c:v>45484</c:v>
                      </c:pt>
                      <c:pt idx="125" c:formatCode="yyyy/mm/dd">
                        <c:v>45485</c:v>
                      </c:pt>
                      <c:pt idx="126" c:formatCode="yyyy/mm/dd">
                        <c:v>45488</c:v>
                      </c:pt>
                      <c:pt idx="127" c:formatCode="yyyy/mm/dd">
                        <c:v>45489</c:v>
                      </c:pt>
                      <c:pt idx="128" c:formatCode="yyyy/mm/dd">
                        <c:v>45490</c:v>
                      </c:pt>
                      <c:pt idx="129" c:formatCode="yyyy/mm/dd">
                        <c:v>45491</c:v>
                      </c:pt>
                      <c:pt idx="130" c:formatCode="yyyy/mm/dd">
                        <c:v>45492</c:v>
                      </c:pt>
                      <c:pt idx="131" c:formatCode="yyyy/mm/dd">
                        <c:v>45495</c:v>
                      </c:pt>
                      <c:pt idx="132" c:formatCode="yyyy/mm/dd">
                        <c:v>45496</c:v>
                      </c:pt>
                      <c:pt idx="133" c:formatCode="yyyy/mm/dd">
                        <c:v>45497</c:v>
                      </c:pt>
                      <c:pt idx="134" c:formatCode="yyyy/mm/dd">
                        <c:v>45498</c:v>
                      </c:pt>
                      <c:pt idx="135" c:formatCode="yyyy/mm/dd">
                        <c:v>45499</c:v>
                      </c:pt>
                      <c:pt idx="136" c:formatCode="yyyy/mm/dd">
                        <c:v>45502</c:v>
                      </c:pt>
                      <c:pt idx="137" c:formatCode="yyyy/mm/dd">
                        <c:v>45503</c:v>
                      </c:pt>
                      <c:pt idx="138" c:formatCode="yyyy/mm/dd">
                        <c:v>45504</c:v>
                      </c:pt>
                      <c:pt idx="139" c:formatCode="yyyy/mm/dd">
                        <c:v>45505</c:v>
                      </c:pt>
                      <c:pt idx="140" c:formatCode="yyyy/mm/dd">
                        <c:v>45506</c:v>
                      </c:pt>
                      <c:pt idx="141" c:formatCode="yyyy/mm/dd">
                        <c:v>45509</c:v>
                      </c:pt>
                      <c:pt idx="142" c:formatCode="yyyy/mm/dd">
                        <c:v>45510</c:v>
                      </c:pt>
                      <c:pt idx="143" c:formatCode="yyyy/mm/dd">
                        <c:v>45511</c:v>
                      </c:pt>
                      <c:pt idx="144" c:formatCode="yyyy/mm/dd">
                        <c:v>45512</c:v>
                      </c:pt>
                      <c:pt idx="145" c:formatCode="yyyy/mm/dd">
                        <c:v>45513</c:v>
                      </c:pt>
                      <c:pt idx="146" c:formatCode="yyyy/mm/dd">
                        <c:v>45516</c:v>
                      </c:pt>
                      <c:pt idx="147" c:formatCode="yyyy/mm/dd">
                        <c:v>45517</c:v>
                      </c:pt>
                      <c:pt idx="148" c:formatCode="yyyy/mm/dd">
                        <c:v>45518</c:v>
                      </c:pt>
                      <c:pt idx="149" c:formatCode="yyyy/mm/dd">
                        <c:v>45519</c:v>
                      </c:pt>
                      <c:pt idx="150" c:formatCode="yyyy/mm/dd">
                        <c:v>45520</c:v>
                      </c:pt>
                      <c:pt idx="151" c:formatCode="yyyy/mm/dd">
                        <c:v>45523</c:v>
                      </c:pt>
                      <c:pt idx="152" c:formatCode="yyyy/mm/dd">
                        <c:v>45524</c:v>
                      </c:pt>
                      <c:pt idx="153" c:formatCode="yyyy/mm/dd">
                        <c:v>45525</c:v>
                      </c:pt>
                      <c:pt idx="154" c:formatCode="yyyy/mm/dd">
                        <c:v>45526</c:v>
                      </c:pt>
                      <c:pt idx="155" c:formatCode="yyyy/mm/dd">
                        <c:v>45527</c:v>
                      </c:pt>
                      <c:pt idx="156" c:formatCode="yyyy/mm/dd">
                        <c:v>45530</c:v>
                      </c:pt>
                      <c:pt idx="157" c:formatCode="yyyy/mm/dd">
                        <c:v>45531</c:v>
                      </c:pt>
                      <c:pt idx="158" c:formatCode="yyyy/mm/dd">
                        <c:v>45532</c:v>
                      </c:pt>
                      <c:pt idx="159" c:formatCode="yyyy/mm/dd">
                        <c:v>45533</c:v>
                      </c:pt>
                      <c:pt idx="160" c:formatCode="yyyy/mm/dd">
                        <c:v>45534</c:v>
                      </c:pt>
                      <c:pt idx="161" c:formatCode="yyyy/mm/dd">
                        <c:v>45537</c:v>
                      </c:pt>
                      <c:pt idx="162" c:formatCode="yyyy/mm/dd">
                        <c:v>45538</c:v>
                      </c:pt>
                      <c:pt idx="163" c:formatCode="yyyy/mm/dd">
                        <c:v>45539</c:v>
                      </c:pt>
                      <c:pt idx="164" c:formatCode="yyyy/mm/dd">
                        <c:v>45540</c:v>
                      </c:pt>
                      <c:pt idx="165" c:formatCode="yyyy/mm/dd">
                        <c:v>45541</c:v>
                      </c:pt>
                      <c:pt idx="166" c:formatCode="yyyy/mm/dd">
                        <c:v>45544</c:v>
                      </c:pt>
                      <c:pt idx="167" c:formatCode="yyyy/mm/dd">
                        <c:v>45545</c:v>
                      </c:pt>
                      <c:pt idx="168" c:formatCode="yyyy/mm/dd">
                        <c:v>45546</c:v>
                      </c:pt>
                      <c:pt idx="169" c:formatCode="yyyy/mm/dd">
                        <c:v>45547</c:v>
                      </c:pt>
                      <c:pt idx="170" c:formatCode="yyyy/mm/dd">
                        <c:v>45548</c:v>
                      </c:pt>
                      <c:pt idx="171" c:formatCode="yyyy/mm/dd">
                        <c:v>45553</c:v>
                      </c:pt>
                      <c:pt idx="172" c:formatCode="yyyy/mm/dd">
                        <c:v>45554</c:v>
                      </c:pt>
                      <c:pt idx="173" c:formatCode="yyyy/mm/dd">
                        <c:v>45555</c:v>
                      </c:pt>
                      <c:pt idx="174" c:formatCode="yyyy/mm/dd">
                        <c:v>45558</c:v>
                      </c:pt>
                      <c:pt idx="175" c:formatCode="yyyy/mm/dd">
                        <c:v>45559</c:v>
                      </c:pt>
                      <c:pt idx="176" c:formatCode="yyyy/mm/dd">
                        <c:v>45560</c:v>
                      </c:pt>
                      <c:pt idx="177" c:formatCode="yyyy/mm/dd">
                        <c:v>45561</c:v>
                      </c:pt>
                      <c:pt idx="178" c:formatCode="yyyy/mm/dd">
                        <c:v>45562</c:v>
                      </c:pt>
                      <c:pt idx="179" c:formatCode="yyyy/mm/dd">
                        <c:v>45565</c:v>
                      </c:pt>
                      <c:pt idx="180" c:formatCode="yyyy/mm/dd">
                        <c:v>45573</c:v>
                      </c:pt>
                      <c:pt idx="181" c:formatCode="yyyy/mm/dd">
                        <c:v>45574</c:v>
                      </c:pt>
                      <c:pt idx="182" c:formatCode="yyyy/mm/dd">
                        <c:v>45575</c:v>
                      </c:pt>
                      <c:pt idx="183" c:formatCode="yyyy/mm/dd">
                        <c:v>45576</c:v>
                      </c:pt>
                      <c:pt idx="184" c:formatCode="yyyy/mm/dd">
                        <c:v>45579</c:v>
                      </c:pt>
                      <c:pt idx="185" c:formatCode="yyyy/mm/dd">
                        <c:v>45580</c:v>
                      </c:pt>
                      <c:pt idx="186" c:formatCode="yyyy/mm/dd">
                        <c:v>45581</c:v>
                      </c:pt>
                      <c:pt idx="187" c:formatCode="yyyy/mm/dd">
                        <c:v>45582</c:v>
                      </c:pt>
                      <c:pt idx="188" c:formatCode="yyyy/mm/dd">
                        <c:v>45583</c:v>
                      </c:pt>
                      <c:pt idx="189" c:formatCode="yyyy/mm/dd">
                        <c:v>45586</c:v>
                      </c:pt>
                      <c:pt idx="190" c:formatCode="yyyy/mm/dd">
                        <c:v>45587</c:v>
                      </c:pt>
                      <c:pt idx="191" c:formatCode="yyyy/mm/dd">
                        <c:v>45588</c:v>
                      </c:pt>
                      <c:pt idx="192" c:formatCode="yyyy/mm/dd">
                        <c:v>45589</c:v>
                      </c:pt>
                      <c:pt idx="193" c:formatCode="yyyy/mm/dd">
                        <c:v>45590</c:v>
                      </c:pt>
                      <c:pt idx="194" c:formatCode="yyyy/mm/dd">
                        <c:v>45593</c:v>
                      </c:pt>
                      <c:pt idx="195" c:formatCode="yyyy/mm/dd">
                        <c:v>45594</c:v>
                      </c:pt>
                      <c:pt idx="196" c:formatCode="yyyy/mm/dd">
                        <c:v>45595</c:v>
                      </c:pt>
                      <c:pt idx="197" c:formatCode="yyyy/mm/dd">
                        <c:v>45596</c:v>
                      </c:pt>
                      <c:pt idx="198" c:formatCode="yyyy/mm/dd">
                        <c:v>45597</c:v>
                      </c:pt>
                      <c:pt idx="199" c:formatCode="yyyy/mm/dd">
                        <c:v>45600</c:v>
                      </c:pt>
                      <c:pt idx="200" c:formatCode="yyyy/mm/dd">
                        <c:v>45601</c:v>
                      </c:pt>
                      <c:pt idx="201" c:formatCode="yyyy/mm/dd">
                        <c:v>45602</c:v>
                      </c:pt>
                      <c:pt idx="202" c:formatCode="yyyy/mm/dd">
                        <c:v>45603</c:v>
                      </c:pt>
                      <c:pt idx="203" c:formatCode="yyyy/mm/dd">
                        <c:v>45604</c:v>
                      </c:pt>
                      <c:pt idx="204" c:formatCode="yyyy/mm/dd">
                        <c:v>45607</c:v>
                      </c:pt>
                      <c:pt idx="205" c:formatCode="yyyy/mm/dd">
                        <c:v>45608</c:v>
                      </c:pt>
                      <c:pt idx="206" c:formatCode="yyyy/mm/dd">
                        <c:v>45609</c:v>
                      </c:pt>
                      <c:pt idx="207" c:formatCode="yyyy/mm/dd">
                        <c:v>45610</c:v>
                      </c:pt>
                      <c:pt idx="208" c:formatCode="yyyy/mm/dd">
                        <c:v>45611</c:v>
                      </c:pt>
                      <c:pt idx="209" c:formatCode="yyyy/mm/dd">
                        <c:v>45614</c:v>
                      </c:pt>
                      <c:pt idx="210" c:formatCode="yyyy/mm/dd">
                        <c:v>45615</c:v>
                      </c:pt>
                      <c:pt idx="211" c:formatCode="yyyy/mm/dd">
                        <c:v>45616</c:v>
                      </c:pt>
                      <c:pt idx="212" c:formatCode="yyyy/mm/dd">
                        <c:v>45617</c:v>
                      </c:pt>
                      <c:pt idx="213" c:formatCode="yyyy/mm/dd">
                        <c:v>45618</c:v>
                      </c:pt>
                      <c:pt idx="214" c:formatCode="yyyy/mm/dd">
                        <c:v>45621</c:v>
                      </c:pt>
                      <c:pt idx="215" c:formatCode="yyyy/mm/dd">
                        <c:v>45622</c:v>
                      </c:pt>
                      <c:pt idx="216" c:formatCode="yyyy/mm/dd">
                        <c:v>45623</c:v>
                      </c:pt>
                      <c:pt idx="217" c:formatCode="yyyy/mm/dd">
                        <c:v>45624</c:v>
                      </c:pt>
                      <c:pt idx="218" c:formatCode="yyyy/mm/dd">
                        <c:v>45625</c:v>
                      </c:pt>
                      <c:pt idx="219" c:formatCode="yyyy/mm/dd">
                        <c:v>45628</c:v>
                      </c:pt>
                      <c:pt idx="220" c:formatCode="yyyy/mm/dd">
                        <c:v>45629</c:v>
                      </c:pt>
                      <c:pt idx="221" c:formatCode="yyyy/mm/dd">
                        <c:v>45630</c:v>
                      </c:pt>
                      <c:pt idx="222" c:formatCode="yyyy/mm/dd">
                        <c:v>45631</c:v>
                      </c:pt>
                      <c:pt idx="223" c:formatCode="yyyy/mm/dd">
                        <c:v>45632</c:v>
                      </c:pt>
                      <c:pt idx="224" c:formatCode="yyyy/mm/dd">
                        <c:v>45635</c:v>
                      </c:pt>
                      <c:pt idx="225" c:formatCode="yyyy/mm/dd">
                        <c:v>45636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'走势图 24'!#REF!</c15:sqref>
                        </c15:formulaRef>
                      </c:ext>
                    </c:extLst>
                  </c:numRef>
                </c:val>
                <c:smooth val="0"/>
              </c15:ser>
            </c15:filteredLineSeries>
            <c15:filteredLineSeries>
              <c15:ser>
                <c:idx val="8"/>
                <c:order val="9"/>
                <c:tx>
                  <c:strRef>
                    <c:extLst>
                      <c:ext uri="{02D57815-91ED-43cb-92C2-25804820EDAC}">
                        <c15:formulaRef>
                          <c15:sqref>'走势图 24'!$M$1</c15:sqref>
                        </c15:formulaRef>
                      </c:ext>
                    </c:extLst>
                    <c:strCache>
                      <c:ptCount val="1"/>
                      <c:pt idx="0">
                        <c:v>成本估值占比(穿透)</c:v>
                      </c:pt>
                    </c:strCache>
                  </c:strRef>
                </c:tx>
                <c:spPr>
                  <a:ln w="28575" cap="rnd">
                    <a:solidFill>
                      <a:schemeClr val="accent3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delete val="1"/>
                </c:dLbls>
                <c:cat>
                  <c:num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'走势图 24'!$E$4:$E$651</c15:sqref>
                        </c15:formulaRef>
                      </c:ext>
                    </c:extLst>
                    <c:numCache>
                      <c:formatCode>yyyy/mm/dd</c:formatCode>
                      <c:ptCount val="648"/>
                      <c:pt idx="0" c:formatCode="yyyy/mm/dd">
                        <c:v>45294</c:v>
                      </c:pt>
                      <c:pt idx="1" c:formatCode="yyyy/mm/dd">
                        <c:v>45295</c:v>
                      </c:pt>
                      <c:pt idx="2" c:formatCode="yyyy/mm/dd">
                        <c:v>45296</c:v>
                      </c:pt>
                      <c:pt idx="3" c:formatCode="yyyy/mm/dd">
                        <c:v>45299</c:v>
                      </c:pt>
                      <c:pt idx="4" c:formatCode="yyyy/mm/dd">
                        <c:v>45300</c:v>
                      </c:pt>
                      <c:pt idx="5" c:formatCode="yyyy/mm/dd">
                        <c:v>45301</c:v>
                      </c:pt>
                      <c:pt idx="6" c:formatCode="yyyy/mm/dd">
                        <c:v>45302</c:v>
                      </c:pt>
                      <c:pt idx="7" c:formatCode="yyyy/mm/dd">
                        <c:v>45303</c:v>
                      </c:pt>
                      <c:pt idx="8" c:formatCode="yyyy/mm/dd">
                        <c:v>45306</c:v>
                      </c:pt>
                      <c:pt idx="9" c:formatCode="yyyy/mm/dd">
                        <c:v>45307</c:v>
                      </c:pt>
                      <c:pt idx="10" c:formatCode="yyyy/mm/dd">
                        <c:v>45308</c:v>
                      </c:pt>
                      <c:pt idx="11" c:formatCode="yyyy/mm/dd">
                        <c:v>45309</c:v>
                      </c:pt>
                      <c:pt idx="12" c:formatCode="yyyy/mm/dd">
                        <c:v>45310</c:v>
                      </c:pt>
                      <c:pt idx="13" c:formatCode="yyyy/mm/dd">
                        <c:v>45313</c:v>
                      </c:pt>
                      <c:pt idx="14" c:formatCode="yyyy/mm/dd">
                        <c:v>45314</c:v>
                      </c:pt>
                      <c:pt idx="15" c:formatCode="yyyy/mm/dd">
                        <c:v>45315</c:v>
                      </c:pt>
                      <c:pt idx="16" c:formatCode="yyyy/mm/dd">
                        <c:v>45316</c:v>
                      </c:pt>
                      <c:pt idx="17" c:formatCode="yyyy/mm/dd">
                        <c:v>45317</c:v>
                      </c:pt>
                      <c:pt idx="18" c:formatCode="yyyy/mm/dd">
                        <c:v>45320</c:v>
                      </c:pt>
                      <c:pt idx="19" c:formatCode="yyyy/mm/dd">
                        <c:v>45321</c:v>
                      </c:pt>
                      <c:pt idx="20" c:formatCode="yyyy/mm/dd">
                        <c:v>45322</c:v>
                      </c:pt>
                      <c:pt idx="21" c:formatCode="yyyy/mm/dd">
                        <c:v>45323</c:v>
                      </c:pt>
                      <c:pt idx="22" c:formatCode="yyyy/mm/dd">
                        <c:v>45324</c:v>
                      </c:pt>
                      <c:pt idx="23" c:formatCode="yyyy/mm/dd">
                        <c:v>45327</c:v>
                      </c:pt>
                      <c:pt idx="24" c:formatCode="yyyy/mm/dd">
                        <c:v>45328</c:v>
                      </c:pt>
                      <c:pt idx="25" c:formatCode="yyyy/mm/dd">
                        <c:v>45329</c:v>
                      </c:pt>
                      <c:pt idx="26" c:formatCode="yyyy/mm/dd">
                        <c:v>45330</c:v>
                      </c:pt>
                      <c:pt idx="27" c:formatCode="yyyy/mm/dd">
                        <c:v>45341</c:v>
                      </c:pt>
                      <c:pt idx="28" c:formatCode="yyyy/mm/dd">
                        <c:v>45342</c:v>
                      </c:pt>
                      <c:pt idx="29" c:formatCode="yyyy/mm/dd">
                        <c:v>45343</c:v>
                      </c:pt>
                      <c:pt idx="30" c:formatCode="yyyy/mm/dd">
                        <c:v>45344</c:v>
                      </c:pt>
                      <c:pt idx="31" c:formatCode="yyyy/mm/dd">
                        <c:v>45345</c:v>
                      </c:pt>
                      <c:pt idx="32" c:formatCode="yyyy/mm/dd">
                        <c:v>45348</c:v>
                      </c:pt>
                      <c:pt idx="33" c:formatCode="yyyy/mm/dd">
                        <c:v>45349</c:v>
                      </c:pt>
                      <c:pt idx="34" c:formatCode="yyyy/mm/dd">
                        <c:v>45350</c:v>
                      </c:pt>
                      <c:pt idx="35" c:formatCode="yyyy/mm/dd">
                        <c:v>45351</c:v>
                      </c:pt>
                      <c:pt idx="36" c:formatCode="yyyy/mm/dd">
                        <c:v>45352</c:v>
                      </c:pt>
                      <c:pt idx="37" c:formatCode="yyyy/mm/dd">
                        <c:v>45355</c:v>
                      </c:pt>
                      <c:pt idx="38" c:formatCode="yyyy/mm/dd">
                        <c:v>45356</c:v>
                      </c:pt>
                      <c:pt idx="39" c:formatCode="yyyy/mm/dd">
                        <c:v>45357</c:v>
                      </c:pt>
                      <c:pt idx="40" c:formatCode="yyyy/mm/dd">
                        <c:v>45358</c:v>
                      </c:pt>
                      <c:pt idx="41" c:formatCode="yyyy/mm/dd">
                        <c:v>45359</c:v>
                      </c:pt>
                      <c:pt idx="42" c:formatCode="yyyy/mm/dd">
                        <c:v>45362</c:v>
                      </c:pt>
                      <c:pt idx="43" c:formatCode="yyyy/mm/dd">
                        <c:v>45363</c:v>
                      </c:pt>
                      <c:pt idx="44" c:formatCode="yyyy/mm/dd">
                        <c:v>45364</c:v>
                      </c:pt>
                      <c:pt idx="45" c:formatCode="yyyy/mm/dd">
                        <c:v>45365</c:v>
                      </c:pt>
                      <c:pt idx="46" c:formatCode="yyyy/mm/dd">
                        <c:v>45366</c:v>
                      </c:pt>
                      <c:pt idx="47" c:formatCode="yyyy/mm/dd">
                        <c:v>45369</c:v>
                      </c:pt>
                      <c:pt idx="48" c:formatCode="yyyy/mm/dd">
                        <c:v>45370</c:v>
                      </c:pt>
                      <c:pt idx="49" c:formatCode="yyyy/mm/dd">
                        <c:v>45371</c:v>
                      </c:pt>
                      <c:pt idx="50" c:formatCode="yyyy/mm/dd">
                        <c:v>45372</c:v>
                      </c:pt>
                      <c:pt idx="51" c:formatCode="yyyy/mm/dd">
                        <c:v>45373</c:v>
                      </c:pt>
                      <c:pt idx="52" c:formatCode="yyyy/mm/dd">
                        <c:v>45376</c:v>
                      </c:pt>
                      <c:pt idx="53" c:formatCode="yyyy/mm/dd">
                        <c:v>45377</c:v>
                      </c:pt>
                      <c:pt idx="54" c:formatCode="yyyy/mm/dd">
                        <c:v>45378</c:v>
                      </c:pt>
                      <c:pt idx="55" c:formatCode="yyyy/mm/dd">
                        <c:v>45379</c:v>
                      </c:pt>
                      <c:pt idx="56" c:formatCode="yyyy/mm/dd">
                        <c:v>45380</c:v>
                      </c:pt>
                      <c:pt idx="57" c:formatCode="yyyy/mm/dd">
                        <c:v>45383</c:v>
                      </c:pt>
                      <c:pt idx="58" c:formatCode="yyyy/mm/dd">
                        <c:v>45384</c:v>
                      </c:pt>
                      <c:pt idx="59" c:formatCode="yyyy/mm/dd">
                        <c:v>45385</c:v>
                      </c:pt>
                      <c:pt idx="60" c:formatCode="yyyy/mm/dd">
                        <c:v>45390</c:v>
                      </c:pt>
                      <c:pt idx="61" c:formatCode="yyyy/mm/dd">
                        <c:v>45391</c:v>
                      </c:pt>
                      <c:pt idx="62" c:formatCode="yyyy/mm/dd">
                        <c:v>45392</c:v>
                      </c:pt>
                      <c:pt idx="63" c:formatCode="yyyy/mm/dd">
                        <c:v>45393</c:v>
                      </c:pt>
                      <c:pt idx="64" c:formatCode="yyyy/mm/dd">
                        <c:v>45394</c:v>
                      </c:pt>
                      <c:pt idx="65" c:formatCode="yyyy/mm/dd">
                        <c:v>45397</c:v>
                      </c:pt>
                      <c:pt idx="66" c:formatCode="yyyy/mm/dd">
                        <c:v>45398</c:v>
                      </c:pt>
                      <c:pt idx="67" c:formatCode="yyyy/mm/dd">
                        <c:v>45399</c:v>
                      </c:pt>
                      <c:pt idx="68" c:formatCode="yyyy/mm/dd">
                        <c:v>45400</c:v>
                      </c:pt>
                      <c:pt idx="69" c:formatCode="yyyy/mm/dd">
                        <c:v>45401</c:v>
                      </c:pt>
                      <c:pt idx="70" c:formatCode="yyyy/mm/dd">
                        <c:v>45404</c:v>
                      </c:pt>
                      <c:pt idx="71" c:formatCode="yyyy/mm/dd">
                        <c:v>45405</c:v>
                      </c:pt>
                      <c:pt idx="72" c:formatCode="yyyy/mm/dd">
                        <c:v>45406</c:v>
                      </c:pt>
                      <c:pt idx="73" c:formatCode="yyyy/mm/dd">
                        <c:v>45407</c:v>
                      </c:pt>
                      <c:pt idx="74" c:formatCode="yyyy/mm/dd">
                        <c:v>45408</c:v>
                      </c:pt>
                      <c:pt idx="75" c:formatCode="yyyy/mm/dd">
                        <c:v>45411</c:v>
                      </c:pt>
                      <c:pt idx="76" c:formatCode="yyyy/mm/dd">
                        <c:v>45412</c:v>
                      </c:pt>
                      <c:pt idx="77" c:formatCode="yyyy/mm/dd">
                        <c:v>45418</c:v>
                      </c:pt>
                      <c:pt idx="78" c:formatCode="yyyy/mm/dd">
                        <c:v>45419</c:v>
                      </c:pt>
                      <c:pt idx="79" c:formatCode="yyyy/mm/dd">
                        <c:v>45420</c:v>
                      </c:pt>
                      <c:pt idx="80" c:formatCode="yyyy/mm/dd">
                        <c:v>45421</c:v>
                      </c:pt>
                      <c:pt idx="81" c:formatCode="yyyy/mm/dd">
                        <c:v>45422</c:v>
                      </c:pt>
                      <c:pt idx="82" c:formatCode="yyyy/mm/dd">
                        <c:v>45425</c:v>
                      </c:pt>
                      <c:pt idx="83" c:formatCode="yyyy/mm/dd">
                        <c:v>45426</c:v>
                      </c:pt>
                      <c:pt idx="84" c:formatCode="yyyy/mm/dd">
                        <c:v>45427</c:v>
                      </c:pt>
                      <c:pt idx="85" c:formatCode="yyyy/mm/dd">
                        <c:v>45428</c:v>
                      </c:pt>
                      <c:pt idx="86" c:formatCode="yyyy/mm/dd">
                        <c:v>45429</c:v>
                      </c:pt>
                      <c:pt idx="87" c:formatCode="yyyy/mm/dd">
                        <c:v>45432</c:v>
                      </c:pt>
                      <c:pt idx="88" c:formatCode="yyyy/mm/dd">
                        <c:v>45433</c:v>
                      </c:pt>
                      <c:pt idx="89" c:formatCode="yyyy/mm/dd">
                        <c:v>45434</c:v>
                      </c:pt>
                      <c:pt idx="90" c:formatCode="yyyy/mm/dd">
                        <c:v>45435</c:v>
                      </c:pt>
                      <c:pt idx="91" c:formatCode="yyyy/mm/dd">
                        <c:v>45436</c:v>
                      </c:pt>
                      <c:pt idx="92" c:formatCode="yyyy/mm/dd">
                        <c:v>45439</c:v>
                      </c:pt>
                      <c:pt idx="93" c:formatCode="yyyy/mm/dd">
                        <c:v>45440</c:v>
                      </c:pt>
                      <c:pt idx="94" c:formatCode="yyyy/mm/dd">
                        <c:v>45441</c:v>
                      </c:pt>
                      <c:pt idx="95" c:formatCode="yyyy/mm/dd">
                        <c:v>45442</c:v>
                      </c:pt>
                      <c:pt idx="96" c:formatCode="yyyy/mm/dd">
                        <c:v>45443</c:v>
                      </c:pt>
                      <c:pt idx="97" c:formatCode="yyyy/mm/dd">
                        <c:v>45446</c:v>
                      </c:pt>
                      <c:pt idx="98" c:formatCode="yyyy/mm/dd">
                        <c:v>45447</c:v>
                      </c:pt>
                      <c:pt idx="99" c:formatCode="yyyy/mm/dd">
                        <c:v>45448</c:v>
                      </c:pt>
                      <c:pt idx="100" c:formatCode="yyyy/mm/dd">
                        <c:v>45449</c:v>
                      </c:pt>
                      <c:pt idx="101" c:formatCode="yyyy/mm/dd">
                        <c:v>45450</c:v>
                      </c:pt>
                      <c:pt idx="102" c:formatCode="yyyy/mm/dd">
                        <c:v>45454</c:v>
                      </c:pt>
                      <c:pt idx="103" c:formatCode="yyyy/mm/dd">
                        <c:v>45455</c:v>
                      </c:pt>
                      <c:pt idx="104" c:formatCode="yyyy/mm/dd">
                        <c:v>45456</c:v>
                      </c:pt>
                      <c:pt idx="105" c:formatCode="yyyy/mm/dd">
                        <c:v>45457</c:v>
                      </c:pt>
                      <c:pt idx="106" c:formatCode="yyyy/mm/dd">
                        <c:v>45460</c:v>
                      </c:pt>
                      <c:pt idx="107" c:formatCode="yyyy/mm/dd">
                        <c:v>45461</c:v>
                      </c:pt>
                      <c:pt idx="108" c:formatCode="yyyy/mm/dd">
                        <c:v>45462</c:v>
                      </c:pt>
                      <c:pt idx="109" c:formatCode="yyyy/mm/dd">
                        <c:v>45463</c:v>
                      </c:pt>
                      <c:pt idx="110" c:formatCode="yyyy/mm/dd">
                        <c:v>45464</c:v>
                      </c:pt>
                      <c:pt idx="111" c:formatCode="yyyy/mm/dd">
                        <c:v>45467</c:v>
                      </c:pt>
                      <c:pt idx="112" c:formatCode="yyyy/mm/dd">
                        <c:v>45468</c:v>
                      </c:pt>
                      <c:pt idx="113" c:formatCode="yyyy/mm/dd">
                        <c:v>45469</c:v>
                      </c:pt>
                      <c:pt idx="114" c:formatCode="yyyy/mm/dd">
                        <c:v>45470</c:v>
                      </c:pt>
                      <c:pt idx="115" c:formatCode="yyyy/mm/dd">
                        <c:v>45471</c:v>
                      </c:pt>
                      <c:pt idx="116" c:formatCode="yyyy/mm/dd">
                        <c:v>45474</c:v>
                      </c:pt>
                      <c:pt idx="117" c:formatCode="yyyy/mm/dd">
                        <c:v>45475</c:v>
                      </c:pt>
                      <c:pt idx="118" c:formatCode="yyyy/mm/dd">
                        <c:v>45476</c:v>
                      </c:pt>
                      <c:pt idx="119" c:formatCode="yyyy/mm/dd">
                        <c:v>45477</c:v>
                      </c:pt>
                      <c:pt idx="120" c:formatCode="yyyy/mm/dd">
                        <c:v>45478</c:v>
                      </c:pt>
                      <c:pt idx="121" c:formatCode="yyyy/mm/dd">
                        <c:v>45481</c:v>
                      </c:pt>
                      <c:pt idx="122" c:formatCode="yyyy/mm/dd">
                        <c:v>45482</c:v>
                      </c:pt>
                      <c:pt idx="123" c:formatCode="yyyy/mm/dd">
                        <c:v>45483</c:v>
                      </c:pt>
                      <c:pt idx="124" c:formatCode="yyyy/mm/dd">
                        <c:v>45484</c:v>
                      </c:pt>
                      <c:pt idx="125" c:formatCode="yyyy/mm/dd">
                        <c:v>45485</c:v>
                      </c:pt>
                      <c:pt idx="126" c:formatCode="yyyy/mm/dd">
                        <c:v>45488</c:v>
                      </c:pt>
                      <c:pt idx="127" c:formatCode="yyyy/mm/dd">
                        <c:v>45489</c:v>
                      </c:pt>
                      <c:pt idx="128" c:formatCode="yyyy/mm/dd">
                        <c:v>45490</c:v>
                      </c:pt>
                      <c:pt idx="129" c:formatCode="yyyy/mm/dd">
                        <c:v>45491</c:v>
                      </c:pt>
                      <c:pt idx="130" c:formatCode="yyyy/mm/dd">
                        <c:v>45492</c:v>
                      </c:pt>
                      <c:pt idx="131" c:formatCode="yyyy/mm/dd">
                        <c:v>45495</c:v>
                      </c:pt>
                      <c:pt idx="132" c:formatCode="yyyy/mm/dd">
                        <c:v>45496</c:v>
                      </c:pt>
                      <c:pt idx="133" c:formatCode="yyyy/mm/dd">
                        <c:v>45497</c:v>
                      </c:pt>
                      <c:pt idx="134" c:formatCode="yyyy/mm/dd">
                        <c:v>45498</c:v>
                      </c:pt>
                      <c:pt idx="135" c:formatCode="yyyy/mm/dd">
                        <c:v>45499</c:v>
                      </c:pt>
                      <c:pt idx="136" c:formatCode="yyyy/mm/dd">
                        <c:v>45502</c:v>
                      </c:pt>
                      <c:pt idx="137" c:formatCode="yyyy/mm/dd">
                        <c:v>45503</c:v>
                      </c:pt>
                      <c:pt idx="138" c:formatCode="yyyy/mm/dd">
                        <c:v>45504</c:v>
                      </c:pt>
                      <c:pt idx="139" c:formatCode="yyyy/mm/dd">
                        <c:v>45505</c:v>
                      </c:pt>
                      <c:pt idx="140" c:formatCode="yyyy/mm/dd">
                        <c:v>45506</c:v>
                      </c:pt>
                      <c:pt idx="141" c:formatCode="yyyy/mm/dd">
                        <c:v>45509</c:v>
                      </c:pt>
                      <c:pt idx="142" c:formatCode="yyyy/mm/dd">
                        <c:v>45510</c:v>
                      </c:pt>
                      <c:pt idx="143" c:formatCode="yyyy/mm/dd">
                        <c:v>45511</c:v>
                      </c:pt>
                      <c:pt idx="144" c:formatCode="yyyy/mm/dd">
                        <c:v>45512</c:v>
                      </c:pt>
                      <c:pt idx="145" c:formatCode="yyyy/mm/dd">
                        <c:v>45513</c:v>
                      </c:pt>
                      <c:pt idx="146" c:formatCode="yyyy/mm/dd">
                        <c:v>45516</c:v>
                      </c:pt>
                      <c:pt idx="147" c:formatCode="yyyy/mm/dd">
                        <c:v>45517</c:v>
                      </c:pt>
                      <c:pt idx="148" c:formatCode="yyyy/mm/dd">
                        <c:v>45518</c:v>
                      </c:pt>
                      <c:pt idx="149" c:formatCode="yyyy/mm/dd">
                        <c:v>45519</c:v>
                      </c:pt>
                      <c:pt idx="150" c:formatCode="yyyy/mm/dd">
                        <c:v>45520</c:v>
                      </c:pt>
                      <c:pt idx="151" c:formatCode="yyyy/mm/dd">
                        <c:v>45523</c:v>
                      </c:pt>
                      <c:pt idx="152" c:formatCode="yyyy/mm/dd">
                        <c:v>45524</c:v>
                      </c:pt>
                      <c:pt idx="153" c:formatCode="yyyy/mm/dd">
                        <c:v>45525</c:v>
                      </c:pt>
                      <c:pt idx="154" c:formatCode="yyyy/mm/dd">
                        <c:v>45526</c:v>
                      </c:pt>
                      <c:pt idx="155" c:formatCode="yyyy/mm/dd">
                        <c:v>45527</c:v>
                      </c:pt>
                      <c:pt idx="156" c:formatCode="yyyy/mm/dd">
                        <c:v>45530</c:v>
                      </c:pt>
                      <c:pt idx="157" c:formatCode="yyyy/mm/dd">
                        <c:v>45531</c:v>
                      </c:pt>
                      <c:pt idx="158" c:formatCode="yyyy/mm/dd">
                        <c:v>45532</c:v>
                      </c:pt>
                      <c:pt idx="159" c:formatCode="yyyy/mm/dd">
                        <c:v>45533</c:v>
                      </c:pt>
                      <c:pt idx="160" c:formatCode="yyyy/mm/dd">
                        <c:v>45534</c:v>
                      </c:pt>
                      <c:pt idx="161" c:formatCode="yyyy/mm/dd">
                        <c:v>45537</c:v>
                      </c:pt>
                      <c:pt idx="162" c:formatCode="yyyy/mm/dd">
                        <c:v>45538</c:v>
                      </c:pt>
                      <c:pt idx="163" c:formatCode="yyyy/mm/dd">
                        <c:v>45539</c:v>
                      </c:pt>
                      <c:pt idx="164" c:formatCode="yyyy/mm/dd">
                        <c:v>45540</c:v>
                      </c:pt>
                      <c:pt idx="165" c:formatCode="yyyy/mm/dd">
                        <c:v>45541</c:v>
                      </c:pt>
                      <c:pt idx="166" c:formatCode="yyyy/mm/dd">
                        <c:v>45544</c:v>
                      </c:pt>
                      <c:pt idx="167" c:formatCode="yyyy/mm/dd">
                        <c:v>45545</c:v>
                      </c:pt>
                      <c:pt idx="168" c:formatCode="yyyy/mm/dd">
                        <c:v>45546</c:v>
                      </c:pt>
                      <c:pt idx="169" c:formatCode="yyyy/mm/dd">
                        <c:v>45547</c:v>
                      </c:pt>
                      <c:pt idx="170" c:formatCode="yyyy/mm/dd">
                        <c:v>45548</c:v>
                      </c:pt>
                      <c:pt idx="171" c:formatCode="yyyy/mm/dd">
                        <c:v>45553</c:v>
                      </c:pt>
                      <c:pt idx="172" c:formatCode="yyyy/mm/dd">
                        <c:v>45554</c:v>
                      </c:pt>
                      <c:pt idx="173" c:formatCode="yyyy/mm/dd">
                        <c:v>45555</c:v>
                      </c:pt>
                      <c:pt idx="174" c:formatCode="yyyy/mm/dd">
                        <c:v>45558</c:v>
                      </c:pt>
                      <c:pt idx="175" c:formatCode="yyyy/mm/dd">
                        <c:v>45559</c:v>
                      </c:pt>
                      <c:pt idx="176" c:formatCode="yyyy/mm/dd">
                        <c:v>45560</c:v>
                      </c:pt>
                      <c:pt idx="177" c:formatCode="yyyy/mm/dd">
                        <c:v>45561</c:v>
                      </c:pt>
                      <c:pt idx="178" c:formatCode="yyyy/mm/dd">
                        <c:v>45562</c:v>
                      </c:pt>
                      <c:pt idx="179" c:formatCode="yyyy/mm/dd">
                        <c:v>45565</c:v>
                      </c:pt>
                      <c:pt idx="180" c:formatCode="yyyy/mm/dd">
                        <c:v>45573</c:v>
                      </c:pt>
                      <c:pt idx="181" c:formatCode="yyyy/mm/dd">
                        <c:v>45574</c:v>
                      </c:pt>
                      <c:pt idx="182" c:formatCode="yyyy/mm/dd">
                        <c:v>45575</c:v>
                      </c:pt>
                      <c:pt idx="183" c:formatCode="yyyy/mm/dd">
                        <c:v>45576</c:v>
                      </c:pt>
                      <c:pt idx="184" c:formatCode="yyyy/mm/dd">
                        <c:v>45579</c:v>
                      </c:pt>
                      <c:pt idx="185" c:formatCode="yyyy/mm/dd">
                        <c:v>45580</c:v>
                      </c:pt>
                      <c:pt idx="186" c:formatCode="yyyy/mm/dd">
                        <c:v>45581</c:v>
                      </c:pt>
                      <c:pt idx="187" c:formatCode="yyyy/mm/dd">
                        <c:v>45582</c:v>
                      </c:pt>
                      <c:pt idx="188" c:formatCode="yyyy/mm/dd">
                        <c:v>45583</c:v>
                      </c:pt>
                      <c:pt idx="189" c:formatCode="yyyy/mm/dd">
                        <c:v>45586</c:v>
                      </c:pt>
                      <c:pt idx="190" c:formatCode="yyyy/mm/dd">
                        <c:v>45587</c:v>
                      </c:pt>
                      <c:pt idx="191" c:formatCode="yyyy/mm/dd">
                        <c:v>45588</c:v>
                      </c:pt>
                      <c:pt idx="192" c:formatCode="yyyy/mm/dd">
                        <c:v>45589</c:v>
                      </c:pt>
                      <c:pt idx="193" c:formatCode="yyyy/mm/dd">
                        <c:v>45590</c:v>
                      </c:pt>
                      <c:pt idx="194" c:formatCode="yyyy/mm/dd">
                        <c:v>45593</c:v>
                      </c:pt>
                      <c:pt idx="195" c:formatCode="yyyy/mm/dd">
                        <c:v>45594</c:v>
                      </c:pt>
                      <c:pt idx="196" c:formatCode="yyyy/mm/dd">
                        <c:v>45595</c:v>
                      </c:pt>
                      <c:pt idx="197" c:formatCode="yyyy/mm/dd">
                        <c:v>45596</c:v>
                      </c:pt>
                      <c:pt idx="198" c:formatCode="yyyy/mm/dd">
                        <c:v>45597</c:v>
                      </c:pt>
                      <c:pt idx="199" c:formatCode="yyyy/mm/dd">
                        <c:v>45600</c:v>
                      </c:pt>
                      <c:pt idx="200" c:formatCode="yyyy/mm/dd">
                        <c:v>45601</c:v>
                      </c:pt>
                      <c:pt idx="201" c:formatCode="yyyy/mm/dd">
                        <c:v>45602</c:v>
                      </c:pt>
                      <c:pt idx="202" c:formatCode="yyyy/mm/dd">
                        <c:v>45603</c:v>
                      </c:pt>
                      <c:pt idx="203" c:formatCode="yyyy/mm/dd">
                        <c:v>45604</c:v>
                      </c:pt>
                      <c:pt idx="204" c:formatCode="yyyy/mm/dd">
                        <c:v>45607</c:v>
                      </c:pt>
                      <c:pt idx="205" c:formatCode="yyyy/mm/dd">
                        <c:v>45608</c:v>
                      </c:pt>
                      <c:pt idx="206" c:formatCode="yyyy/mm/dd">
                        <c:v>45609</c:v>
                      </c:pt>
                      <c:pt idx="207" c:formatCode="yyyy/mm/dd">
                        <c:v>45610</c:v>
                      </c:pt>
                      <c:pt idx="208" c:formatCode="yyyy/mm/dd">
                        <c:v>45611</c:v>
                      </c:pt>
                      <c:pt idx="209" c:formatCode="yyyy/mm/dd">
                        <c:v>45614</c:v>
                      </c:pt>
                      <c:pt idx="210" c:formatCode="yyyy/mm/dd">
                        <c:v>45615</c:v>
                      </c:pt>
                      <c:pt idx="211" c:formatCode="yyyy/mm/dd">
                        <c:v>45616</c:v>
                      </c:pt>
                      <c:pt idx="212" c:formatCode="yyyy/mm/dd">
                        <c:v>45617</c:v>
                      </c:pt>
                      <c:pt idx="213" c:formatCode="yyyy/mm/dd">
                        <c:v>45618</c:v>
                      </c:pt>
                      <c:pt idx="214" c:formatCode="yyyy/mm/dd">
                        <c:v>45621</c:v>
                      </c:pt>
                      <c:pt idx="215" c:formatCode="yyyy/mm/dd">
                        <c:v>45622</c:v>
                      </c:pt>
                      <c:pt idx="216" c:formatCode="yyyy/mm/dd">
                        <c:v>45623</c:v>
                      </c:pt>
                      <c:pt idx="217" c:formatCode="yyyy/mm/dd">
                        <c:v>45624</c:v>
                      </c:pt>
                      <c:pt idx="218" c:formatCode="yyyy/mm/dd">
                        <c:v>45625</c:v>
                      </c:pt>
                      <c:pt idx="219" c:formatCode="yyyy/mm/dd">
                        <c:v>45628</c:v>
                      </c:pt>
                      <c:pt idx="220" c:formatCode="yyyy/mm/dd">
                        <c:v>45629</c:v>
                      </c:pt>
                      <c:pt idx="221" c:formatCode="yyyy/mm/dd">
                        <c:v>45630</c:v>
                      </c:pt>
                      <c:pt idx="222" c:formatCode="yyyy/mm/dd">
                        <c:v>45631</c:v>
                      </c:pt>
                      <c:pt idx="223" c:formatCode="yyyy/mm/dd">
                        <c:v>45632</c:v>
                      </c:pt>
                      <c:pt idx="224" c:formatCode="yyyy/mm/dd">
                        <c:v>45635</c:v>
                      </c:pt>
                      <c:pt idx="225" c:formatCode="yyyy/mm/dd">
                        <c:v>45636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'走势图 24'!$M$3:$M$142</c15:sqref>
                        </c15:formulaRef>
                      </c:ext>
                    </c:extLst>
                    <c:numCache>
                      <c:formatCode>0.00%</c:formatCode>
                      <c:ptCount val="140"/>
                      <c:pt idx="0">
                        <c:v>0.45845</c:v>
                      </c:pt>
                      <c:pt idx="1">
                        <c:v>0.458367</c:v>
                      </c:pt>
                      <c:pt idx="2">
                        <c:v>0.458451</c:v>
                      </c:pt>
                      <c:pt idx="3">
                        <c:v>0.458416</c:v>
                      </c:pt>
                      <c:pt idx="4">
                        <c:v>0.459128</c:v>
                      </c:pt>
                      <c:pt idx="5">
                        <c:v>0.458987</c:v>
                      </c:pt>
                      <c:pt idx="6">
                        <c:v>0.459315</c:v>
                      </c:pt>
                      <c:pt idx="7">
                        <c:v>0.45963</c:v>
                      </c:pt>
                      <c:pt idx="8">
                        <c:v>0.459074</c:v>
                      </c:pt>
                      <c:pt idx="9">
                        <c:v>0.458874</c:v>
                      </c:pt>
                      <c:pt idx="10">
                        <c:v>0.458429</c:v>
                      </c:pt>
                      <c:pt idx="11">
                        <c:v>0.459824</c:v>
                      </c:pt>
                      <c:pt idx="12">
                        <c:v>0.459921</c:v>
                      </c:pt>
                      <c:pt idx="13">
                        <c:v>0.460197</c:v>
                      </c:pt>
                      <c:pt idx="14">
                        <c:v>0.461613</c:v>
                      </c:pt>
                      <c:pt idx="15">
                        <c:v>0.461473</c:v>
                      </c:pt>
                      <c:pt idx="16">
                        <c:v>0.459685</c:v>
                      </c:pt>
                      <c:pt idx="17">
                        <c:v>0.457402</c:v>
                      </c:pt>
                      <c:pt idx="18">
                        <c:v>0.456274</c:v>
                      </c:pt>
                      <c:pt idx="19">
                        <c:v>0.458342</c:v>
                      </c:pt>
                      <c:pt idx="20">
                        <c:v>0.459431</c:v>
                      </c:pt>
                      <c:pt idx="21">
                        <c:v>0.45943</c:v>
                      </c:pt>
                      <c:pt idx="22">
                        <c:v>0.459988</c:v>
                      </c:pt>
                      <c:pt idx="23">
                        <c:v>0.460122</c:v>
                      </c:pt>
                      <c:pt idx="24">
                        <c:v>0.459524</c:v>
                      </c:pt>
                      <c:pt idx="25">
                        <c:v>0.457926</c:v>
                      </c:pt>
                      <c:pt idx="26">
                        <c:v>0.456933</c:v>
                      </c:pt>
                      <c:pt idx="27">
                        <c:v>0.456659</c:v>
                      </c:pt>
                      <c:pt idx="28">
                        <c:v>0.454344</c:v>
                      </c:pt>
                      <c:pt idx="29">
                        <c:v>0.45332</c:v>
                      </c:pt>
                      <c:pt idx="30">
                        <c:v>0.452518</c:v>
                      </c:pt>
                      <c:pt idx="31">
                        <c:v>0.451384</c:v>
                      </c:pt>
                      <c:pt idx="32">
                        <c:v>0.451094</c:v>
                      </c:pt>
                      <c:pt idx="33">
                        <c:v>0.454919</c:v>
                      </c:pt>
                      <c:pt idx="34">
                        <c:v>0.454471</c:v>
                      </c:pt>
                      <c:pt idx="35">
                        <c:v>0.454926</c:v>
                      </c:pt>
                      <c:pt idx="36">
                        <c:v>0.447538</c:v>
                      </c:pt>
                      <c:pt idx="37">
                        <c:v>0.447223</c:v>
                      </c:pt>
                      <c:pt idx="38">
                        <c:v>0.446407</c:v>
                      </c:pt>
                      <c:pt idx="39">
                        <c:v>0.445488</c:v>
                      </c:pt>
                      <c:pt idx="40">
                        <c:v>0.445602</c:v>
                      </c:pt>
                      <c:pt idx="41">
                        <c:v>0.444974</c:v>
                      </c:pt>
                      <c:pt idx="42">
                        <c:v>0.444189</c:v>
                      </c:pt>
                      <c:pt idx="43">
                        <c:v>0.444407</c:v>
                      </c:pt>
                      <c:pt idx="44">
                        <c:v>0.44625</c:v>
                      </c:pt>
                      <c:pt idx="45">
                        <c:v>0.446366</c:v>
                      </c:pt>
                      <c:pt idx="46">
                        <c:v>0.445939</c:v>
                      </c:pt>
                      <c:pt idx="47">
                        <c:v>0.467713</c:v>
                      </c:pt>
                      <c:pt idx="48">
                        <c:v>0.474876</c:v>
                      </c:pt>
                      <c:pt idx="49">
                        <c:v>0.475472</c:v>
                      </c:pt>
                      <c:pt idx="50">
                        <c:v>0.47495</c:v>
                      </c:pt>
                      <c:pt idx="51">
                        <c:v>0.474825</c:v>
                      </c:pt>
                      <c:pt idx="52">
                        <c:v>0.490157</c:v>
                      </c:pt>
                      <c:pt idx="53">
                        <c:v>0.491988</c:v>
                      </c:pt>
                      <c:pt idx="54">
                        <c:v>0.491729</c:v>
                      </c:pt>
                      <c:pt idx="55">
                        <c:v>0.491945</c:v>
                      </c:pt>
                      <c:pt idx="56">
                        <c:v>0.491687</c:v>
                      </c:pt>
                      <c:pt idx="57">
                        <c:v>0.534558</c:v>
                      </c:pt>
                      <c:pt idx="58">
                        <c:v>0.534123</c:v>
                      </c:pt>
                      <c:pt idx="59">
                        <c:v>0.533558</c:v>
                      </c:pt>
                      <c:pt idx="60">
                        <c:v>0.532613</c:v>
                      </c:pt>
                      <c:pt idx="61">
                        <c:v>0.531964</c:v>
                      </c:pt>
                      <c:pt idx="62">
                        <c:v>0.532761</c:v>
                      </c:pt>
                      <c:pt idx="63">
                        <c:v>0.532036</c:v>
                      </c:pt>
                      <c:pt idx="64">
                        <c:v>0.53149</c:v>
                      </c:pt>
                      <c:pt idx="65">
                        <c:v>0.531499</c:v>
                      </c:pt>
                      <c:pt idx="66">
                        <c:v>0.529082</c:v>
                      </c:pt>
                      <c:pt idx="67">
                        <c:v>0.530184</c:v>
                      </c:pt>
                      <c:pt idx="68">
                        <c:v>0.528308</c:v>
                      </c:pt>
                      <c:pt idx="69">
                        <c:v>0.527826</c:v>
                      </c:pt>
                      <c:pt idx="70">
                        <c:v>0.527872</c:v>
                      </c:pt>
                      <c:pt idx="71">
                        <c:v>0.529219</c:v>
                      </c:pt>
                      <c:pt idx="72">
                        <c:v>0.530641</c:v>
                      </c:pt>
                      <c:pt idx="73">
                        <c:v>0.530268</c:v>
                      </c:pt>
                      <c:pt idx="74">
                        <c:v>0.529733</c:v>
                      </c:pt>
                      <c:pt idx="75">
                        <c:v>0.529571</c:v>
                      </c:pt>
                      <c:pt idx="76">
                        <c:v>0.532666</c:v>
                      </c:pt>
                      <c:pt idx="77">
                        <c:v>0.531828</c:v>
                      </c:pt>
                      <c:pt idx="78">
                        <c:v>0.530983</c:v>
                      </c:pt>
                      <c:pt idx="79">
                        <c:v>0.53082</c:v>
                      </c:pt>
                      <c:pt idx="80">
                        <c:v>0.530831</c:v>
                      </c:pt>
                      <c:pt idx="81">
                        <c:v>0.529771</c:v>
                      </c:pt>
                      <c:pt idx="82">
                        <c:v>0.529054</c:v>
                      </c:pt>
                      <c:pt idx="83">
                        <c:v>0.529018</c:v>
                      </c:pt>
                      <c:pt idx="84">
                        <c:v>0.529193</c:v>
                      </c:pt>
                      <c:pt idx="85">
                        <c:v>0.529831</c:v>
                      </c:pt>
                      <c:pt idx="86">
                        <c:v>0.529499</c:v>
                      </c:pt>
                      <c:pt idx="87">
                        <c:v>0.528517</c:v>
                      </c:pt>
                      <c:pt idx="88">
                        <c:v>0.526881</c:v>
                      </c:pt>
                      <c:pt idx="89">
                        <c:v>0.527221</c:v>
                      </c:pt>
                      <c:pt idx="90">
                        <c:v>0.527462</c:v>
                      </c:pt>
                      <c:pt idx="91">
                        <c:v>0.528494</c:v>
                      </c:pt>
                      <c:pt idx="92">
                        <c:v>0.528523</c:v>
                      </c:pt>
                      <c:pt idx="93">
                        <c:v>0.526488</c:v>
                      </c:pt>
                      <c:pt idx="94">
                        <c:v>0.529345</c:v>
                      </c:pt>
                      <c:pt idx="95">
                        <c:v>0.528928</c:v>
                      </c:pt>
                      <c:pt idx="96">
                        <c:v>0.530384</c:v>
                      </c:pt>
                      <c:pt idx="97">
                        <c:v>0.530486</c:v>
                      </c:pt>
                      <c:pt idx="98">
                        <c:v>0.530708</c:v>
                      </c:pt>
                      <c:pt idx="99">
                        <c:v>0.530135</c:v>
                      </c:pt>
                      <c:pt idx="100">
                        <c:v>0.530983</c:v>
                      </c:pt>
                      <c:pt idx="101">
                        <c:v>0.529905</c:v>
                      </c:pt>
                      <c:pt idx="102">
                        <c:v>0.518198</c:v>
                      </c:pt>
                      <c:pt idx="103">
                        <c:v>0.520035</c:v>
                      </c:pt>
                      <c:pt idx="104">
                        <c:v>0.518875</c:v>
                      </c:pt>
                      <c:pt idx="105">
                        <c:v>0.519601</c:v>
                      </c:pt>
                      <c:pt idx="106">
                        <c:v>0.520171</c:v>
                      </c:pt>
                      <c:pt idx="107">
                        <c:v>0.514125</c:v>
                      </c:pt>
                      <c:pt idx="108">
                        <c:v>0.513807</c:v>
                      </c:pt>
                      <c:pt idx="109">
                        <c:v>0.513325</c:v>
                      </c:pt>
                      <c:pt idx="110">
                        <c:v>0.512796</c:v>
                      </c:pt>
                      <c:pt idx="111">
                        <c:v>0.513201</c:v>
                      </c:pt>
                      <c:pt idx="112">
                        <c:v>0.516167</c:v>
                      </c:pt>
                      <c:pt idx="113">
                        <c:v>0.516063</c:v>
                      </c:pt>
                      <c:pt idx="114">
                        <c:v>0.516097</c:v>
                      </c:pt>
                      <c:pt idx="115">
                        <c:v>0.516389</c:v>
                      </c:pt>
                      <c:pt idx="116">
                        <c:v>0.514697</c:v>
                      </c:pt>
                      <c:pt idx="117">
                        <c:v>0.512447</c:v>
                      </c:pt>
                      <c:pt idx="118">
                        <c:v>0.512096</c:v>
                      </c:pt>
                      <c:pt idx="119">
                        <c:v>0.512656</c:v>
                      </c:pt>
                      <c:pt idx="120">
                        <c:v>0.512719</c:v>
                      </c:pt>
                      <c:pt idx="121">
                        <c:v>0.513043</c:v>
                      </c:pt>
                      <c:pt idx="122">
                        <c:v>0.512509</c:v>
                      </c:pt>
                      <c:pt idx="123">
                        <c:v>0.511443</c:v>
                      </c:pt>
                      <c:pt idx="124">
                        <c:v>0.513381</c:v>
                      </c:pt>
                      <c:pt idx="125">
                        <c:v>0.512377</c:v>
                      </c:pt>
                      <c:pt idx="126">
                        <c:v>0.512774</c:v>
                      </c:pt>
                      <c:pt idx="127">
                        <c:v>0.511397</c:v>
                      </c:pt>
                      <c:pt idx="128">
                        <c:v>0.511162</c:v>
                      </c:pt>
                      <c:pt idx="129">
                        <c:v>0.512753</c:v>
                      </c:pt>
                      <c:pt idx="130">
                        <c:v>0.51177</c:v>
                      </c:pt>
                      <c:pt idx="131">
                        <c:v>0.512439</c:v>
                      </c:pt>
                      <c:pt idx="132">
                        <c:v>0.513543</c:v>
                      </c:pt>
                      <c:pt idx="133">
                        <c:v>0.514696</c:v>
                      </c:pt>
                      <c:pt idx="134">
                        <c:v>0.517152</c:v>
                      </c:pt>
                      <c:pt idx="135">
                        <c:v>0.518731</c:v>
                      </c:pt>
                      <c:pt idx="136">
                        <c:v>0.518715</c:v>
                      </c:pt>
                      <c:pt idx="137">
                        <c:v>0.518093</c:v>
                      </c:pt>
                      <c:pt idx="138">
                        <c:v>0.519317</c:v>
                      </c:pt>
                      <c:pt idx="139">
                        <c:v>0.518443</c:v>
                      </c:pt>
                    </c:numCache>
                  </c:numRef>
                </c:val>
                <c:smooth val="0"/>
              </c15:ser>
            </c15:filteredLineSeries>
          </c:ext>
        </c:extLst>
      </c:lineChart>
      <c:dateAx>
        <c:axId val="1672713040"/>
        <c:scaling>
          <c:orientation val="minMax"/>
          <c:min val="45293"/>
        </c:scaling>
        <c:delete val="0"/>
        <c:axPos val="b"/>
        <c:numFmt formatCode="yyyy/mm" sourceLinked="0"/>
        <c:majorTickMark val="out"/>
        <c:minorTickMark val="none"/>
        <c:tickLblPos val="low"/>
        <c:spPr>
          <a:noFill/>
          <a:ln w="9525" cap="flat" cmpd="sng" algn="ctr">
            <a:solidFill>
              <a:schemeClr val="bg1">
                <a:lumMod val="5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</a:p>
        </c:txPr>
        <c:crossAx val="1672705552"/>
        <c:crosses val="autoZero"/>
        <c:auto val="1"/>
        <c:lblOffset val="100"/>
        <c:baseTimeUnit val="days"/>
        <c:majorUnit val="2"/>
        <c:majorTimeUnit val="months"/>
        <c:minorUnit val="30"/>
        <c:minorTimeUnit val="days"/>
      </c:dateAx>
      <c:valAx>
        <c:axId val="16727055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lgDash"/>
              <a:round/>
            </a:ln>
            <a:effectLst/>
          </c:spPr>
        </c:majorGridlines>
        <c:numFmt formatCode="0%" sourceLinked="0"/>
        <c:majorTickMark val="in"/>
        <c:minorTickMark val="none"/>
        <c:tickLblPos val="nextTo"/>
        <c:spPr>
          <a:noFill/>
          <a:ln>
            <a:solidFill>
              <a:schemeClr val="bg1">
                <a:lumMod val="8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</a:p>
        </c:txPr>
        <c:crossAx val="1672713040"/>
        <c:crosses val="autoZero"/>
        <c:crossBetween val="between"/>
        <c:majorUnit val="0.02"/>
      </c:valAx>
      <c:dateAx>
        <c:axId val="1538247024"/>
        <c:scaling>
          <c:orientation val="minMax"/>
        </c:scaling>
        <c:delete val="1"/>
        <c:axPos val="b"/>
        <c:numFmt formatCode="yyyy/mm/dd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</a:p>
        </c:txPr>
        <c:crossAx val="1538246192"/>
        <c:crosses val="autoZero"/>
        <c:auto val="1"/>
        <c:lblOffset val="100"/>
        <c:baseTimeUnit val="days"/>
      </c:dateAx>
      <c:valAx>
        <c:axId val="1538246192"/>
        <c:scaling>
          <c:orientation val="minMax"/>
          <c:min val="3100"/>
        </c:scaling>
        <c:delete val="0"/>
        <c:axPos val="r"/>
        <c:numFmt formatCode="#,##0" sourceLinked="0"/>
        <c:majorTickMark val="out"/>
        <c:minorTickMark val="none"/>
        <c:tickLblPos val="nextTo"/>
        <c:spPr>
          <a:noFill/>
          <a:ln>
            <a:solidFill>
              <a:schemeClr val="bg1">
                <a:lumMod val="8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</a:p>
        </c:txPr>
        <c:crossAx val="1538247024"/>
        <c:crosses val="max"/>
        <c:crossBetween val="between"/>
      </c:valAx>
      <c:spPr>
        <a:noFill/>
        <a:ln>
          <a:noFill/>
        </a:ln>
        <a:effectLst/>
      </c:spPr>
    </c:plotArea>
    <c:legend>
      <c:legendPos val="t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ea"/>
              <a:sym typeface="+mn-lt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3872bfe9-c35b-4ed3-ae4b-a9c145839284}"/>
      </c:ext>
    </c:extLst>
  </c:chart>
  <c:spPr>
    <a:noFill/>
    <a:ln>
      <a:noFill/>
    </a:ln>
    <a:effectLst/>
  </c:spPr>
  <c:txPr>
    <a:bodyPr/>
    <a:lstStyle/>
    <a:p>
      <a:pPr>
        <a:defRPr lang="zh-CN">
          <a:latin typeface="+mn-lt"/>
          <a:ea typeface="+mn-ea"/>
          <a:cs typeface="+mn-ea"/>
          <a:sym typeface="+mn-lt"/>
        </a:defRPr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r>
              <a:rPr lang="zh-CN"/>
              <a:t>组合成立以来收益率走势</a:t>
            </a:r>
            <a:endParaRPr lang="zh-CN"/>
          </a:p>
        </c:rich>
      </c:tx>
      <c:layout>
        <c:manualLayout>
          <c:xMode val="edge"/>
          <c:yMode val="edge"/>
          <c:x val="0.321457238395269"/>
          <c:y val="0.0186364860955748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818358058038093"/>
          <c:y val="0.240725210220705"/>
          <c:w val="0.779259758363066"/>
          <c:h val="0.671444250077285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组合规模(万元)</c:v>
                </c:pt>
              </c:strCache>
            </c:strRef>
          </c:tx>
          <c:spPr>
            <a:solidFill>
              <a:schemeClr val="bg1">
                <a:lumMod val="50000"/>
              </a:schemeClr>
            </a:solidFill>
            <a:ln>
              <a:noFill/>
            </a:ln>
            <a:effectLst/>
          </c:spPr>
          <c:dLbls>
            <c:delete val="1"/>
          </c:dLbls>
          <c:cat>
            <c:numRef>
              <c:f>Sheet1!$A$2:$A$2804</c:f>
              <c:numCache>
                <c:formatCode>yyyy/m/d</c:formatCode>
                <c:ptCount val="2803"/>
                <c:pt idx="0" c:formatCode="yyyy/m/d">
                  <c:v>41430</c:v>
                </c:pt>
                <c:pt idx="1" c:formatCode="yyyy/m/d">
                  <c:v>41431</c:v>
                </c:pt>
                <c:pt idx="2" c:formatCode="yyyy/m/d">
                  <c:v>41432</c:v>
                </c:pt>
                <c:pt idx="3" c:formatCode="yyyy/m/d">
                  <c:v>41438</c:v>
                </c:pt>
                <c:pt idx="4" c:formatCode="yyyy/m/d">
                  <c:v>41439</c:v>
                </c:pt>
                <c:pt idx="5" c:formatCode="yyyy/m/d">
                  <c:v>41442</c:v>
                </c:pt>
                <c:pt idx="6" c:formatCode="yyyy/m/d">
                  <c:v>41443</c:v>
                </c:pt>
                <c:pt idx="7" c:formatCode="yyyy/m/d">
                  <c:v>41444</c:v>
                </c:pt>
                <c:pt idx="8" c:formatCode="yyyy/m/d">
                  <c:v>41445</c:v>
                </c:pt>
                <c:pt idx="9" c:formatCode="yyyy/m/d">
                  <c:v>41446</c:v>
                </c:pt>
                <c:pt idx="10" c:formatCode="yyyy/m/d">
                  <c:v>41449</c:v>
                </c:pt>
                <c:pt idx="11" c:formatCode="yyyy/m/d">
                  <c:v>41450</c:v>
                </c:pt>
                <c:pt idx="12" c:formatCode="yyyy/m/d">
                  <c:v>41451</c:v>
                </c:pt>
                <c:pt idx="13" c:formatCode="yyyy/m/d">
                  <c:v>41452</c:v>
                </c:pt>
                <c:pt idx="14" c:formatCode="yyyy/m/d">
                  <c:v>41453</c:v>
                </c:pt>
                <c:pt idx="15" c:formatCode="yyyy/m/d">
                  <c:v>41456</c:v>
                </c:pt>
                <c:pt idx="16" c:formatCode="yyyy/m/d">
                  <c:v>41457</c:v>
                </c:pt>
                <c:pt idx="17" c:formatCode="yyyy/m/d">
                  <c:v>41458</c:v>
                </c:pt>
                <c:pt idx="18" c:formatCode="yyyy/m/d">
                  <c:v>41459</c:v>
                </c:pt>
                <c:pt idx="19" c:formatCode="yyyy/m/d">
                  <c:v>41460</c:v>
                </c:pt>
                <c:pt idx="20" c:formatCode="yyyy/m/d">
                  <c:v>41463</c:v>
                </c:pt>
                <c:pt idx="21" c:formatCode="yyyy/m/d">
                  <c:v>41464</c:v>
                </c:pt>
                <c:pt idx="22" c:formatCode="yyyy/m/d">
                  <c:v>41465</c:v>
                </c:pt>
                <c:pt idx="23" c:formatCode="yyyy/m/d">
                  <c:v>41466</c:v>
                </c:pt>
                <c:pt idx="24" c:formatCode="yyyy/m/d">
                  <c:v>41467</c:v>
                </c:pt>
                <c:pt idx="25" c:formatCode="yyyy/m/d">
                  <c:v>41470</c:v>
                </c:pt>
                <c:pt idx="26" c:formatCode="yyyy/m/d">
                  <c:v>41471</c:v>
                </c:pt>
                <c:pt idx="27" c:formatCode="yyyy/m/d">
                  <c:v>41472</c:v>
                </c:pt>
                <c:pt idx="28" c:formatCode="yyyy/m/d">
                  <c:v>41473</c:v>
                </c:pt>
                <c:pt idx="29" c:formatCode="yyyy/m/d">
                  <c:v>41474</c:v>
                </c:pt>
                <c:pt idx="30" c:formatCode="yyyy/m/d">
                  <c:v>41477</c:v>
                </c:pt>
                <c:pt idx="31" c:formatCode="yyyy/m/d">
                  <c:v>41478</c:v>
                </c:pt>
                <c:pt idx="32" c:formatCode="yyyy/m/d">
                  <c:v>41479</c:v>
                </c:pt>
                <c:pt idx="33" c:formatCode="yyyy/m/d">
                  <c:v>41480</c:v>
                </c:pt>
                <c:pt idx="34" c:formatCode="yyyy/m/d">
                  <c:v>41481</c:v>
                </c:pt>
                <c:pt idx="35" c:formatCode="yyyy/m/d">
                  <c:v>41484</c:v>
                </c:pt>
                <c:pt idx="36" c:formatCode="yyyy/m/d">
                  <c:v>41485</c:v>
                </c:pt>
                <c:pt idx="37" c:formatCode="yyyy/m/d">
                  <c:v>41486</c:v>
                </c:pt>
                <c:pt idx="38" c:formatCode="yyyy/m/d">
                  <c:v>41487</c:v>
                </c:pt>
                <c:pt idx="39" c:formatCode="yyyy/m/d">
                  <c:v>41488</c:v>
                </c:pt>
                <c:pt idx="40" c:formatCode="yyyy/m/d">
                  <c:v>41491</c:v>
                </c:pt>
                <c:pt idx="41" c:formatCode="yyyy/m/d">
                  <c:v>41492</c:v>
                </c:pt>
                <c:pt idx="42" c:formatCode="yyyy/m/d">
                  <c:v>41493</c:v>
                </c:pt>
                <c:pt idx="43" c:formatCode="yyyy/m/d">
                  <c:v>41494</c:v>
                </c:pt>
                <c:pt idx="44" c:formatCode="yyyy/m/d">
                  <c:v>41495</c:v>
                </c:pt>
                <c:pt idx="45" c:formatCode="yyyy/m/d">
                  <c:v>41498</c:v>
                </c:pt>
                <c:pt idx="46" c:formatCode="yyyy/m/d">
                  <c:v>41499</c:v>
                </c:pt>
                <c:pt idx="47" c:formatCode="yyyy/m/d">
                  <c:v>41500</c:v>
                </c:pt>
                <c:pt idx="48" c:formatCode="yyyy/m/d">
                  <c:v>41501</c:v>
                </c:pt>
                <c:pt idx="49" c:formatCode="yyyy/m/d">
                  <c:v>41502</c:v>
                </c:pt>
                <c:pt idx="50" c:formatCode="yyyy/m/d">
                  <c:v>41505</c:v>
                </c:pt>
                <c:pt idx="51" c:formatCode="yyyy/m/d">
                  <c:v>41506</c:v>
                </c:pt>
                <c:pt idx="52" c:formatCode="yyyy/m/d">
                  <c:v>41507</c:v>
                </c:pt>
                <c:pt idx="53" c:formatCode="yyyy/m/d">
                  <c:v>41508</c:v>
                </c:pt>
                <c:pt idx="54" c:formatCode="yyyy/m/d">
                  <c:v>41509</c:v>
                </c:pt>
                <c:pt idx="55" c:formatCode="yyyy/m/d">
                  <c:v>41512</c:v>
                </c:pt>
                <c:pt idx="56" c:formatCode="yyyy/m/d">
                  <c:v>41513</c:v>
                </c:pt>
                <c:pt idx="57" c:formatCode="yyyy/m/d">
                  <c:v>41514</c:v>
                </c:pt>
                <c:pt idx="58" c:formatCode="yyyy/m/d">
                  <c:v>41515</c:v>
                </c:pt>
                <c:pt idx="59" c:formatCode="yyyy/m/d">
                  <c:v>41516</c:v>
                </c:pt>
                <c:pt idx="60" c:formatCode="yyyy/m/d">
                  <c:v>41519</c:v>
                </c:pt>
                <c:pt idx="61" c:formatCode="yyyy/m/d">
                  <c:v>41520</c:v>
                </c:pt>
                <c:pt idx="62" c:formatCode="yyyy/m/d">
                  <c:v>41521</c:v>
                </c:pt>
                <c:pt idx="63" c:formatCode="yyyy/m/d">
                  <c:v>41522</c:v>
                </c:pt>
                <c:pt idx="64" c:formatCode="yyyy/m/d">
                  <c:v>41523</c:v>
                </c:pt>
                <c:pt idx="65" c:formatCode="yyyy/m/d">
                  <c:v>41526</c:v>
                </c:pt>
                <c:pt idx="66" c:formatCode="yyyy/m/d">
                  <c:v>41527</c:v>
                </c:pt>
                <c:pt idx="67" c:formatCode="yyyy/m/d">
                  <c:v>41528</c:v>
                </c:pt>
                <c:pt idx="68" c:formatCode="yyyy/m/d">
                  <c:v>41529</c:v>
                </c:pt>
                <c:pt idx="69" c:formatCode="yyyy/m/d">
                  <c:v>41530</c:v>
                </c:pt>
                <c:pt idx="70" c:formatCode="yyyy/m/d">
                  <c:v>41533</c:v>
                </c:pt>
                <c:pt idx="71" c:formatCode="yyyy/m/d">
                  <c:v>41534</c:v>
                </c:pt>
                <c:pt idx="72" c:formatCode="yyyy/m/d">
                  <c:v>41535</c:v>
                </c:pt>
                <c:pt idx="73" c:formatCode="yyyy/m/d">
                  <c:v>41540</c:v>
                </c:pt>
                <c:pt idx="74" c:formatCode="yyyy/m/d">
                  <c:v>41541</c:v>
                </c:pt>
                <c:pt idx="75" c:formatCode="yyyy/m/d">
                  <c:v>41542</c:v>
                </c:pt>
                <c:pt idx="76" c:formatCode="yyyy/m/d">
                  <c:v>41543</c:v>
                </c:pt>
                <c:pt idx="77" c:formatCode="yyyy/m/d">
                  <c:v>41544</c:v>
                </c:pt>
                <c:pt idx="78" c:formatCode="yyyy/m/d">
                  <c:v>41547</c:v>
                </c:pt>
                <c:pt idx="79" c:formatCode="yyyy/m/d">
                  <c:v>41555</c:v>
                </c:pt>
                <c:pt idx="80" c:formatCode="yyyy/m/d">
                  <c:v>41556</c:v>
                </c:pt>
                <c:pt idx="81" c:formatCode="yyyy/m/d">
                  <c:v>41557</c:v>
                </c:pt>
                <c:pt idx="82" c:formatCode="yyyy/m/d">
                  <c:v>41558</c:v>
                </c:pt>
                <c:pt idx="83" c:formatCode="yyyy/m/d">
                  <c:v>41561</c:v>
                </c:pt>
                <c:pt idx="84" c:formatCode="yyyy/m/d">
                  <c:v>41562</c:v>
                </c:pt>
                <c:pt idx="85" c:formatCode="yyyy/m/d">
                  <c:v>41563</c:v>
                </c:pt>
                <c:pt idx="86" c:formatCode="yyyy/m/d">
                  <c:v>41564</c:v>
                </c:pt>
                <c:pt idx="87" c:formatCode="yyyy/m/d">
                  <c:v>41565</c:v>
                </c:pt>
                <c:pt idx="88" c:formatCode="yyyy/m/d">
                  <c:v>41568</c:v>
                </c:pt>
                <c:pt idx="89" c:formatCode="yyyy/m/d">
                  <c:v>41569</c:v>
                </c:pt>
                <c:pt idx="90" c:formatCode="yyyy/m/d">
                  <c:v>41570</c:v>
                </c:pt>
                <c:pt idx="91" c:formatCode="yyyy/m/d">
                  <c:v>41571</c:v>
                </c:pt>
                <c:pt idx="92" c:formatCode="yyyy/m/d">
                  <c:v>41572</c:v>
                </c:pt>
                <c:pt idx="93" c:formatCode="yyyy/m/d">
                  <c:v>41575</c:v>
                </c:pt>
                <c:pt idx="94" c:formatCode="yyyy/m/d">
                  <c:v>41576</c:v>
                </c:pt>
                <c:pt idx="95" c:formatCode="yyyy/m/d">
                  <c:v>41577</c:v>
                </c:pt>
                <c:pt idx="96" c:formatCode="yyyy/m/d">
                  <c:v>41578</c:v>
                </c:pt>
                <c:pt idx="97" c:formatCode="yyyy/m/d">
                  <c:v>41579</c:v>
                </c:pt>
                <c:pt idx="98" c:formatCode="yyyy/m/d">
                  <c:v>41582</c:v>
                </c:pt>
                <c:pt idx="99" c:formatCode="yyyy/m/d">
                  <c:v>41583</c:v>
                </c:pt>
                <c:pt idx="100" c:formatCode="yyyy/m/d">
                  <c:v>41584</c:v>
                </c:pt>
                <c:pt idx="101" c:formatCode="yyyy/m/d">
                  <c:v>41585</c:v>
                </c:pt>
                <c:pt idx="102" c:formatCode="yyyy/m/d">
                  <c:v>41586</c:v>
                </c:pt>
                <c:pt idx="103" c:formatCode="yyyy/m/d">
                  <c:v>41589</c:v>
                </c:pt>
                <c:pt idx="104" c:formatCode="yyyy/m/d">
                  <c:v>41590</c:v>
                </c:pt>
                <c:pt idx="105" c:formatCode="yyyy/m/d">
                  <c:v>41591</c:v>
                </c:pt>
                <c:pt idx="106" c:formatCode="yyyy/m/d">
                  <c:v>41592</c:v>
                </c:pt>
                <c:pt idx="107" c:formatCode="yyyy/m/d">
                  <c:v>41593</c:v>
                </c:pt>
                <c:pt idx="108" c:formatCode="yyyy/m/d">
                  <c:v>41596</c:v>
                </c:pt>
                <c:pt idx="109" c:formatCode="yyyy/m/d">
                  <c:v>41597</c:v>
                </c:pt>
                <c:pt idx="110" c:formatCode="yyyy/m/d">
                  <c:v>41598</c:v>
                </c:pt>
                <c:pt idx="111" c:formatCode="yyyy/m/d">
                  <c:v>41599</c:v>
                </c:pt>
                <c:pt idx="112" c:formatCode="yyyy/m/d">
                  <c:v>41600</c:v>
                </c:pt>
                <c:pt idx="113" c:formatCode="yyyy/m/d">
                  <c:v>41603</c:v>
                </c:pt>
                <c:pt idx="114" c:formatCode="yyyy/m/d">
                  <c:v>41604</c:v>
                </c:pt>
                <c:pt idx="115" c:formatCode="yyyy/m/d">
                  <c:v>41605</c:v>
                </c:pt>
                <c:pt idx="116" c:formatCode="yyyy/m/d">
                  <c:v>41606</c:v>
                </c:pt>
                <c:pt idx="117" c:formatCode="yyyy/m/d">
                  <c:v>41607</c:v>
                </c:pt>
                <c:pt idx="118" c:formatCode="yyyy/m/d">
                  <c:v>41610</c:v>
                </c:pt>
                <c:pt idx="119" c:formatCode="yyyy/m/d">
                  <c:v>41611</c:v>
                </c:pt>
                <c:pt idx="120" c:formatCode="yyyy/m/d">
                  <c:v>41612</c:v>
                </c:pt>
                <c:pt idx="121" c:formatCode="yyyy/m/d">
                  <c:v>41613</c:v>
                </c:pt>
                <c:pt idx="122" c:formatCode="yyyy/m/d">
                  <c:v>41614</c:v>
                </c:pt>
                <c:pt idx="123" c:formatCode="yyyy/m/d">
                  <c:v>41617</c:v>
                </c:pt>
                <c:pt idx="124" c:formatCode="yyyy/m/d">
                  <c:v>41618</c:v>
                </c:pt>
                <c:pt idx="125" c:formatCode="yyyy/m/d">
                  <c:v>41619</c:v>
                </c:pt>
                <c:pt idx="126" c:formatCode="yyyy/m/d">
                  <c:v>41620</c:v>
                </c:pt>
                <c:pt idx="127" c:formatCode="yyyy/m/d">
                  <c:v>41621</c:v>
                </c:pt>
                <c:pt idx="128" c:formatCode="yyyy/m/d">
                  <c:v>41624</c:v>
                </c:pt>
                <c:pt idx="129" c:formatCode="yyyy/m/d">
                  <c:v>41625</c:v>
                </c:pt>
                <c:pt idx="130" c:formatCode="yyyy/m/d">
                  <c:v>41626</c:v>
                </c:pt>
                <c:pt idx="131" c:formatCode="yyyy/m/d">
                  <c:v>41627</c:v>
                </c:pt>
                <c:pt idx="132" c:formatCode="yyyy/m/d">
                  <c:v>41628</c:v>
                </c:pt>
                <c:pt idx="133" c:formatCode="yyyy/m/d">
                  <c:v>41631</c:v>
                </c:pt>
                <c:pt idx="134" c:formatCode="yyyy/m/d">
                  <c:v>41632</c:v>
                </c:pt>
                <c:pt idx="135" c:formatCode="yyyy/m/d">
                  <c:v>41633</c:v>
                </c:pt>
                <c:pt idx="136" c:formatCode="yyyy/m/d">
                  <c:v>41634</c:v>
                </c:pt>
                <c:pt idx="137" c:formatCode="yyyy/m/d">
                  <c:v>41635</c:v>
                </c:pt>
                <c:pt idx="138" c:formatCode="yyyy/m/d">
                  <c:v>41638</c:v>
                </c:pt>
                <c:pt idx="139" c:formatCode="yyyy/m/d">
                  <c:v>41639</c:v>
                </c:pt>
                <c:pt idx="140" c:formatCode="yyyy/m/d">
                  <c:v>41641</c:v>
                </c:pt>
                <c:pt idx="141" c:formatCode="yyyy/m/d">
                  <c:v>41642</c:v>
                </c:pt>
                <c:pt idx="142" c:formatCode="yyyy/m/d">
                  <c:v>41645</c:v>
                </c:pt>
                <c:pt idx="143" c:formatCode="yyyy/m/d">
                  <c:v>41646</c:v>
                </c:pt>
                <c:pt idx="144" c:formatCode="yyyy/m/d">
                  <c:v>41647</c:v>
                </c:pt>
                <c:pt idx="145" c:formatCode="yyyy/m/d">
                  <c:v>41648</c:v>
                </c:pt>
                <c:pt idx="146" c:formatCode="yyyy/m/d">
                  <c:v>41649</c:v>
                </c:pt>
                <c:pt idx="147" c:formatCode="yyyy/m/d">
                  <c:v>41652</c:v>
                </c:pt>
                <c:pt idx="148" c:formatCode="yyyy/m/d">
                  <c:v>41653</c:v>
                </c:pt>
                <c:pt idx="149" c:formatCode="yyyy/m/d">
                  <c:v>41654</c:v>
                </c:pt>
                <c:pt idx="150" c:formatCode="yyyy/m/d">
                  <c:v>41655</c:v>
                </c:pt>
                <c:pt idx="151" c:formatCode="yyyy/m/d">
                  <c:v>41656</c:v>
                </c:pt>
                <c:pt idx="152" c:formatCode="yyyy/m/d">
                  <c:v>41659</c:v>
                </c:pt>
                <c:pt idx="153" c:formatCode="yyyy/m/d">
                  <c:v>41660</c:v>
                </c:pt>
                <c:pt idx="154" c:formatCode="yyyy/m/d">
                  <c:v>41661</c:v>
                </c:pt>
                <c:pt idx="155" c:formatCode="yyyy/m/d">
                  <c:v>41662</c:v>
                </c:pt>
                <c:pt idx="156" c:formatCode="yyyy/m/d">
                  <c:v>41663</c:v>
                </c:pt>
                <c:pt idx="157" c:formatCode="yyyy/m/d">
                  <c:v>41666</c:v>
                </c:pt>
                <c:pt idx="158" c:formatCode="yyyy/m/d">
                  <c:v>41667</c:v>
                </c:pt>
                <c:pt idx="159" c:formatCode="yyyy/m/d">
                  <c:v>41668</c:v>
                </c:pt>
                <c:pt idx="160" c:formatCode="yyyy/m/d">
                  <c:v>41669</c:v>
                </c:pt>
                <c:pt idx="161" c:formatCode="yyyy/m/d">
                  <c:v>41677</c:v>
                </c:pt>
                <c:pt idx="162" c:formatCode="yyyy/m/d">
                  <c:v>41680</c:v>
                </c:pt>
                <c:pt idx="163" c:formatCode="yyyy/m/d">
                  <c:v>41681</c:v>
                </c:pt>
                <c:pt idx="164" c:formatCode="yyyy/m/d">
                  <c:v>41682</c:v>
                </c:pt>
                <c:pt idx="165" c:formatCode="yyyy/m/d">
                  <c:v>41683</c:v>
                </c:pt>
                <c:pt idx="166" c:formatCode="yyyy/m/d">
                  <c:v>41684</c:v>
                </c:pt>
                <c:pt idx="167" c:formatCode="yyyy/m/d">
                  <c:v>41687</c:v>
                </c:pt>
                <c:pt idx="168" c:formatCode="yyyy/m/d">
                  <c:v>41688</c:v>
                </c:pt>
                <c:pt idx="169" c:formatCode="yyyy/m/d">
                  <c:v>41689</c:v>
                </c:pt>
                <c:pt idx="170" c:formatCode="yyyy/m/d">
                  <c:v>41690</c:v>
                </c:pt>
                <c:pt idx="171" c:formatCode="yyyy/m/d">
                  <c:v>41691</c:v>
                </c:pt>
                <c:pt idx="172" c:formatCode="yyyy/m/d">
                  <c:v>41694</c:v>
                </c:pt>
                <c:pt idx="173" c:formatCode="yyyy/m/d">
                  <c:v>41695</c:v>
                </c:pt>
                <c:pt idx="174" c:formatCode="yyyy/m/d">
                  <c:v>41696</c:v>
                </c:pt>
                <c:pt idx="175" c:formatCode="yyyy/m/d">
                  <c:v>41697</c:v>
                </c:pt>
                <c:pt idx="176" c:formatCode="yyyy/m/d">
                  <c:v>41698</c:v>
                </c:pt>
                <c:pt idx="177" c:formatCode="yyyy/m/d">
                  <c:v>41701</c:v>
                </c:pt>
                <c:pt idx="178" c:formatCode="yyyy/m/d">
                  <c:v>41702</c:v>
                </c:pt>
                <c:pt idx="179" c:formatCode="yyyy/m/d">
                  <c:v>41703</c:v>
                </c:pt>
                <c:pt idx="180" c:formatCode="yyyy/m/d">
                  <c:v>41704</c:v>
                </c:pt>
                <c:pt idx="181" c:formatCode="yyyy/m/d">
                  <c:v>41705</c:v>
                </c:pt>
                <c:pt idx="182" c:formatCode="yyyy/m/d">
                  <c:v>41708</c:v>
                </c:pt>
                <c:pt idx="183" c:formatCode="yyyy/m/d">
                  <c:v>41709</c:v>
                </c:pt>
                <c:pt idx="184" c:formatCode="yyyy/m/d">
                  <c:v>41710</c:v>
                </c:pt>
                <c:pt idx="185" c:formatCode="yyyy/m/d">
                  <c:v>41711</c:v>
                </c:pt>
                <c:pt idx="186" c:formatCode="yyyy/m/d">
                  <c:v>41712</c:v>
                </c:pt>
                <c:pt idx="187" c:formatCode="yyyy/m/d">
                  <c:v>41715</c:v>
                </c:pt>
                <c:pt idx="188" c:formatCode="yyyy/m/d">
                  <c:v>41716</c:v>
                </c:pt>
                <c:pt idx="189" c:formatCode="yyyy/m/d">
                  <c:v>41717</c:v>
                </c:pt>
                <c:pt idx="190" c:formatCode="yyyy/m/d">
                  <c:v>41718</c:v>
                </c:pt>
                <c:pt idx="191" c:formatCode="yyyy/m/d">
                  <c:v>41719</c:v>
                </c:pt>
                <c:pt idx="192" c:formatCode="yyyy/m/d">
                  <c:v>41722</c:v>
                </c:pt>
                <c:pt idx="193" c:formatCode="yyyy/m/d">
                  <c:v>41723</c:v>
                </c:pt>
                <c:pt idx="194" c:formatCode="yyyy/m/d">
                  <c:v>41724</c:v>
                </c:pt>
                <c:pt idx="195" c:formatCode="yyyy/m/d">
                  <c:v>41725</c:v>
                </c:pt>
                <c:pt idx="196" c:formatCode="yyyy/m/d">
                  <c:v>41726</c:v>
                </c:pt>
                <c:pt idx="197" c:formatCode="yyyy/m/d">
                  <c:v>41729</c:v>
                </c:pt>
                <c:pt idx="198" c:formatCode="yyyy/m/d">
                  <c:v>41730</c:v>
                </c:pt>
                <c:pt idx="199" c:formatCode="yyyy/m/d">
                  <c:v>41731</c:v>
                </c:pt>
                <c:pt idx="200" c:formatCode="yyyy/m/d">
                  <c:v>41732</c:v>
                </c:pt>
                <c:pt idx="201" c:formatCode="yyyy/m/d">
                  <c:v>41733</c:v>
                </c:pt>
                <c:pt idx="202" c:formatCode="yyyy/m/d">
                  <c:v>41737</c:v>
                </c:pt>
                <c:pt idx="203" c:formatCode="yyyy/m/d">
                  <c:v>41738</c:v>
                </c:pt>
                <c:pt idx="204" c:formatCode="yyyy/m/d">
                  <c:v>41739</c:v>
                </c:pt>
                <c:pt idx="205" c:formatCode="yyyy/m/d">
                  <c:v>41740</c:v>
                </c:pt>
                <c:pt idx="206" c:formatCode="yyyy/m/d">
                  <c:v>41743</c:v>
                </c:pt>
                <c:pt idx="207" c:formatCode="yyyy/m/d">
                  <c:v>41744</c:v>
                </c:pt>
                <c:pt idx="208" c:formatCode="yyyy/m/d">
                  <c:v>41745</c:v>
                </c:pt>
                <c:pt idx="209" c:formatCode="yyyy/m/d">
                  <c:v>41746</c:v>
                </c:pt>
                <c:pt idx="210" c:formatCode="yyyy/m/d">
                  <c:v>41747</c:v>
                </c:pt>
                <c:pt idx="211" c:formatCode="yyyy/m/d">
                  <c:v>41750</c:v>
                </c:pt>
                <c:pt idx="212" c:formatCode="yyyy/m/d">
                  <c:v>41751</c:v>
                </c:pt>
                <c:pt idx="213" c:formatCode="yyyy/m/d">
                  <c:v>41752</c:v>
                </c:pt>
                <c:pt idx="214" c:formatCode="yyyy/m/d">
                  <c:v>41753</c:v>
                </c:pt>
                <c:pt idx="215" c:formatCode="yyyy/m/d">
                  <c:v>41754</c:v>
                </c:pt>
                <c:pt idx="216" c:formatCode="yyyy/m/d">
                  <c:v>41757</c:v>
                </c:pt>
                <c:pt idx="217" c:formatCode="yyyy/m/d">
                  <c:v>41758</c:v>
                </c:pt>
                <c:pt idx="218" c:formatCode="yyyy/m/d">
                  <c:v>41759</c:v>
                </c:pt>
                <c:pt idx="219" c:formatCode="yyyy/m/d">
                  <c:v>41764</c:v>
                </c:pt>
                <c:pt idx="220" c:formatCode="yyyy/m/d">
                  <c:v>41765</c:v>
                </c:pt>
                <c:pt idx="221" c:formatCode="yyyy/m/d">
                  <c:v>41766</c:v>
                </c:pt>
                <c:pt idx="222" c:formatCode="yyyy/m/d">
                  <c:v>41767</c:v>
                </c:pt>
                <c:pt idx="223" c:formatCode="yyyy/m/d">
                  <c:v>41768</c:v>
                </c:pt>
                <c:pt idx="224" c:formatCode="yyyy/m/d">
                  <c:v>41771</c:v>
                </c:pt>
                <c:pt idx="225" c:formatCode="yyyy/m/d">
                  <c:v>41772</c:v>
                </c:pt>
                <c:pt idx="226" c:formatCode="yyyy/m/d">
                  <c:v>41773</c:v>
                </c:pt>
                <c:pt idx="227" c:formatCode="yyyy/m/d">
                  <c:v>41774</c:v>
                </c:pt>
                <c:pt idx="228" c:formatCode="yyyy/m/d">
                  <c:v>41775</c:v>
                </c:pt>
                <c:pt idx="229" c:formatCode="yyyy/m/d">
                  <c:v>41778</c:v>
                </c:pt>
                <c:pt idx="230" c:formatCode="yyyy/m/d">
                  <c:v>41779</c:v>
                </c:pt>
                <c:pt idx="231" c:formatCode="yyyy/m/d">
                  <c:v>41780</c:v>
                </c:pt>
                <c:pt idx="232" c:formatCode="yyyy/m/d">
                  <c:v>41781</c:v>
                </c:pt>
                <c:pt idx="233" c:formatCode="yyyy/m/d">
                  <c:v>41782</c:v>
                </c:pt>
                <c:pt idx="234" c:formatCode="yyyy/m/d">
                  <c:v>41785</c:v>
                </c:pt>
                <c:pt idx="235" c:formatCode="yyyy/m/d">
                  <c:v>41786</c:v>
                </c:pt>
                <c:pt idx="236" c:formatCode="yyyy/m/d">
                  <c:v>41787</c:v>
                </c:pt>
                <c:pt idx="237" c:formatCode="yyyy/m/d">
                  <c:v>41788</c:v>
                </c:pt>
                <c:pt idx="238" c:formatCode="yyyy/m/d">
                  <c:v>41789</c:v>
                </c:pt>
                <c:pt idx="239" c:formatCode="yyyy/m/d">
                  <c:v>41793</c:v>
                </c:pt>
                <c:pt idx="240" c:formatCode="yyyy/m/d">
                  <c:v>41794</c:v>
                </c:pt>
                <c:pt idx="241" c:formatCode="yyyy/m/d">
                  <c:v>41795</c:v>
                </c:pt>
                <c:pt idx="242" c:formatCode="yyyy/m/d">
                  <c:v>41796</c:v>
                </c:pt>
                <c:pt idx="243" c:formatCode="yyyy/m/d">
                  <c:v>41799</c:v>
                </c:pt>
                <c:pt idx="244" c:formatCode="yyyy/m/d">
                  <c:v>41800</c:v>
                </c:pt>
                <c:pt idx="245" c:formatCode="yyyy/m/d">
                  <c:v>41801</c:v>
                </c:pt>
                <c:pt idx="246" c:formatCode="yyyy/m/d">
                  <c:v>41802</c:v>
                </c:pt>
                <c:pt idx="247" c:formatCode="yyyy/m/d">
                  <c:v>41803</c:v>
                </c:pt>
                <c:pt idx="248" c:formatCode="yyyy/m/d">
                  <c:v>41806</c:v>
                </c:pt>
                <c:pt idx="249" c:formatCode="yyyy/m/d">
                  <c:v>41807</c:v>
                </c:pt>
                <c:pt idx="250" c:formatCode="yyyy/m/d">
                  <c:v>41808</c:v>
                </c:pt>
                <c:pt idx="251" c:formatCode="yyyy/m/d">
                  <c:v>41809</c:v>
                </c:pt>
                <c:pt idx="252" c:formatCode="yyyy/m/d">
                  <c:v>41810</c:v>
                </c:pt>
                <c:pt idx="253" c:formatCode="yyyy/m/d">
                  <c:v>41813</c:v>
                </c:pt>
                <c:pt idx="254" c:formatCode="yyyy/m/d">
                  <c:v>41814</c:v>
                </c:pt>
                <c:pt idx="255" c:formatCode="yyyy/m/d">
                  <c:v>41815</c:v>
                </c:pt>
                <c:pt idx="256" c:formatCode="yyyy/m/d">
                  <c:v>41816</c:v>
                </c:pt>
                <c:pt idx="257" c:formatCode="yyyy/m/d">
                  <c:v>41817</c:v>
                </c:pt>
                <c:pt idx="258" c:formatCode="yyyy/m/d">
                  <c:v>41820</c:v>
                </c:pt>
                <c:pt idx="259" c:formatCode="yyyy/m/d">
                  <c:v>41821</c:v>
                </c:pt>
                <c:pt idx="260" c:formatCode="yyyy/m/d">
                  <c:v>41822</c:v>
                </c:pt>
                <c:pt idx="261" c:formatCode="yyyy/m/d">
                  <c:v>41823</c:v>
                </c:pt>
                <c:pt idx="262" c:formatCode="yyyy/m/d">
                  <c:v>41824</c:v>
                </c:pt>
                <c:pt idx="263" c:formatCode="yyyy/m/d">
                  <c:v>41827</c:v>
                </c:pt>
                <c:pt idx="264" c:formatCode="yyyy/m/d">
                  <c:v>41828</c:v>
                </c:pt>
                <c:pt idx="265" c:formatCode="yyyy/m/d">
                  <c:v>41829</c:v>
                </c:pt>
                <c:pt idx="266" c:formatCode="yyyy/m/d">
                  <c:v>41830</c:v>
                </c:pt>
                <c:pt idx="267" c:formatCode="yyyy/m/d">
                  <c:v>41831</c:v>
                </c:pt>
                <c:pt idx="268" c:formatCode="yyyy/m/d">
                  <c:v>41834</c:v>
                </c:pt>
                <c:pt idx="269" c:formatCode="yyyy/m/d">
                  <c:v>41835</c:v>
                </c:pt>
                <c:pt idx="270" c:formatCode="yyyy/m/d">
                  <c:v>41836</c:v>
                </c:pt>
                <c:pt idx="271" c:formatCode="yyyy/m/d">
                  <c:v>41837</c:v>
                </c:pt>
                <c:pt idx="272" c:formatCode="yyyy/m/d">
                  <c:v>41838</c:v>
                </c:pt>
                <c:pt idx="273" c:formatCode="yyyy/m/d">
                  <c:v>41841</c:v>
                </c:pt>
                <c:pt idx="274" c:formatCode="yyyy/m/d">
                  <c:v>41842</c:v>
                </c:pt>
                <c:pt idx="275" c:formatCode="yyyy/m/d">
                  <c:v>41843</c:v>
                </c:pt>
                <c:pt idx="276" c:formatCode="yyyy/m/d">
                  <c:v>41844</c:v>
                </c:pt>
                <c:pt idx="277" c:formatCode="yyyy/m/d">
                  <c:v>41845</c:v>
                </c:pt>
                <c:pt idx="278" c:formatCode="yyyy/m/d">
                  <c:v>41848</c:v>
                </c:pt>
                <c:pt idx="279" c:formatCode="yyyy/m/d">
                  <c:v>41849</c:v>
                </c:pt>
                <c:pt idx="280" c:formatCode="yyyy/m/d">
                  <c:v>41850</c:v>
                </c:pt>
                <c:pt idx="281" c:formatCode="yyyy/m/d">
                  <c:v>41851</c:v>
                </c:pt>
                <c:pt idx="282" c:formatCode="yyyy/m/d">
                  <c:v>41852</c:v>
                </c:pt>
                <c:pt idx="283" c:formatCode="yyyy/m/d">
                  <c:v>41855</c:v>
                </c:pt>
                <c:pt idx="284" c:formatCode="yyyy/m/d">
                  <c:v>41856</c:v>
                </c:pt>
                <c:pt idx="285" c:formatCode="yyyy/m/d">
                  <c:v>41857</c:v>
                </c:pt>
                <c:pt idx="286" c:formatCode="yyyy/m/d">
                  <c:v>41858</c:v>
                </c:pt>
                <c:pt idx="287" c:formatCode="yyyy/m/d">
                  <c:v>41859</c:v>
                </c:pt>
                <c:pt idx="288" c:formatCode="yyyy/m/d">
                  <c:v>41862</c:v>
                </c:pt>
                <c:pt idx="289" c:formatCode="yyyy/m/d">
                  <c:v>41863</c:v>
                </c:pt>
                <c:pt idx="290" c:formatCode="yyyy/m/d">
                  <c:v>41864</c:v>
                </c:pt>
                <c:pt idx="291" c:formatCode="yyyy/m/d">
                  <c:v>41865</c:v>
                </c:pt>
                <c:pt idx="292" c:formatCode="yyyy/m/d">
                  <c:v>41866</c:v>
                </c:pt>
                <c:pt idx="293" c:formatCode="yyyy/m/d">
                  <c:v>41869</c:v>
                </c:pt>
                <c:pt idx="294" c:formatCode="yyyy/m/d">
                  <c:v>41870</c:v>
                </c:pt>
                <c:pt idx="295" c:formatCode="yyyy/m/d">
                  <c:v>41871</c:v>
                </c:pt>
                <c:pt idx="296" c:formatCode="yyyy/m/d">
                  <c:v>41872</c:v>
                </c:pt>
                <c:pt idx="297" c:formatCode="yyyy/m/d">
                  <c:v>41873</c:v>
                </c:pt>
                <c:pt idx="298" c:formatCode="yyyy/m/d">
                  <c:v>41876</c:v>
                </c:pt>
                <c:pt idx="299" c:formatCode="yyyy/m/d">
                  <c:v>41877</c:v>
                </c:pt>
                <c:pt idx="300" c:formatCode="yyyy/m/d">
                  <c:v>41878</c:v>
                </c:pt>
                <c:pt idx="301" c:formatCode="yyyy/m/d">
                  <c:v>41879</c:v>
                </c:pt>
                <c:pt idx="302" c:formatCode="yyyy/m/d">
                  <c:v>41880</c:v>
                </c:pt>
                <c:pt idx="303" c:formatCode="yyyy/m/d">
                  <c:v>41883</c:v>
                </c:pt>
                <c:pt idx="304" c:formatCode="yyyy/m/d">
                  <c:v>41884</c:v>
                </c:pt>
                <c:pt idx="305" c:formatCode="yyyy/m/d">
                  <c:v>41885</c:v>
                </c:pt>
                <c:pt idx="306" c:formatCode="yyyy/m/d">
                  <c:v>41886</c:v>
                </c:pt>
                <c:pt idx="307" c:formatCode="yyyy/m/d">
                  <c:v>41887</c:v>
                </c:pt>
                <c:pt idx="308" c:formatCode="yyyy/m/d">
                  <c:v>41891</c:v>
                </c:pt>
                <c:pt idx="309" c:formatCode="yyyy/m/d">
                  <c:v>41892</c:v>
                </c:pt>
                <c:pt idx="310" c:formatCode="yyyy/m/d">
                  <c:v>41893</c:v>
                </c:pt>
                <c:pt idx="311" c:formatCode="yyyy/m/d">
                  <c:v>41894</c:v>
                </c:pt>
                <c:pt idx="312" c:formatCode="yyyy/m/d">
                  <c:v>41897</c:v>
                </c:pt>
                <c:pt idx="313" c:formatCode="yyyy/m/d">
                  <c:v>41898</c:v>
                </c:pt>
                <c:pt idx="314" c:formatCode="yyyy/m/d">
                  <c:v>41899</c:v>
                </c:pt>
                <c:pt idx="315" c:formatCode="yyyy/m/d">
                  <c:v>41900</c:v>
                </c:pt>
                <c:pt idx="316" c:formatCode="yyyy/m/d">
                  <c:v>41901</c:v>
                </c:pt>
                <c:pt idx="317" c:formatCode="yyyy/m/d">
                  <c:v>41904</c:v>
                </c:pt>
                <c:pt idx="318" c:formatCode="yyyy/m/d">
                  <c:v>41905</c:v>
                </c:pt>
                <c:pt idx="319" c:formatCode="yyyy/m/d">
                  <c:v>41906</c:v>
                </c:pt>
                <c:pt idx="320" c:formatCode="yyyy/m/d">
                  <c:v>41907</c:v>
                </c:pt>
                <c:pt idx="321" c:formatCode="yyyy/m/d">
                  <c:v>41908</c:v>
                </c:pt>
                <c:pt idx="322" c:formatCode="yyyy/m/d">
                  <c:v>41911</c:v>
                </c:pt>
                <c:pt idx="323" c:formatCode="yyyy/m/d">
                  <c:v>41912</c:v>
                </c:pt>
                <c:pt idx="324" c:formatCode="yyyy/m/d">
                  <c:v>41920</c:v>
                </c:pt>
                <c:pt idx="325" c:formatCode="yyyy/m/d">
                  <c:v>41921</c:v>
                </c:pt>
                <c:pt idx="326" c:formatCode="yyyy/m/d">
                  <c:v>41922</c:v>
                </c:pt>
                <c:pt idx="327" c:formatCode="yyyy/m/d">
                  <c:v>41925</c:v>
                </c:pt>
                <c:pt idx="328" c:formatCode="yyyy/m/d">
                  <c:v>41926</c:v>
                </c:pt>
                <c:pt idx="329" c:formatCode="yyyy/m/d">
                  <c:v>41927</c:v>
                </c:pt>
                <c:pt idx="330" c:formatCode="yyyy/m/d">
                  <c:v>41928</c:v>
                </c:pt>
                <c:pt idx="331" c:formatCode="yyyy/m/d">
                  <c:v>41929</c:v>
                </c:pt>
                <c:pt idx="332" c:formatCode="yyyy/m/d">
                  <c:v>41932</c:v>
                </c:pt>
                <c:pt idx="333" c:formatCode="yyyy/m/d">
                  <c:v>41933</c:v>
                </c:pt>
                <c:pt idx="334" c:formatCode="yyyy/m/d">
                  <c:v>41934</c:v>
                </c:pt>
                <c:pt idx="335" c:formatCode="yyyy/m/d">
                  <c:v>41935</c:v>
                </c:pt>
                <c:pt idx="336" c:formatCode="yyyy/m/d">
                  <c:v>41936</c:v>
                </c:pt>
                <c:pt idx="337" c:formatCode="yyyy/m/d">
                  <c:v>41939</c:v>
                </c:pt>
                <c:pt idx="338" c:formatCode="yyyy/m/d">
                  <c:v>41940</c:v>
                </c:pt>
                <c:pt idx="339" c:formatCode="yyyy/m/d">
                  <c:v>41941</c:v>
                </c:pt>
                <c:pt idx="340" c:formatCode="yyyy/m/d">
                  <c:v>41942</c:v>
                </c:pt>
                <c:pt idx="341" c:formatCode="yyyy/m/d">
                  <c:v>41943</c:v>
                </c:pt>
                <c:pt idx="342" c:formatCode="yyyy/m/d">
                  <c:v>41946</c:v>
                </c:pt>
                <c:pt idx="343" c:formatCode="yyyy/m/d">
                  <c:v>41947</c:v>
                </c:pt>
                <c:pt idx="344" c:formatCode="yyyy/m/d">
                  <c:v>41948</c:v>
                </c:pt>
                <c:pt idx="345" c:formatCode="yyyy/m/d">
                  <c:v>41949</c:v>
                </c:pt>
                <c:pt idx="346" c:formatCode="yyyy/m/d">
                  <c:v>41950</c:v>
                </c:pt>
                <c:pt idx="347" c:formatCode="yyyy/m/d">
                  <c:v>41953</c:v>
                </c:pt>
                <c:pt idx="348" c:formatCode="yyyy/m/d">
                  <c:v>41954</c:v>
                </c:pt>
                <c:pt idx="349" c:formatCode="yyyy/m/d">
                  <c:v>41955</c:v>
                </c:pt>
                <c:pt idx="350" c:formatCode="yyyy/m/d">
                  <c:v>41956</c:v>
                </c:pt>
                <c:pt idx="351" c:formatCode="yyyy/m/d">
                  <c:v>41957</c:v>
                </c:pt>
                <c:pt idx="352" c:formatCode="yyyy/m/d">
                  <c:v>41960</c:v>
                </c:pt>
                <c:pt idx="353" c:formatCode="yyyy/m/d">
                  <c:v>41961</c:v>
                </c:pt>
                <c:pt idx="354" c:formatCode="yyyy/m/d">
                  <c:v>41962</c:v>
                </c:pt>
                <c:pt idx="355" c:formatCode="yyyy/m/d">
                  <c:v>41963</c:v>
                </c:pt>
                <c:pt idx="356" c:formatCode="yyyy/m/d">
                  <c:v>41964</c:v>
                </c:pt>
                <c:pt idx="357" c:formatCode="yyyy/m/d">
                  <c:v>41967</c:v>
                </c:pt>
                <c:pt idx="358" c:formatCode="yyyy/m/d">
                  <c:v>41968</c:v>
                </c:pt>
                <c:pt idx="359" c:formatCode="yyyy/m/d">
                  <c:v>41969</c:v>
                </c:pt>
                <c:pt idx="360" c:formatCode="yyyy/m/d">
                  <c:v>41970</c:v>
                </c:pt>
                <c:pt idx="361" c:formatCode="yyyy/m/d">
                  <c:v>41971</c:v>
                </c:pt>
                <c:pt idx="362" c:formatCode="yyyy/m/d">
                  <c:v>41974</c:v>
                </c:pt>
                <c:pt idx="363" c:formatCode="yyyy/m/d">
                  <c:v>41975</c:v>
                </c:pt>
                <c:pt idx="364" c:formatCode="yyyy/m/d">
                  <c:v>41976</c:v>
                </c:pt>
                <c:pt idx="365" c:formatCode="yyyy/m/d">
                  <c:v>41977</c:v>
                </c:pt>
                <c:pt idx="366" c:formatCode="yyyy/m/d">
                  <c:v>41978</c:v>
                </c:pt>
                <c:pt idx="367" c:formatCode="yyyy/m/d">
                  <c:v>41981</c:v>
                </c:pt>
                <c:pt idx="368" c:formatCode="yyyy/m/d">
                  <c:v>41982</c:v>
                </c:pt>
                <c:pt idx="369" c:formatCode="yyyy/m/d">
                  <c:v>41983</c:v>
                </c:pt>
                <c:pt idx="370" c:formatCode="yyyy/m/d">
                  <c:v>41984</c:v>
                </c:pt>
                <c:pt idx="371" c:formatCode="yyyy/m/d">
                  <c:v>41985</c:v>
                </c:pt>
                <c:pt idx="372" c:formatCode="yyyy/m/d">
                  <c:v>41988</c:v>
                </c:pt>
                <c:pt idx="373" c:formatCode="yyyy/m/d">
                  <c:v>41989</c:v>
                </c:pt>
                <c:pt idx="374" c:formatCode="yyyy/m/d">
                  <c:v>41990</c:v>
                </c:pt>
                <c:pt idx="375" c:formatCode="yyyy/m/d">
                  <c:v>41991</c:v>
                </c:pt>
                <c:pt idx="376" c:formatCode="yyyy/m/d">
                  <c:v>41992</c:v>
                </c:pt>
                <c:pt idx="377" c:formatCode="yyyy/m/d">
                  <c:v>41995</c:v>
                </c:pt>
                <c:pt idx="378" c:formatCode="yyyy/m/d">
                  <c:v>41996</c:v>
                </c:pt>
                <c:pt idx="379" c:formatCode="yyyy/m/d">
                  <c:v>41997</c:v>
                </c:pt>
                <c:pt idx="380" c:formatCode="yyyy/m/d">
                  <c:v>41998</c:v>
                </c:pt>
                <c:pt idx="381" c:formatCode="yyyy/m/d">
                  <c:v>41999</c:v>
                </c:pt>
                <c:pt idx="382" c:formatCode="yyyy/m/d">
                  <c:v>42002</c:v>
                </c:pt>
                <c:pt idx="383" c:formatCode="yyyy/m/d">
                  <c:v>42003</c:v>
                </c:pt>
                <c:pt idx="384" c:formatCode="yyyy/m/d">
                  <c:v>42004</c:v>
                </c:pt>
                <c:pt idx="385" c:formatCode="yyyy/m/d">
                  <c:v>42009</c:v>
                </c:pt>
                <c:pt idx="386" c:formatCode="yyyy/m/d">
                  <c:v>42010</c:v>
                </c:pt>
                <c:pt idx="387" c:formatCode="yyyy/m/d">
                  <c:v>42011</c:v>
                </c:pt>
                <c:pt idx="388" c:formatCode="yyyy/m/d">
                  <c:v>42012</c:v>
                </c:pt>
                <c:pt idx="389" c:formatCode="yyyy/m/d">
                  <c:v>42013</c:v>
                </c:pt>
                <c:pt idx="390" c:formatCode="yyyy/m/d">
                  <c:v>42016</c:v>
                </c:pt>
                <c:pt idx="391" c:formatCode="yyyy/m/d">
                  <c:v>42017</c:v>
                </c:pt>
                <c:pt idx="392" c:formatCode="yyyy/m/d">
                  <c:v>42018</c:v>
                </c:pt>
                <c:pt idx="393" c:formatCode="yyyy/m/d">
                  <c:v>42019</c:v>
                </c:pt>
                <c:pt idx="394" c:formatCode="yyyy/m/d">
                  <c:v>42020</c:v>
                </c:pt>
                <c:pt idx="395" c:formatCode="yyyy/m/d">
                  <c:v>42023</c:v>
                </c:pt>
                <c:pt idx="396" c:formatCode="yyyy/m/d">
                  <c:v>42024</c:v>
                </c:pt>
                <c:pt idx="397" c:formatCode="yyyy/m/d">
                  <c:v>42025</c:v>
                </c:pt>
                <c:pt idx="398" c:formatCode="yyyy/m/d">
                  <c:v>42026</c:v>
                </c:pt>
                <c:pt idx="399" c:formatCode="yyyy/m/d">
                  <c:v>42027</c:v>
                </c:pt>
                <c:pt idx="400" c:formatCode="yyyy/m/d">
                  <c:v>42030</c:v>
                </c:pt>
                <c:pt idx="401" c:formatCode="yyyy/m/d">
                  <c:v>42031</c:v>
                </c:pt>
                <c:pt idx="402" c:formatCode="yyyy/m/d">
                  <c:v>42032</c:v>
                </c:pt>
                <c:pt idx="403" c:formatCode="yyyy/m/d">
                  <c:v>42033</c:v>
                </c:pt>
                <c:pt idx="404" c:formatCode="yyyy/m/d">
                  <c:v>42034</c:v>
                </c:pt>
                <c:pt idx="405" c:formatCode="yyyy/m/d">
                  <c:v>42037</c:v>
                </c:pt>
                <c:pt idx="406" c:formatCode="yyyy/m/d">
                  <c:v>42038</c:v>
                </c:pt>
                <c:pt idx="407" c:formatCode="yyyy/m/d">
                  <c:v>42039</c:v>
                </c:pt>
                <c:pt idx="408" c:formatCode="yyyy/m/d">
                  <c:v>42040</c:v>
                </c:pt>
                <c:pt idx="409" c:formatCode="yyyy/m/d">
                  <c:v>42041</c:v>
                </c:pt>
                <c:pt idx="410" c:formatCode="yyyy/m/d">
                  <c:v>42044</c:v>
                </c:pt>
                <c:pt idx="411" c:formatCode="yyyy/m/d">
                  <c:v>42045</c:v>
                </c:pt>
                <c:pt idx="412" c:formatCode="yyyy/m/d">
                  <c:v>42046</c:v>
                </c:pt>
                <c:pt idx="413" c:formatCode="yyyy/m/d">
                  <c:v>42047</c:v>
                </c:pt>
                <c:pt idx="414" c:formatCode="yyyy/m/d">
                  <c:v>42048</c:v>
                </c:pt>
                <c:pt idx="415" c:formatCode="yyyy/m/d">
                  <c:v>42051</c:v>
                </c:pt>
                <c:pt idx="416" c:formatCode="yyyy/m/d">
                  <c:v>42052</c:v>
                </c:pt>
                <c:pt idx="417" c:formatCode="yyyy/m/d">
                  <c:v>42060</c:v>
                </c:pt>
                <c:pt idx="418" c:formatCode="yyyy/m/d">
                  <c:v>42061</c:v>
                </c:pt>
                <c:pt idx="419" c:formatCode="yyyy/m/d">
                  <c:v>42062</c:v>
                </c:pt>
                <c:pt idx="420" c:formatCode="yyyy/m/d">
                  <c:v>42065</c:v>
                </c:pt>
                <c:pt idx="421" c:formatCode="yyyy/m/d">
                  <c:v>42066</c:v>
                </c:pt>
                <c:pt idx="422" c:formatCode="yyyy/m/d">
                  <c:v>42067</c:v>
                </c:pt>
                <c:pt idx="423" c:formatCode="yyyy/m/d">
                  <c:v>42068</c:v>
                </c:pt>
                <c:pt idx="424" c:formatCode="yyyy/m/d">
                  <c:v>42069</c:v>
                </c:pt>
                <c:pt idx="425" c:formatCode="yyyy/m/d">
                  <c:v>42072</c:v>
                </c:pt>
                <c:pt idx="426" c:formatCode="yyyy/m/d">
                  <c:v>42073</c:v>
                </c:pt>
                <c:pt idx="427" c:formatCode="yyyy/m/d">
                  <c:v>42074</c:v>
                </c:pt>
                <c:pt idx="428" c:formatCode="yyyy/m/d">
                  <c:v>42075</c:v>
                </c:pt>
                <c:pt idx="429" c:formatCode="yyyy/m/d">
                  <c:v>42076</c:v>
                </c:pt>
                <c:pt idx="430" c:formatCode="yyyy/m/d">
                  <c:v>42079</c:v>
                </c:pt>
                <c:pt idx="431" c:formatCode="yyyy/m/d">
                  <c:v>42080</c:v>
                </c:pt>
                <c:pt idx="432" c:formatCode="yyyy/m/d">
                  <c:v>42081</c:v>
                </c:pt>
                <c:pt idx="433" c:formatCode="yyyy/m/d">
                  <c:v>42082</c:v>
                </c:pt>
                <c:pt idx="434" c:formatCode="yyyy/m/d">
                  <c:v>42083</c:v>
                </c:pt>
                <c:pt idx="435" c:formatCode="yyyy/m/d">
                  <c:v>42086</c:v>
                </c:pt>
                <c:pt idx="436" c:formatCode="yyyy/m/d">
                  <c:v>42087</c:v>
                </c:pt>
                <c:pt idx="437" c:formatCode="yyyy/m/d">
                  <c:v>42088</c:v>
                </c:pt>
                <c:pt idx="438" c:formatCode="yyyy/m/d">
                  <c:v>42089</c:v>
                </c:pt>
                <c:pt idx="439" c:formatCode="yyyy/m/d">
                  <c:v>42090</c:v>
                </c:pt>
                <c:pt idx="440" c:formatCode="yyyy/m/d">
                  <c:v>42093</c:v>
                </c:pt>
                <c:pt idx="441" c:formatCode="yyyy/m/d">
                  <c:v>42094</c:v>
                </c:pt>
                <c:pt idx="442" c:formatCode="yyyy/m/d">
                  <c:v>42095</c:v>
                </c:pt>
                <c:pt idx="443" c:formatCode="yyyy/m/d">
                  <c:v>42096</c:v>
                </c:pt>
                <c:pt idx="444" c:formatCode="yyyy/m/d">
                  <c:v>42097</c:v>
                </c:pt>
                <c:pt idx="445" c:formatCode="yyyy/m/d">
                  <c:v>42101</c:v>
                </c:pt>
                <c:pt idx="446" c:formatCode="yyyy/m/d">
                  <c:v>42102</c:v>
                </c:pt>
                <c:pt idx="447" c:formatCode="yyyy/m/d">
                  <c:v>42103</c:v>
                </c:pt>
                <c:pt idx="448" c:formatCode="yyyy/m/d">
                  <c:v>42104</c:v>
                </c:pt>
                <c:pt idx="449" c:formatCode="yyyy/m/d">
                  <c:v>42107</c:v>
                </c:pt>
                <c:pt idx="450" c:formatCode="yyyy/m/d">
                  <c:v>42108</c:v>
                </c:pt>
                <c:pt idx="451" c:formatCode="yyyy/m/d">
                  <c:v>42109</c:v>
                </c:pt>
                <c:pt idx="452" c:formatCode="yyyy/m/d">
                  <c:v>42110</c:v>
                </c:pt>
                <c:pt idx="453" c:formatCode="yyyy/m/d">
                  <c:v>42111</c:v>
                </c:pt>
                <c:pt idx="454" c:formatCode="yyyy/m/d">
                  <c:v>42114</c:v>
                </c:pt>
                <c:pt idx="455" c:formatCode="yyyy/m/d">
                  <c:v>42115</c:v>
                </c:pt>
                <c:pt idx="456" c:formatCode="yyyy/m/d">
                  <c:v>42116</c:v>
                </c:pt>
                <c:pt idx="457" c:formatCode="yyyy/m/d">
                  <c:v>42117</c:v>
                </c:pt>
                <c:pt idx="458" c:formatCode="yyyy/m/d">
                  <c:v>42118</c:v>
                </c:pt>
                <c:pt idx="459" c:formatCode="yyyy/m/d">
                  <c:v>42121</c:v>
                </c:pt>
                <c:pt idx="460" c:formatCode="yyyy/m/d">
                  <c:v>42122</c:v>
                </c:pt>
                <c:pt idx="461" c:formatCode="yyyy/m/d">
                  <c:v>42123</c:v>
                </c:pt>
                <c:pt idx="462" c:formatCode="yyyy/m/d">
                  <c:v>42124</c:v>
                </c:pt>
                <c:pt idx="463" c:formatCode="yyyy/m/d">
                  <c:v>42128</c:v>
                </c:pt>
                <c:pt idx="464" c:formatCode="yyyy/m/d">
                  <c:v>42129</c:v>
                </c:pt>
                <c:pt idx="465" c:formatCode="yyyy/m/d">
                  <c:v>42130</c:v>
                </c:pt>
                <c:pt idx="466" c:formatCode="yyyy/m/d">
                  <c:v>42131</c:v>
                </c:pt>
                <c:pt idx="467" c:formatCode="yyyy/m/d">
                  <c:v>42132</c:v>
                </c:pt>
                <c:pt idx="468" c:formatCode="yyyy/m/d">
                  <c:v>42135</c:v>
                </c:pt>
                <c:pt idx="469" c:formatCode="yyyy/m/d">
                  <c:v>42136</c:v>
                </c:pt>
                <c:pt idx="470" c:formatCode="yyyy/m/d">
                  <c:v>42137</c:v>
                </c:pt>
                <c:pt idx="471" c:formatCode="yyyy/m/d">
                  <c:v>42138</c:v>
                </c:pt>
                <c:pt idx="472" c:formatCode="yyyy/m/d">
                  <c:v>42139</c:v>
                </c:pt>
                <c:pt idx="473" c:formatCode="yyyy/m/d">
                  <c:v>42142</c:v>
                </c:pt>
                <c:pt idx="474" c:formatCode="yyyy/m/d">
                  <c:v>42143</c:v>
                </c:pt>
                <c:pt idx="475" c:formatCode="yyyy/m/d">
                  <c:v>42144</c:v>
                </c:pt>
                <c:pt idx="476" c:formatCode="yyyy/m/d">
                  <c:v>42145</c:v>
                </c:pt>
                <c:pt idx="477" c:formatCode="yyyy/m/d">
                  <c:v>42146</c:v>
                </c:pt>
                <c:pt idx="478" c:formatCode="yyyy/m/d">
                  <c:v>42149</c:v>
                </c:pt>
                <c:pt idx="479" c:formatCode="yyyy/m/d">
                  <c:v>42150</c:v>
                </c:pt>
                <c:pt idx="480" c:formatCode="yyyy/m/d">
                  <c:v>42151</c:v>
                </c:pt>
                <c:pt idx="481" c:formatCode="yyyy/m/d">
                  <c:v>42152</c:v>
                </c:pt>
                <c:pt idx="482" c:formatCode="yyyy/m/d">
                  <c:v>42153</c:v>
                </c:pt>
                <c:pt idx="483" c:formatCode="yyyy/m/d">
                  <c:v>42156</c:v>
                </c:pt>
                <c:pt idx="484" c:formatCode="yyyy/m/d">
                  <c:v>42157</c:v>
                </c:pt>
                <c:pt idx="485" c:formatCode="yyyy/m/d">
                  <c:v>42158</c:v>
                </c:pt>
                <c:pt idx="486" c:formatCode="yyyy/m/d">
                  <c:v>42159</c:v>
                </c:pt>
                <c:pt idx="487" c:formatCode="yyyy/m/d">
                  <c:v>42160</c:v>
                </c:pt>
                <c:pt idx="488" c:formatCode="yyyy/m/d">
                  <c:v>42163</c:v>
                </c:pt>
                <c:pt idx="489" c:formatCode="yyyy/m/d">
                  <c:v>42164</c:v>
                </c:pt>
                <c:pt idx="490" c:formatCode="yyyy/m/d">
                  <c:v>42165</c:v>
                </c:pt>
                <c:pt idx="491" c:formatCode="yyyy/m/d">
                  <c:v>42166</c:v>
                </c:pt>
                <c:pt idx="492" c:formatCode="yyyy/m/d">
                  <c:v>42167</c:v>
                </c:pt>
                <c:pt idx="493" c:formatCode="yyyy/m/d">
                  <c:v>42170</c:v>
                </c:pt>
                <c:pt idx="494" c:formatCode="yyyy/m/d">
                  <c:v>42171</c:v>
                </c:pt>
                <c:pt idx="495" c:formatCode="yyyy/m/d">
                  <c:v>42172</c:v>
                </c:pt>
                <c:pt idx="496" c:formatCode="yyyy/m/d">
                  <c:v>42173</c:v>
                </c:pt>
                <c:pt idx="497" c:formatCode="yyyy/m/d">
                  <c:v>42174</c:v>
                </c:pt>
                <c:pt idx="498" c:formatCode="yyyy/m/d">
                  <c:v>42178</c:v>
                </c:pt>
                <c:pt idx="499" c:formatCode="yyyy/m/d">
                  <c:v>42179</c:v>
                </c:pt>
                <c:pt idx="500" c:formatCode="yyyy/m/d">
                  <c:v>42180</c:v>
                </c:pt>
                <c:pt idx="501" c:formatCode="yyyy/m/d">
                  <c:v>42181</c:v>
                </c:pt>
                <c:pt idx="502" c:formatCode="yyyy/m/d">
                  <c:v>42184</c:v>
                </c:pt>
                <c:pt idx="503" c:formatCode="yyyy/m/d">
                  <c:v>42185</c:v>
                </c:pt>
                <c:pt idx="504" c:formatCode="yyyy/m/d">
                  <c:v>42186</c:v>
                </c:pt>
                <c:pt idx="505" c:formatCode="yyyy/m/d">
                  <c:v>42187</c:v>
                </c:pt>
                <c:pt idx="506" c:formatCode="yyyy/m/d">
                  <c:v>42188</c:v>
                </c:pt>
                <c:pt idx="507" c:formatCode="yyyy/m/d">
                  <c:v>42191</c:v>
                </c:pt>
                <c:pt idx="508" c:formatCode="yyyy/m/d">
                  <c:v>42192</c:v>
                </c:pt>
                <c:pt idx="509" c:formatCode="yyyy/m/d">
                  <c:v>42193</c:v>
                </c:pt>
                <c:pt idx="510" c:formatCode="yyyy/m/d">
                  <c:v>42194</c:v>
                </c:pt>
                <c:pt idx="511" c:formatCode="yyyy/m/d">
                  <c:v>42195</c:v>
                </c:pt>
                <c:pt idx="512" c:formatCode="yyyy/m/d">
                  <c:v>42198</c:v>
                </c:pt>
                <c:pt idx="513" c:formatCode="yyyy/m/d">
                  <c:v>42199</c:v>
                </c:pt>
                <c:pt idx="514" c:formatCode="yyyy/m/d">
                  <c:v>42200</c:v>
                </c:pt>
                <c:pt idx="515" c:formatCode="yyyy/m/d">
                  <c:v>42201</c:v>
                </c:pt>
                <c:pt idx="516" c:formatCode="yyyy/m/d">
                  <c:v>42202</c:v>
                </c:pt>
                <c:pt idx="517" c:formatCode="yyyy/m/d">
                  <c:v>42205</c:v>
                </c:pt>
                <c:pt idx="518" c:formatCode="yyyy/m/d">
                  <c:v>42206</c:v>
                </c:pt>
                <c:pt idx="519" c:formatCode="yyyy/m/d">
                  <c:v>42207</c:v>
                </c:pt>
                <c:pt idx="520" c:formatCode="yyyy/m/d">
                  <c:v>42208</c:v>
                </c:pt>
                <c:pt idx="521" c:formatCode="yyyy/m/d">
                  <c:v>42209</c:v>
                </c:pt>
                <c:pt idx="522" c:formatCode="yyyy/m/d">
                  <c:v>42212</c:v>
                </c:pt>
                <c:pt idx="523" c:formatCode="yyyy/m/d">
                  <c:v>42213</c:v>
                </c:pt>
                <c:pt idx="524" c:formatCode="yyyy/m/d">
                  <c:v>42214</c:v>
                </c:pt>
                <c:pt idx="525" c:formatCode="yyyy/m/d">
                  <c:v>42215</c:v>
                </c:pt>
                <c:pt idx="526" c:formatCode="yyyy/m/d">
                  <c:v>42216</c:v>
                </c:pt>
                <c:pt idx="527" c:formatCode="yyyy/m/d">
                  <c:v>42219</c:v>
                </c:pt>
                <c:pt idx="528" c:formatCode="yyyy/m/d">
                  <c:v>42220</c:v>
                </c:pt>
                <c:pt idx="529" c:formatCode="yyyy/m/d">
                  <c:v>42221</c:v>
                </c:pt>
                <c:pt idx="530" c:formatCode="yyyy/m/d">
                  <c:v>42222</c:v>
                </c:pt>
                <c:pt idx="531" c:formatCode="yyyy/m/d">
                  <c:v>42223</c:v>
                </c:pt>
                <c:pt idx="532" c:formatCode="yyyy/m/d">
                  <c:v>42226</c:v>
                </c:pt>
                <c:pt idx="533" c:formatCode="yyyy/m/d">
                  <c:v>42227</c:v>
                </c:pt>
                <c:pt idx="534" c:formatCode="yyyy/m/d">
                  <c:v>42228</c:v>
                </c:pt>
                <c:pt idx="535" c:formatCode="yyyy/m/d">
                  <c:v>42229</c:v>
                </c:pt>
                <c:pt idx="536" c:formatCode="yyyy/m/d">
                  <c:v>42230</c:v>
                </c:pt>
                <c:pt idx="537" c:formatCode="yyyy/m/d">
                  <c:v>42233</c:v>
                </c:pt>
                <c:pt idx="538" c:formatCode="yyyy/m/d">
                  <c:v>42234</c:v>
                </c:pt>
                <c:pt idx="539" c:formatCode="yyyy/m/d">
                  <c:v>42235</c:v>
                </c:pt>
                <c:pt idx="540" c:formatCode="yyyy/m/d">
                  <c:v>42236</c:v>
                </c:pt>
                <c:pt idx="541" c:formatCode="yyyy/m/d">
                  <c:v>42237</c:v>
                </c:pt>
                <c:pt idx="542" c:formatCode="yyyy/m/d">
                  <c:v>42240</c:v>
                </c:pt>
                <c:pt idx="543" c:formatCode="yyyy/m/d">
                  <c:v>42241</c:v>
                </c:pt>
                <c:pt idx="544" c:formatCode="yyyy/m/d">
                  <c:v>42242</c:v>
                </c:pt>
                <c:pt idx="545" c:formatCode="yyyy/m/d">
                  <c:v>42243</c:v>
                </c:pt>
                <c:pt idx="546" c:formatCode="yyyy/m/d">
                  <c:v>42244</c:v>
                </c:pt>
                <c:pt idx="547" c:formatCode="yyyy/m/d">
                  <c:v>42247</c:v>
                </c:pt>
                <c:pt idx="548" c:formatCode="yyyy/m/d">
                  <c:v>42248</c:v>
                </c:pt>
                <c:pt idx="549" c:formatCode="yyyy/m/d">
                  <c:v>42249</c:v>
                </c:pt>
                <c:pt idx="550" c:formatCode="yyyy/m/d">
                  <c:v>42254</c:v>
                </c:pt>
                <c:pt idx="551" c:formatCode="yyyy/m/d">
                  <c:v>42255</c:v>
                </c:pt>
                <c:pt idx="552" c:formatCode="yyyy/m/d">
                  <c:v>42256</c:v>
                </c:pt>
                <c:pt idx="553" c:formatCode="yyyy/m/d">
                  <c:v>42257</c:v>
                </c:pt>
                <c:pt idx="554" c:formatCode="yyyy/m/d">
                  <c:v>42258</c:v>
                </c:pt>
                <c:pt idx="555" c:formatCode="yyyy/m/d">
                  <c:v>42261</c:v>
                </c:pt>
                <c:pt idx="556" c:formatCode="yyyy/m/d">
                  <c:v>42262</c:v>
                </c:pt>
                <c:pt idx="557" c:formatCode="yyyy/m/d">
                  <c:v>42263</c:v>
                </c:pt>
                <c:pt idx="558" c:formatCode="yyyy/m/d">
                  <c:v>42264</c:v>
                </c:pt>
                <c:pt idx="559" c:formatCode="yyyy/m/d">
                  <c:v>42265</c:v>
                </c:pt>
                <c:pt idx="560" c:formatCode="yyyy/m/d">
                  <c:v>42268</c:v>
                </c:pt>
                <c:pt idx="561" c:formatCode="yyyy/m/d">
                  <c:v>42269</c:v>
                </c:pt>
                <c:pt idx="562" c:formatCode="yyyy/m/d">
                  <c:v>42270</c:v>
                </c:pt>
                <c:pt idx="563" c:formatCode="yyyy/m/d">
                  <c:v>42271</c:v>
                </c:pt>
                <c:pt idx="564" c:formatCode="yyyy/m/d">
                  <c:v>42272</c:v>
                </c:pt>
                <c:pt idx="565" c:formatCode="yyyy/m/d">
                  <c:v>42275</c:v>
                </c:pt>
                <c:pt idx="566" c:formatCode="yyyy/m/d">
                  <c:v>42276</c:v>
                </c:pt>
                <c:pt idx="567" c:formatCode="yyyy/m/d">
                  <c:v>42277</c:v>
                </c:pt>
                <c:pt idx="568" c:formatCode="yyyy/m/d">
                  <c:v>42285</c:v>
                </c:pt>
                <c:pt idx="569" c:formatCode="yyyy/m/d">
                  <c:v>42286</c:v>
                </c:pt>
                <c:pt idx="570" c:formatCode="yyyy/m/d">
                  <c:v>42289</c:v>
                </c:pt>
                <c:pt idx="571" c:formatCode="yyyy/m/d">
                  <c:v>42290</c:v>
                </c:pt>
                <c:pt idx="572" c:formatCode="yyyy/m/d">
                  <c:v>42291</c:v>
                </c:pt>
                <c:pt idx="573" c:formatCode="yyyy/m/d">
                  <c:v>42292</c:v>
                </c:pt>
                <c:pt idx="574" c:formatCode="yyyy/m/d">
                  <c:v>42293</c:v>
                </c:pt>
                <c:pt idx="575" c:formatCode="yyyy/m/d">
                  <c:v>42296</c:v>
                </c:pt>
                <c:pt idx="576" c:formatCode="yyyy/m/d">
                  <c:v>42297</c:v>
                </c:pt>
                <c:pt idx="577" c:formatCode="yyyy/m/d">
                  <c:v>42298</c:v>
                </c:pt>
                <c:pt idx="578" c:formatCode="yyyy/m/d">
                  <c:v>42299</c:v>
                </c:pt>
                <c:pt idx="579" c:formatCode="yyyy/m/d">
                  <c:v>42300</c:v>
                </c:pt>
                <c:pt idx="580" c:formatCode="yyyy/m/d">
                  <c:v>42303</c:v>
                </c:pt>
                <c:pt idx="581" c:formatCode="yyyy/m/d">
                  <c:v>42304</c:v>
                </c:pt>
                <c:pt idx="582" c:formatCode="yyyy/m/d">
                  <c:v>42305</c:v>
                </c:pt>
                <c:pt idx="583" c:formatCode="yyyy/m/d">
                  <c:v>42306</c:v>
                </c:pt>
                <c:pt idx="584" c:formatCode="yyyy/m/d">
                  <c:v>42307</c:v>
                </c:pt>
                <c:pt idx="585" c:formatCode="yyyy/m/d">
                  <c:v>42310</c:v>
                </c:pt>
                <c:pt idx="586" c:formatCode="yyyy/m/d">
                  <c:v>42311</c:v>
                </c:pt>
                <c:pt idx="587" c:formatCode="yyyy/m/d">
                  <c:v>42312</c:v>
                </c:pt>
                <c:pt idx="588" c:formatCode="yyyy/m/d">
                  <c:v>42313</c:v>
                </c:pt>
                <c:pt idx="589" c:formatCode="yyyy/m/d">
                  <c:v>42314</c:v>
                </c:pt>
                <c:pt idx="590" c:formatCode="yyyy/m/d">
                  <c:v>42317</c:v>
                </c:pt>
                <c:pt idx="591" c:formatCode="yyyy/m/d">
                  <c:v>42318</c:v>
                </c:pt>
                <c:pt idx="592" c:formatCode="yyyy/m/d">
                  <c:v>42319</c:v>
                </c:pt>
                <c:pt idx="593" c:formatCode="yyyy/m/d">
                  <c:v>42320</c:v>
                </c:pt>
                <c:pt idx="594" c:formatCode="yyyy/m/d">
                  <c:v>42321</c:v>
                </c:pt>
                <c:pt idx="595" c:formatCode="yyyy/m/d">
                  <c:v>42324</c:v>
                </c:pt>
                <c:pt idx="596" c:formatCode="yyyy/m/d">
                  <c:v>42325</c:v>
                </c:pt>
                <c:pt idx="597" c:formatCode="yyyy/m/d">
                  <c:v>42326</c:v>
                </c:pt>
                <c:pt idx="598" c:formatCode="yyyy/m/d">
                  <c:v>42327</c:v>
                </c:pt>
                <c:pt idx="599" c:formatCode="yyyy/m/d">
                  <c:v>42328</c:v>
                </c:pt>
                <c:pt idx="600" c:formatCode="yyyy/m/d">
                  <c:v>42331</c:v>
                </c:pt>
                <c:pt idx="601" c:formatCode="yyyy/m/d">
                  <c:v>42332</c:v>
                </c:pt>
                <c:pt idx="602" c:formatCode="yyyy/m/d">
                  <c:v>42333</c:v>
                </c:pt>
                <c:pt idx="603" c:formatCode="yyyy/m/d">
                  <c:v>42334</c:v>
                </c:pt>
                <c:pt idx="604" c:formatCode="yyyy/m/d">
                  <c:v>42335</c:v>
                </c:pt>
                <c:pt idx="605" c:formatCode="yyyy/m/d">
                  <c:v>42338</c:v>
                </c:pt>
                <c:pt idx="606" c:formatCode="yyyy/m/d">
                  <c:v>42339</c:v>
                </c:pt>
                <c:pt idx="607" c:formatCode="yyyy/m/d">
                  <c:v>42340</c:v>
                </c:pt>
                <c:pt idx="608" c:formatCode="yyyy/m/d">
                  <c:v>42341</c:v>
                </c:pt>
                <c:pt idx="609" c:formatCode="yyyy/m/d">
                  <c:v>42342</c:v>
                </c:pt>
                <c:pt idx="610" c:formatCode="yyyy/m/d">
                  <c:v>42345</c:v>
                </c:pt>
                <c:pt idx="611" c:formatCode="yyyy/m/d">
                  <c:v>42346</c:v>
                </c:pt>
                <c:pt idx="612" c:formatCode="yyyy/m/d">
                  <c:v>42347</c:v>
                </c:pt>
                <c:pt idx="613" c:formatCode="yyyy/m/d">
                  <c:v>42348</c:v>
                </c:pt>
                <c:pt idx="614" c:formatCode="yyyy/m/d">
                  <c:v>42349</c:v>
                </c:pt>
                <c:pt idx="615" c:formatCode="yyyy/m/d">
                  <c:v>42352</c:v>
                </c:pt>
                <c:pt idx="616" c:formatCode="yyyy/m/d">
                  <c:v>42353</c:v>
                </c:pt>
                <c:pt idx="617" c:formatCode="yyyy/m/d">
                  <c:v>42354</c:v>
                </c:pt>
                <c:pt idx="618" c:formatCode="yyyy/m/d">
                  <c:v>42355</c:v>
                </c:pt>
                <c:pt idx="619" c:formatCode="yyyy/m/d">
                  <c:v>42356</c:v>
                </c:pt>
                <c:pt idx="620" c:formatCode="yyyy/m/d">
                  <c:v>42359</c:v>
                </c:pt>
                <c:pt idx="621" c:formatCode="yyyy/m/d">
                  <c:v>42360</c:v>
                </c:pt>
                <c:pt idx="622" c:formatCode="yyyy/m/d">
                  <c:v>42361</c:v>
                </c:pt>
                <c:pt idx="623" c:formatCode="yyyy/m/d">
                  <c:v>42362</c:v>
                </c:pt>
                <c:pt idx="624" c:formatCode="yyyy/m/d">
                  <c:v>42363</c:v>
                </c:pt>
                <c:pt idx="625" c:formatCode="yyyy/m/d">
                  <c:v>42366</c:v>
                </c:pt>
                <c:pt idx="626" c:formatCode="yyyy/m/d">
                  <c:v>42367</c:v>
                </c:pt>
                <c:pt idx="627" c:formatCode="yyyy/m/d">
                  <c:v>42368</c:v>
                </c:pt>
                <c:pt idx="628" c:formatCode="yyyy/m/d">
                  <c:v>42369</c:v>
                </c:pt>
                <c:pt idx="629" c:formatCode="yyyy/m/d">
                  <c:v>42373</c:v>
                </c:pt>
                <c:pt idx="630" c:formatCode="yyyy/m/d">
                  <c:v>42374</c:v>
                </c:pt>
                <c:pt idx="631" c:formatCode="yyyy/m/d">
                  <c:v>42375</c:v>
                </c:pt>
                <c:pt idx="632" c:formatCode="yyyy/m/d">
                  <c:v>42376</c:v>
                </c:pt>
                <c:pt idx="633" c:formatCode="yyyy/m/d">
                  <c:v>42377</c:v>
                </c:pt>
                <c:pt idx="634" c:formatCode="yyyy/m/d">
                  <c:v>42380</c:v>
                </c:pt>
                <c:pt idx="635" c:formatCode="yyyy/m/d">
                  <c:v>42381</c:v>
                </c:pt>
                <c:pt idx="636" c:formatCode="yyyy/m/d">
                  <c:v>42382</c:v>
                </c:pt>
                <c:pt idx="637" c:formatCode="yyyy/m/d">
                  <c:v>42383</c:v>
                </c:pt>
                <c:pt idx="638" c:formatCode="yyyy/m/d">
                  <c:v>42384</c:v>
                </c:pt>
                <c:pt idx="639" c:formatCode="yyyy/m/d">
                  <c:v>42387</c:v>
                </c:pt>
                <c:pt idx="640" c:formatCode="yyyy/m/d">
                  <c:v>42388</c:v>
                </c:pt>
                <c:pt idx="641" c:formatCode="yyyy/m/d">
                  <c:v>42389</c:v>
                </c:pt>
                <c:pt idx="642" c:formatCode="yyyy/m/d">
                  <c:v>42390</c:v>
                </c:pt>
                <c:pt idx="643" c:formatCode="yyyy/m/d">
                  <c:v>42391</c:v>
                </c:pt>
                <c:pt idx="644" c:formatCode="yyyy/m/d">
                  <c:v>42394</c:v>
                </c:pt>
                <c:pt idx="645" c:formatCode="yyyy/m/d">
                  <c:v>42395</c:v>
                </c:pt>
                <c:pt idx="646" c:formatCode="yyyy/m/d">
                  <c:v>42396</c:v>
                </c:pt>
                <c:pt idx="647" c:formatCode="yyyy/m/d">
                  <c:v>42397</c:v>
                </c:pt>
                <c:pt idx="648" c:formatCode="yyyy/m/d">
                  <c:v>42398</c:v>
                </c:pt>
                <c:pt idx="649" c:formatCode="yyyy/m/d">
                  <c:v>42401</c:v>
                </c:pt>
                <c:pt idx="650" c:formatCode="yyyy/m/d">
                  <c:v>42402</c:v>
                </c:pt>
                <c:pt idx="651" c:formatCode="yyyy/m/d">
                  <c:v>42403</c:v>
                </c:pt>
                <c:pt idx="652" c:formatCode="yyyy/m/d">
                  <c:v>42404</c:v>
                </c:pt>
                <c:pt idx="653" c:formatCode="yyyy/m/d">
                  <c:v>42405</c:v>
                </c:pt>
                <c:pt idx="654" c:formatCode="yyyy/m/d">
                  <c:v>42415</c:v>
                </c:pt>
                <c:pt idx="655" c:formatCode="yyyy/m/d">
                  <c:v>42416</c:v>
                </c:pt>
                <c:pt idx="656" c:formatCode="yyyy/m/d">
                  <c:v>42417</c:v>
                </c:pt>
                <c:pt idx="657" c:formatCode="yyyy/m/d">
                  <c:v>42418</c:v>
                </c:pt>
                <c:pt idx="658" c:formatCode="yyyy/m/d">
                  <c:v>42419</c:v>
                </c:pt>
                <c:pt idx="659" c:formatCode="yyyy/m/d">
                  <c:v>42422</c:v>
                </c:pt>
                <c:pt idx="660" c:formatCode="yyyy/m/d">
                  <c:v>42423</c:v>
                </c:pt>
                <c:pt idx="661" c:formatCode="yyyy/m/d">
                  <c:v>42424</c:v>
                </c:pt>
                <c:pt idx="662" c:formatCode="yyyy/m/d">
                  <c:v>42425</c:v>
                </c:pt>
                <c:pt idx="663" c:formatCode="yyyy/m/d">
                  <c:v>42426</c:v>
                </c:pt>
                <c:pt idx="664" c:formatCode="yyyy/m/d">
                  <c:v>42429</c:v>
                </c:pt>
                <c:pt idx="665" c:formatCode="yyyy/m/d">
                  <c:v>42430</c:v>
                </c:pt>
                <c:pt idx="666" c:formatCode="yyyy/m/d">
                  <c:v>42431</c:v>
                </c:pt>
                <c:pt idx="667" c:formatCode="yyyy/m/d">
                  <c:v>42432</c:v>
                </c:pt>
                <c:pt idx="668" c:formatCode="yyyy/m/d">
                  <c:v>42433</c:v>
                </c:pt>
                <c:pt idx="669" c:formatCode="yyyy/m/d">
                  <c:v>42436</c:v>
                </c:pt>
                <c:pt idx="670" c:formatCode="yyyy/m/d">
                  <c:v>42437</c:v>
                </c:pt>
                <c:pt idx="671" c:formatCode="yyyy/m/d">
                  <c:v>42438</c:v>
                </c:pt>
                <c:pt idx="672" c:formatCode="yyyy/m/d">
                  <c:v>42439</c:v>
                </c:pt>
                <c:pt idx="673" c:formatCode="yyyy/m/d">
                  <c:v>42440</c:v>
                </c:pt>
                <c:pt idx="674" c:formatCode="yyyy/m/d">
                  <c:v>42443</c:v>
                </c:pt>
                <c:pt idx="675" c:formatCode="yyyy/m/d">
                  <c:v>42444</c:v>
                </c:pt>
                <c:pt idx="676" c:formatCode="yyyy/m/d">
                  <c:v>42445</c:v>
                </c:pt>
                <c:pt idx="677" c:formatCode="yyyy/m/d">
                  <c:v>42446</c:v>
                </c:pt>
                <c:pt idx="678" c:formatCode="yyyy/m/d">
                  <c:v>42447</c:v>
                </c:pt>
                <c:pt idx="679" c:formatCode="yyyy/m/d">
                  <c:v>42450</c:v>
                </c:pt>
                <c:pt idx="680" c:formatCode="yyyy/m/d">
                  <c:v>42451</c:v>
                </c:pt>
                <c:pt idx="681" c:formatCode="yyyy/m/d">
                  <c:v>42452</c:v>
                </c:pt>
                <c:pt idx="682" c:formatCode="yyyy/m/d">
                  <c:v>42453</c:v>
                </c:pt>
                <c:pt idx="683" c:formatCode="yyyy/m/d">
                  <c:v>42454</c:v>
                </c:pt>
                <c:pt idx="684" c:formatCode="yyyy/m/d">
                  <c:v>42457</c:v>
                </c:pt>
                <c:pt idx="685" c:formatCode="yyyy/m/d">
                  <c:v>42458</c:v>
                </c:pt>
                <c:pt idx="686" c:formatCode="yyyy/m/d">
                  <c:v>42459</c:v>
                </c:pt>
                <c:pt idx="687" c:formatCode="yyyy/m/d">
                  <c:v>42460</c:v>
                </c:pt>
                <c:pt idx="688" c:formatCode="yyyy/m/d">
                  <c:v>42461</c:v>
                </c:pt>
                <c:pt idx="689" c:formatCode="yyyy/m/d">
                  <c:v>42465</c:v>
                </c:pt>
                <c:pt idx="690" c:formatCode="yyyy/m/d">
                  <c:v>42466</c:v>
                </c:pt>
                <c:pt idx="691" c:formatCode="yyyy/m/d">
                  <c:v>42467</c:v>
                </c:pt>
                <c:pt idx="692" c:formatCode="yyyy/m/d">
                  <c:v>42468</c:v>
                </c:pt>
                <c:pt idx="693" c:formatCode="yyyy/m/d">
                  <c:v>42471</c:v>
                </c:pt>
                <c:pt idx="694" c:formatCode="yyyy/m/d">
                  <c:v>42472</c:v>
                </c:pt>
                <c:pt idx="695" c:formatCode="yyyy/m/d">
                  <c:v>42473</c:v>
                </c:pt>
                <c:pt idx="696" c:formatCode="yyyy/m/d">
                  <c:v>42474</c:v>
                </c:pt>
                <c:pt idx="697" c:formatCode="yyyy/m/d">
                  <c:v>42475</c:v>
                </c:pt>
                <c:pt idx="698" c:formatCode="yyyy/m/d">
                  <c:v>42478</c:v>
                </c:pt>
                <c:pt idx="699" c:formatCode="yyyy/m/d">
                  <c:v>42479</c:v>
                </c:pt>
                <c:pt idx="700" c:formatCode="yyyy/m/d">
                  <c:v>42480</c:v>
                </c:pt>
                <c:pt idx="701" c:formatCode="yyyy/m/d">
                  <c:v>42481</c:v>
                </c:pt>
                <c:pt idx="702" c:formatCode="yyyy/m/d">
                  <c:v>42482</c:v>
                </c:pt>
                <c:pt idx="703" c:formatCode="yyyy/m/d">
                  <c:v>42485</c:v>
                </c:pt>
                <c:pt idx="704" c:formatCode="yyyy/m/d">
                  <c:v>42486</c:v>
                </c:pt>
                <c:pt idx="705" c:formatCode="yyyy/m/d">
                  <c:v>42487</c:v>
                </c:pt>
                <c:pt idx="706" c:formatCode="yyyy/m/d">
                  <c:v>42488</c:v>
                </c:pt>
                <c:pt idx="707" c:formatCode="yyyy/m/d">
                  <c:v>42489</c:v>
                </c:pt>
                <c:pt idx="708" c:formatCode="yyyy/m/d">
                  <c:v>42493</c:v>
                </c:pt>
                <c:pt idx="709" c:formatCode="yyyy/m/d">
                  <c:v>42494</c:v>
                </c:pt>
                <c:pt idx="710" c:formatCode="yyyy/m/d">
                  <c:v>42495</c:v>
                </c:pt>
                <c:pt idx="711" c:formatCode="yyyy/m/d">
                  <c:v>42496</c:v>
                </c:pt>
                <c:pt idx="712" c:formatCode="yyyy/m/d">
                  <c:v>42499</c:v>
                </c:pt>
                <c:pt idx="713" c:formatCode="yyyy/m/d">
                  <c:v>42500</c:v>
                </c:pt>
                <c:pt idx="714" c:formatCode="yyyy/m/d">
                  <c:v>42501</c:v>
                </c:pt>
                <c:pt idx="715" c:formatCode="yyyy/m/d">
                  <c:v>42502</c:v>
                </c:pt>
                <c:pt idx="716" c:formatCode="yyyy/m/d">
                  <c:v>42503</c:v>
                </c:pt>
                <c:pt idx="717" c:formatCode="yyyy/m/d">
                  <c:v>42506</c:v>
                </c:pt>
                <c:pt idx="718" c:formatCode="yyyy/m/d">
                  <c:v>42507</c:v>
                </c:pt>
                <c:pt idx="719" c:formatCode="yyyy/m/d">
                  <c:v>42508</c:v>
                </c:pt>
                <c:pt idx="720" c:formatCode="yyyy/m/d">
                  <c:v>42509</c:v>
                </c:pt>
                <c:pt idx="721" c:formatCode="yyyy/m/d">
                  <c:v>42510</c:v>
                </c:pt>
                <c:pt idx="722" c:formatCode="yyyy/m/d">
                  <c:v>42513</c:v>
                </c:pt>
                <c:pt idx="723" c:formatCode="yyyy/m/d">
                  <c:v>42514</c:v>
                </c:pt>
                <c:pt idx="724" c:formatCode="yyyy/m/d">
                  <c:v>42515</c:v>
                </c:pt>
                <c:pt idx="725" c:formatCode="yyyy/m/d">
                  <c:v>42516</c:v>
                </c:pt>
                <c:pt idx="726" c:formatCode="yyyy/m/d">
                  <c:v>42517</c:v>
                </c:pt>
                <c:pt idx="727" c:formatCode="yyyy/m/d">
                  <c:v>42520</c:v>
                </c:pt>
                <c:pt idx="728" c:formatCode="yyyy/m/d">
                  <c:v>42521</c:v>
                </c:pt>
                <c:pt idx="729" c:formatCode="yyyy/m/d">
                  <c:v>42522</c:v>
                </c:pt>
                <c:pt idx="730" c:formatCode="yyyy/m/d">
                  <c:v>42523</c:v>
                </c:pt>
                <c:pt idx="731" c:formatCode="yyyy/m/d">
                  <c:v>42524</c:v>
                </c:pt>
                <c:pt idx="732" c:formatCode="yyyy/m/d">
                  <c:v>42527</c:v>
                </c:pt>
                <c:pt idx="733" c:formatCode="yyyy/m/d">
                  <c:v>42528</c:v>
                </c:pt>
                <c:pt idx="734" c:formatCode="yyyy/m/d">
                  <c:v>42529</c:v>
                </c:pt>
                <c:pt idx="735" c:formatCode="yyyy/m/d">
                  <c:v>42534</c:v>
                </c:pt>
                <c:pt idx="736" c:formatCode="yyyy/m/d">
                  <c:v>42535</c:v>
                </c:pt>
                <c:pt idx="737" c:formatCode="yyyy/m/d">
                  <c:v>42536</c:v>
                </c:pt>
                <c:pt idx="738" c:formatCode="yyyy/m/d">
                  <c:v>42537</c:v>
                </c:pt>
                <c:pt idx="739" c:formatCode="yyyy/m/d">
                  <c:v>42538</c:v>
                </c:pt>
                <c:pt idx="740" c:formatCode="yyyy/m/d">
                  <c:v>42541</c:v>
                </c:pt>
                <c:pt idx="741" c:formatCode="yyyy/m/d">
                  <c:v>42542</c:v>
                </c:pt>
                <c:pt idx="742" c:formatCode="yyyy/m/d">
                  <c:v>42543</c:v>
                </c:pt>
                <c:pt idx="743" c:formatCode="yyyy/m/d">
                  <c:v>42544</c:v>
                </c:pt>
                <c:pt idx="744" c:formatCode="yyyy/m/d">
                  <c:v>42545</c:v>
                </c:pt>
                <c:pt idx="745" c:formatCode="yyyy/m/d">
                  <c:v>42548</c:v>
                </c:pt>
                <c:pt idx="746" c:formatCode="yyyy/m/d">
                  <c:v>42549</c:v>
                </c:pt>
                <c:pt idx="747" c:formatCode="yyyy/m/d">
                  <c:v>42550</c:v>
                </c:pt>
                <c:pt idx="748" c:formatCode="yyyy/m/d">
                  <c:v>42551</c:v>
                </c:pt>
                <c:pt idx="749" c:formatCode="yyyy/m/d">
                  <c:v>42552</c:v>
                </c:pt>
                <c:pt idx="750" c:formatCode="yyyy/m/d">
                  <c:v>42555</c:v>
                </c:pt>
                <c:pt idx="751" c:formatCode="yyyy/m/d">
                  <c:v>42556</c:v>
                </c:pt>
                <c:pt idx="752" c:formatCode="yyyy/m/d">
                  <c:v>42557</c:v>
                </c:pt>
                <c:pt idx="753" c:formatCode="yyyy/m/d">
                  <c:v>42558</c:v>
                </c:pt>
                <c:pt idx="754" c:formatCode="yyyy/m/d">
                  <c:v>42559</c:v>
                </c:pt>
                <c:pt idx="755" c:formatCode="yyyy/m/d">
                  <c:v>42562</c:v>
                </c:pt>
                <c:pt idx="756" c:formatCode="yyyy/m/d">
                  <c:v>42563</c:v>
                </c:pt>
                <c:pt idx="757" c:formatCode="yyyy/m/d">
                  <c:v>42564</c:v>
                </c:pt>
                <c:pt idx="758" c:formatCode="yyyy/m/d">
                  <c:v>42565</c:v>
                </c:pt>
                <c:pt idx="759" c:formatCode="yyyy/m/d">
                  <c:v>42566</c:v>
                </c:pt>
                <c:pt idx="760" c:formatCode="yyyy/m/d">
                  <c:v>42569</c:v>
                </c:pt>
                <c:pt idx="761" c:formatCode="yyyy/m/d">
                  <c:v>42570</c:v>
                </c:pt>
                <c:pt idx="762" c:formatCode="yyyy/m/d">
                  <c:v>42571</c:v>
                </c:pt>
                <c:pt idx="763" c:formatCode="yyyy/m/d">
                  <c:v>42572</c:v>
                </c:pt>
                <c:pt idx="764" c:formatCode="yyyy/m/d">
                  <c:v>42573</c:v>
                </c:pt>
                <c:pt idx="765" c:formatCode="yyyy/m/d">
                  <c:v>42576</c:v>
                </c:pt>
                <c:pt idx="766" c:formatCode="yyyy/m/d">
                  <c:v>42577</c:v>
                </c:pt>
                <c:pt idx="767" c:formatCode="yyyy/m/d">
                  <c:v>42578</c:v>
                </c:pt>
                <c:pt idx="768" c:formatCode="yyyy/m/d">
                  <c:v>42579</c:v>
                </c:pt>
                <c:pt idx="769" c:formatCode="yyyy/m/d">
                  <c:v>42580</c:v>
                </c:pt>
                <c:pt idx="770" c:formatCode="yyyy/m/d">
                  <c:v>42583</c:v>
                </c:pt>
                <c:pt idx="771" c:formatCode="yyyy/m/d">
                  <c:v>42584</c:v>
                </c:pt>
                <c:pt idx="772" c:formatCode="yyyy/m/d">
                  <c:v>42585</c:v>
                </c:pt>
                <c:pt idx="773" c:formatCode="yyyy/m/d">
                  <c:v>42586</c:v>
                </c:pt>
                <c:pt idx="774" c:formatCode="yyyy/m/d">
                  <c:v>42587</c:v>
                </c:pt>
                <c:pt idx="775" c:formatCode="yyyy/m/d">
                  <c:v>42590</c:v>
                </c:pt>
                <c:pt idx="776" c:formatCode="yyyy/m/d">
                  <c:v>42591</c:v>
                </c:pt>
                <c:pt idx="777" c:formatCode="yyyy/m/d">
                  <c:v>42592</c:v>
                </c:pt>
                <c:pt idx="778" c:formatCode="yyyy/m/d">
                  <c:v>42593</c:v>
                </c:pt>
                <c:pt idx="779" c:formatCode="yyyy/m/d">
                  <c:v>42594</c:v>
                </c:pt>
                <c:pt idx="780" c:formatCode="yyyy/m/d">
                  <c:v>42597</c:v>
                </c:pt>
                <c:pt idx="781" c:formatCode="yyyy/m/d">
                  <c:v>42598</c:v>
                </c:pt>
                <c:pt idx="782" c:formatCode="yyyy/m/d">
                  <c:v>42599</c:v>
                </c:pt>
                <c:pt idx="783" c:formatCode="yyyy/m/d">
                  <c:v>42600</c:v>
                </c:pt>
                <c:pt idx="784" c:formatCode="yyyy/m/d">
                  <c:v>42601</c:v>
                </c:pt>
                <c:pt idx="785" c:formatCode="yyyy/m/d">
                  <c:v>42604</c:v>
                </c:pt>
                <c:pt idx="786" c:formatCode="yyyy/m/d">
                  <c:v>42605</c:v>
                </c:pt>
                <c:pt idx="787" c:formatCode="yyyy/m/d">
                  <c:v>42606</c:v>
                </c:pt>
                <c:pt idx="788" c:formatCode="yyyy/m/d">
                  <c:v>42607</c:v>
                </c:pt>
                <c:pt idx="789" c:formatCode="yyyy/m/d">
                  <c:v>42608</c:v>
                </c:pt>
                <c:pt idx="790" c:formatCode="yyyy/m/d">
                  <c:v>42611</c:v>
                </c:pt>
                <c:pt idx="791" c:formatCode="yyyy/m/d">
                  <c:v>42612</c:v>
                </c:pt>
                <c:pt idx="792" c:formatCode="yyyy/m/d">
                  <c:v>42613</c:v>
                </c:pt>
                <c:pt idx="793" c:formatCode="yyyy/m/d">
                  <c:v>42614</c:v>
                </c:pt>
                <c:pt idx="794" c:formatCode="yyyy/m/d">
                  <c:v>42615</c:v>
                </c:pt>
                <c:pt idx="795" c:formatCode="yyyy/m/d">
                  <c:v>42618</c:v>
                </c:pt>
                <c:pt idx="796" c:formatCode="yyyy/m/d">
                  <c:v>42619</c:v>
                </c:pt>
                <c:pt idx="797" c:formatCode="yyyy/m/d">
                  <c:v>42620</c:v>
                </c:pt>
                <c:pt idx="798" c:formatCode="yyyy/m/d">
                  <c:v>42621</c:v>
                </c:pt>
                <c:pt idx="799" c:formatCode="yyyy/m/d">
                  <c:v>42622</c:v>
                </c:pt>
                <c:pt idx="800" c:formatCode="yyyy/m/d">
                  <c:v>42625</c:v>
                </c:pt>
                <c:pt idx="801" c:formatCode="yyyy/m/d">
                  <c:v>42626</c:v>
                </c:pt>
                <c:pt idx="802" c:formatCode="yyyy/m/d">
                  <c:v>42627</c:v>
                </c:pt>
                <c:pt idx="803" c:formatCode="yyyy/m/d">
                  <c:v>42632</c:v>
                </c:pt>
                <c:pt idx="804" c:formatCode="yyyy/m/d">
                  <c:v>42633</c:v>
                </c:pt>
                <c:pt idx="805" c:formatCode="yyyy/m/d">
                  <c:v>42634</c:v>
                </c:pt>
                <c:pt idx="806" c:formatCode="yyyy/m/d">
                  <c:v>42635</c:v>
                </c:pt>
                <c:pt idx="807" c:formatCode="yyyy/m/d">
                  <c:v>42636</c:v>
                </c:pt>
                <c:pt idx="808" c:formatCode="yyyy/m/d">
                  <c:v>42639</c:v>
                </c:pt>
                <c:pt idx="809" c:formatCode="yyyy/m/d">
                  <c:v>42640</c:v>
                </c:pt>
                <c:pt idx="810" c:formatCode="yyyy/m/d">
                  <c:v>42641</c:v>
                </c:pt>
                <c:pt idx="811" c:formatCode="yyyy/m/d">
                  <c:v>42642</c:v>
                </c:pt>
                <c:pt idx="812" c:formatCode="yyyy/m/d">
                  <c:v>42643</c:v>
                </c:pt>
                <c:pt idx="813" c:formatCode="yyyy/m/d">
                  <c:v>42653</c:v>
                </c:pt>
                <c:pt idx="814" c:formatCode="yyyy/m/d">
                  <c:v>42654</c:v>
                </c:pt>
                <c:pt idx="815" c:formatCode="yyyy/m/d">
                  <c:v>42655</c:v>
                </c:pt>
                <c:pt idx="816" c:formatCode="yyyy/m/d">
                  <c:v>42656</c:v>
                </c:pt>
                <c:pt idx="817" c:formatCode="yyyy/m/d">
                  <c:v>42657</c:v>
                </c:pt>
                <c:pt idx="818" c:formatCode="yyyy/m/d">
                  <c:v>42660</c:v>
                </c:pt>
                <c:pt idx="819" c:formatCode="yyyy/m/d">
                  <c:v>42661</c:v>
                </c:pt>
                <c:pt idx="820" c:formatCode="yyyy/m/d">
                  <c:v>42662</c:v>
                </c:pt>
                <c:pt idx="821" c:formatCode="yyyy/m/d">
                  <c:v>42663</c:v>
                </c:pt>
                <c:pt idx="822" c:formatCode="yyyy/m/d">
                  <c:v>42664</c:v>
                </c:pt>
                <c:pt idx="823" c:formatCode="yyyy/m/d">
                  <c:v>42667</c:v>
                </c:pt>
                <c:pt idx="824" c:formatCode="yyyy/m/d">
                  <c:v>42668</c:v>
                </c:pt>
                <c:pt idx="825" c:formatCode="yyyy/m/d">
                  <c:v>42669</c:v>
                </c:pt>
                <c:pt idx="826" c:formatCode="yyyy/m/d">
                  <c:v>42670</c:v>
                </c:pt>
                <c:pt idx="827" c:formatCode="yyyy/m/d">
                  <c:v>42671</c:v>
                </c:pt>
                <c:pt idx="828" c:formatCode="yyyy/m/d">
                  <c:v>42674</c:v>
                </c:pt>
                <c:pt idx="829" c:formatCode="yyyy/m/d">
                  <c:v>42675</c:v>
                </c:pt>
                <c:pt idx="830" c:formatCode="yyyy/m/d">
                  <c:v>42676</c:v>
                </c:pt>
                <c:pt idx="831" c:formatCode="yyyy/m/d">
                  <c:v>42677</c:v>
                </c:pt>
                <c:pt idx="832" c:formatCode="yyyy/m/d">
                  <c:v>42678</c:v>
                </c:pt>
                <c:pt idx="833" c:formatCode="yyyy/m/d">
                  <c:v>42681</c:v>
                </c:pt>
                <c:pt idx="834" c:formatCode="yyyy/m/d">
                  <c:v>42682</c:v>
                </c:pt>
                <c:pt idx="835" c:formatCode="yyyy/m/d">
                  <c:v>42683</c:v>
                </c:pt>
                <c:pt idx="836" c:formatCode="yyyy/m/d">
                  <c:v>42684</c:v>
                </c:pt>
                <c:pt idx="837" c:formatCode="yyyy/m/d">
                  <c:v>42685</c:v>
                </c:pt>
                <c:pt idx="838" c:formatCode="yyyy/m/d">
                  <c:v>42688</c:v>
                </c:pt>
                <c:pt idx="839" c:formatCode="yyyy/m/d">
                  <c:v>42689</c:v>
                </c:pt>
                <c:pt idx="840" c:formatCode="yyyy/m/d">
                  <c:v>42690</c:v>
                </c:pt>
                <c:pt idx="841" c:formatCode="yyyy/m/d">
                  <c:v>42691</c:v>
                </c:pt>
                <c:pt idx="842" c:formatCode="yyyy/m/d">
                  <c:v>42692</c:v>
                </c:pt>
                <c:pt idx="843" c:formatCode="yyyy/m/d">
                  <c:v>42695</c:v>
                </c:pt>
                <c:pt idx="844" c:formatCode="yyyy/m/d">
                  <c:v>42696</c:v>
                </c:pt>
                <c:pt idx="845" c:formatCode="yyyy/m/d">
                  <c:v>42697</c:v>
                </c:pt>
                <c:pt idx="846" c:formatCode="yyyy/m/d">
                  <c:v>42698</c:v>
                </c:pt>
                <c:pt idx="847" c:formatCode="yyyy/m/d">
                  <c:v>42699</c:v>
                </c:pt>
                <c:pt idx="848" c:formatCode="yyyy/m/d">
                  <c:v>42702</c:v>
                </c:pt>
                <c:pt idx="849" c:formatCode="yyyy/m/d">
                  <c:v>42703</c:v>
                </c:pt>
                <c:pt idx="850" c:formatCode="yyyy/m/d">
                  <c:v>42704</c:v>
                </c:pt>
                <c:pt idx="851" c:formatCode="yyyy/m/d">
                  <c:v>42705</c:v>
                </c:pt>
                <c:pt idx="852" c:formatCode="yyyy/m/d">
                  <c:v>42706</c:v>
                </c:pt>
                <c:pt idx="853" c:formatCode="yyyy/m/d">
                  <c:v>42709</c:v>
                </c:pt>
                <c:pt idx="854" c:formatCode="yyyy/m/d">
                  <c:v>42710</c:v>
                </c:pt>
                <c:pt idx="855" c:formatCode="yyyy/m/d">
                  <c:v>42711</c:v>
                </c:pt>
                <c:pt idx="856" c:formatCode="yyyy/m/d">
                  <c:v>42712</c:v>
                </c:pt>
                <c:pt idx="857" c:formatCode="yyyy/m/d">
                  <c:v>42713</c:v>
                </c:pt>
                <c:pt idx="858" c:formatCode="yyyy/m/d">
                  <c:v>42716</c:v>
                </c:pt>
                <c:pt idx="859" c:formatCode="yyyy/m/d">
                  <c:v>42717</c:v>
                </c:pt>
                <c:pt idx="860" c:formatCode="yyyy/m/d">
                  <c:v>42718</c:v>
                </c:pt>
                <c:pt idx="861" c:formatCode="yyyy/m/d">
                  <c:v>42719</c:v>
                </c:pt>
                <c:pt idx="862" c:formatCode="yyyy/m/d">
                  <c:v>42720</c:v>
                </c:pt>
                <c:pt idx="863" c:formatCode="yyyy/m/d">
                  <c:v>42723</c:v>
                </c:pt>
                <c:pt idx="864" c:formatCode="yyyy/m/d">
                  <c:v>42724</c:v>
                </c:pt>
                <c:pt idx="865" c:formatCode="yyyy/m/d">
                  <c:v>42725</c:v>
                </c:pt>
                <c:pt idx="866" c:formatCode="yyyy/m/d">
                  <c:v>42726</c:v>
                </c:pt>
                <c:pt idx="867" c:formatCode="yyyy/m/d">
                  <c:v>42727</c:v>
                </c:pt>
                <c:pt idx="868" c:formatCode="yyyy/m/d">
                  <c:v>42730</c:v>
                </c:pt>
                <c:pt idx="869" c:formatCode="yyyy/m/d">
                  <c:v>42731</c:v>
                </c:pt>
                <c:pt idx="870" c:formatCode="yyyy/m/d">
                  <c:v>42732</c:v>
                </c:pt>
                <c:pt idx="871" c:formatCode="yyyy/m/d">
                  <c:v>42733</c:v>
                </c:pt>
                <c:pt idx="872" c:formatCode="yyyy/m/d">
                  <c:v>42734</c:v>
                </c:pt>
                <c:pt idx="873" c:formatCode="yyyy/m/d">
                  <c:v>42738</c:v>
                </c:pt>
                <c:pt idx="874" c:formatCode="yyyy/m/d">
                  <c:v>42739</c:v>
                </c:pt>
                <c:pt idx="875" c:formatCode="yyyy/m/d">
                  <c:v>42740</c:v>
                </c:pt>
                <c:pt idx="876" c:formatCode="yyyy/m/d">
                  <c:v>42741</c:v>
                </c:pt>
                <c:pt idx="877" c:formatCode="yyyy/m/d">
                  <c:v>42744</c:v>
                </c:pt>
                <c:pt idx="878" c:formatCode="yyyy/m/d">
                  <c:v>42745</c:v>
                </c:pt>
                <c:pt idx="879" c:formatCode="yyyy/m/d">
                  <c:v>42746</c:v>
                </c:pt>
                <c:pt idx="880" c:formatCode="yyyy/m/d">
                  <c:v>42747</c:v>
                </c:pt>
                <c:pt idx="881" c:formatCode="yyyy/m/d">
                  <c:v>42748</c:v>
                </c:pt>
                <c:pt idx="882" c:formatCode="yyyy/m/d">
                  <c:v>42751</c:v>
                </c:pt>
                <c:pt idx="883" c:formatCode="yyyy/m/d">
                  <c:v>42752</c:v>
                </c:pt>
                <c:pt idx="884" c:formatCode="yyyy/m/d">
                  <c:v>42753</c:v>
                </c:pt>
                <c:pt idx="885" c:formatCode="yyyy/m/d">
                  <c:v>42754</c:v>
                </c:pt>
                <c:pt idx="886" c:formatCode="yyyy/m/d">
                  <c:v>42755</c:v>
                </c:pt>
                <c:pt idx="887" c:formatCode="yyyy/m/d">
                  <c:v>42758</c:v>
                </c:pt>
                <c:pt idx="888" c:formatCode="yyyy/m/d">
                  <c:v>42759</c:v>
                </c:pt>
                <c:pt idx="889" c:formatCode="yyyy/m/d">
                  <c:v>42760</c:v>
                </c:pt>
                <c:pt idx="890" c:formatCode="yyyy/m/d">
                  <c:v>42761</c:v>
                </c:pt>
                <c:pt idx="891" c:formatCode="yyyy/m/d">
                  <c:v>42769</c:v>
                </c:pt>
                <c:pt idx="892" c:formatCode="yyyy/m/d">
                  <c:v>42772</c:v>
                </c:pt>
                <c:pt idx="893" c:formatCode="yyyy/m/d">
                  <c:v>42773</c:v>
                </c:pt>
                <c:pt idx="894" c:formatCode="yyyy/m/d">
                  <c:v>42774</c:v>
                </c:pt>
                <c:pt idx="895" c:formatCode="yyyy/m/d">
                  <c:v>42775</c:v>
                </c:pt>
                <c:pt idx="896" c:formatCode="yyyy/m/d">
                  <c:v>42776</c:v>
                </c:pt>
                <c:pt idx="897" c:formatCode="yyyy/m/d">
                  <c:v>42779</c:v>
                </c:pt>
                <c:pt idx="898" c:formatCode="yyyy/m/d">
                  <c:v>42780</c:v>
                </c:pt>
                <c:pt idx="899" c:formatCode="yyyy/m/d">
                  <c:v>42781</c:v>
                </c:pt>
                <c:pt idx="900" c:formatCode="yyyy/m/d">
                  <c:v>42782</c:v>
                </c:pt>
                <c:pt idx="901" c:formatCode="yyyy/m/d">
                  <c:v>42783</c:v>
                </c:pt>
                <c:pt idx="902" c:formatCode="yyyy/m/d">
                  <c:v>42786</c:v>
                </c:pt>
                <c:pt idx="903" c:formatCode="yyyy/m/d">
                  <c:v>42787</c:v>
                </c:pt>
                <c:pt idx="904" c:formatCode="yyyy/m/d">
                  <c:v>42788</c:v>
                </c:pt>
                <c:pt idx="905" c:formatCode="yyyy/m/d">
                  <c:v>42789</c:v>
                </c:pt>
                <c:pt idx="906" c:formatCode="yyyy/m/d">
                  <c:v>42790</c:v>
                </c:pt>
                <c:pt idx="907" c:formatCode="yyyy/m/d">
                  <c:v>42793</c:v>
                </c:pt>
                <c:pt idx="908" c:formatCode="yyyy/m/d">
                  <c:v>42794</c:v>
                </c:pt>
                <c:pt idx="909" c:formatCode="yyyy/m/d">
                  <c:v>42795</c:v>
                </c:pt>
                <c:pt idx="910" c:formatCode="yyyy/m/d">
                  <c:v>42796</c:v>
                </c:pt>
                <c:pt idx="911" c:formatCode="yyyy/m/d">
                  <c:v>42797</c:v>
                </c:pt>
                <c:pt idx="912" c:formatCode="yyyy/m/d">
                  <c:v>42800</c:v>
                </c:pt>
                <c:pt idx="913" c:formatCode="yyyy/m/d">
                  <c:v>42801</c:v>
                </c:pt>
                <c:pt idx="914" c:formatCode="yyyy/m/d">
                  <c:v>42802</c:v>
                </c:pt>
                <c:pt idx="915" c:formatCode="yyyy/m/d">
                  <c:v>42803</c:v>
                </c:pt>
                <c:pt idx="916" c:formatCode="yyyy/m/d">
                  <c:v>42804</c:v>
                </c:pt>
                <c:pt idx="917" c:formatCode="yyyy/m/d">
                  <c:v>42807</c:v>
                </c:pt>
                <c:pt idx="918" c:formatCode="yyyy/m/d">
                  <c:v>42808</c:v>
                </c:pt>
                <c:pt idx="919" c:formatCode="yyyy/m/d">
                  <c:v>42809</c:v>
                </c:pt>
                <c:pt idx="920" c:formatCode="yyyy/m/d">
                  <c:v>42810</c:v>
                </c:pt>
                <c:pt idx="921" c:formatCode="yyyy/m/d">
                  <c:v>42811</c:v>
                </c:pt>
                <c:pt idx="922" c:formatCode="yyyy/m/d">
                  <c:v>42814</c:v>
                </c:pt>
                <c:pt idx="923" c:formatCode="yyyy/m/d">
                  <c:v>42815</c:v>
                </c:pt>
                <c:pt idx="924" c:formatCode="yyyy/m/d">
                  <c:v>42816</c:v>
                </c:pt>
                <c:pt idx="925" c:formatCode="yyyy/m/d">
                  <c:v>42817</c:v>
                </c:pt>
                <c:pt idx="926" c:formatCode="yyyy/m/d">
                  <c:v>42818</c:v>
                </c:pt>
                <c:pt idx="927" c:formatCode="yyyy/m/d">
                  <c:v>42821</c:v>
                </c:pt>
                <c:pt idx="928" c:formatCode="yyyy/m/d">
                  <c:v>42822</c:v>
                </c:pt>
                <c:pt idx="929" c:formatCode="yyyy/m/d">
                  <c:v>42823</c:v>
                </c:pt>
                <c:pt idx="930" c:formatCode="yyyy/m/d">
                  <c:v>42824</c:v>
                </c:pt>
                <c:pt idx="931" c:formatCode="yyyy/m/d">
                  <c:v>42825</c:v>
                </c:pt>
                <c:pt idx="932" c:formatCode="yyyy/m/d">
                  <c:v>42830</c:v>
                </c:pt>
                <c:pt idx="933" c:formatCode="yyyy/m/d">
                  <c:v>42831</c:v>
                </c:pt>
                <c:pt idx="934" c:formatCode="yyyy/m/d">
                  <c:v>42832</c:v>
                </c:pt>
                <c:pt idx="935" c:formatCode="yyyy/m/d">
                  <c:v>42835</c:v>
                </c:pt>
                <c:pt idx="936" c:formatCode="yyyy/m/d">
                  <c:v>42836</c:v>
                </c:pt>
                <c:pt idx="937" c:formatCode="yyyy/m/d">
                  <c:v>42837</c:v>
                </c:pt>
                <c:pt idx="938" c:formatCode="yyyy/m/d">
                  <c:v>42838</c:v>
                </c:pt>
                <c:pt idx="939" c:formatCode="yyyy/m/d">
                  <c:v>42839</c:v>
                </c:pt>
                <c:pt idx="940" c:formatCode="yyyy/m/d">
                  <c:v>42842</c:v>
                </c:pt>
                <c:pt idx="941" c:formatCode="yyyy/m/d">
                  <c:v>42843</c:v>
                </c:pt>
                <c:pt idx="942" c:formatCode="yyyy/m/d">
                  <c:v>42844</c:v>
                </c:pt>
                <c:pt idx="943" c:formatCode="yyyy/m/d">
                  <c:v>42845</c:v>
                </c:pt>
                <c:pt idx="944" c:formatCode="yyyy/m/d">
                  <c:v>42846</c:v>
                </c:pt>
                <c:pt idx="945" c:formatCode="yyyy/m/d">
                  <c:v>42849</c:v>
                </c:pt>
                <c:pt idx="946" c:formatCode="yyyy/m/d">
                  <c:v>42850</c:v>
                </c:pt>
                <c:pt idx="947" c:formatCode="yyyy/m/d">
                  <c:v>42851</c:v>
                </c:pt>
                <c:pt idx="948" c:formatCode="yyyy/m/d">
                  <c:v>42852</c:v>
                </c:pt>
                <c:pt idx="949" c:formatCode="yyyy/m/d">
                  <c:v>42853</c:v>
                </c:pt>
                <c:pt idx="950" c:formatCode="yyyy/m/d">
                  <c:v>42857</c:v>
                </c:pt>
                <c:pt idx="951" c:formatCode="yyyy/m/d">
                  <c:v>42858</c:v>
                </c:pt>
                <c:pt idx="952" c:formatCode="yyyy/m/d">
                  <c:v>42859</c:v>
                </c:pt>
                <c:pt idx="953" c:formatCode="yyyy/m/d">
                  <c:v>42860</c:v>
                </c:pt>
                <c:pt idx="954" c:formatCode="yyyy/m/d">
                  <c:v>42863</c:v>
                </c:pt>
                <c:pt idx="955" c:formatCode="yyyy/m/d">
                  <c:v>42864</c:v>
                </c:pt>
                <c:pt idx="956" c:formatCode="yyyy/m/d">
                  <c:v>42865</c:v>
                </c:pt>
                <c:pt idx="957" c:formatCode="yyyy/m/d">
                  <c:v>42866</c:v>
                </c:pt>
                <c:pt idx="958" c:formatCode="yyyy/m/d">
                  <c:v>42867</c:v>
                </c:pt>
                <c:pt idx="959" c:formatCode="yyyy/m/d">
                  <c:v>42870</c:v>
                </c:pt>
                <c:pt idx="960" c:formatCode="yyyy/m/d">
                  <c:v>42871</c:v>
                </c:pt>
                <c:pt idx="961" c:formatCode="yyyy/m/d">
                  <c:v>42872</c:v>
                </c:pt>
                <c:pt idx="962" c:formatCode="yyyy/m/d">
                  <c:v>42873</c:v>
                </c:pt>
                <c:pt idx="963" c:formatCode="yyyy/m/d">
                  <c:v>42874</c:v>
                </c:pt>
                <c:pt idx="964" c:formatCode="yyyy/m/d">
                  <c:v>42877</c:v>
                </c:pt>
                <c:pt idx="965" c:formatCode="yyyy/m/d">
                  <c:v>42878</c:v>
                </c:pt>
                <c:pt idx="966" c:formatCode="yyyy/m/d">
                  <c:v>42879</c:v>
                </c:pt>
                <c:pt idx="967" c:formatCode="yyyy/m/d">
                  <c:v>42880</c:v>
                </c:pt>
                <c:pt idx="968" c:formatCode="yyyy/m/d">
                  <c:v>42881</c:v>
                </c:pt>
                <c:pt idx="969" c:formatCode="yyyy/m/d">
                  <c:v>42886</c:v>
                </c:pt>
                <c:pt idx="970" c:formatCode="yyyy/m/d">
                  <c:v>42887</c:v>
                </c:pt>
                <c:pt idx="971" c:formatCode="yyyy/m/d">
                  <c:v>42888</c:v>
                </c:pt>
                <c:pt idx="972" c:formatCode="yyyy/m/d">
                  <c:v>42891</c:v>
                </c:pt>
                <c:pt idx="973" c:formatCode="yyyy/m/d">
                  <c:v>42892</c:v>
                </c:pt>
                <c:pt idx="974" c:formatCode="yyyy/m/d">
                  <c:v>42893</c:v>
                </c:pt>
                <c:pt idx="975" c:formatCode="yyyy/m/d">
                  <c:v>42894</c:v>
                </c:pt>
                <c:pt idx="976" c:formatCode="yyyy/m/d">
                  <c:v>42895</c:v>
                </c:pt>
                <c:pt idx="977" c:formatCode="yyyy/m/d">
                  <c:v>42898</c:v>
                </c:pt>
                <c:pt idx="978" c:formatCode="yyyy/m/d">
                  <c:v>42899</c:v>
                </c:pt>
                <c:pt idx="979" c:formatCode="yyyy/m/d">
                  <c:v>42900</c:v>
                </c:pt>
                <c:pt idx="980" c:formatCode="yyyy/m/d">
                  <c:v>42901</c:v>
                </c:pt>
                <c:pt idx="981" c:formatCode="yyyy/m/d">
                  <c:v>42902</c:v>
                </c:pt>
                <c:pt idx="982" c:formatCode="yyyy/m/d">
                  <c:v>42905</c:v>
                </c:pt>
                <c:pt idx="983" c:formatCode="yyyy/m/d">
                  <c:v>42906</c:v>
                </c:pt>
                <c:pt idx="984" c:formatCode="yyyy/m/d">
                  <c:v>42907</c:v>
                </c:pt>
                <c:pt idx="985" c:formatCode="yyyy/m/d">
                  <c:v>42908</c:v>
                </c:pt>
                <c:pt idx="986" c:formatCode="yyyy/m/d">
                  <c:v>42909</c:v>
                </c:pt>
                <c:pt idx="987" c:formatCode="yyyy/m/d">
                  <c:v>42912</c:v>
                </c:pt>
                <c:pt idx="988" c:formatCode="yyyy/m/d">
                  <c:v>42913</c:v>
                </c:pt>
                <c:pt idx="989" c:formatCode="yyyy/m/d">
                  <c:v>42914</c:v>
                </c:pt>
                <c:pt idx="990" c:formatCode="yyyy/m/d">
                  <c:v>42915</c:v>
                </c:pt>
                <c:pt idx="991" c:formatCode="yyyy/m/d">
                  <c:v>42916</c:v>
                </c:pt>
                <c:pt idx="992" c:formatCode="yyyy/m/d">
                  <c:v>42919</c:v>
                </c:pt>
                <c:pt idx="993" c:formatCode="yyyy/m/d">
                  <c:v>42920</c:v>
                </c:pt>
                <c:pt idx="994" c:formatCode="yyyy/m/d">
                  <c:v>42921</c:v>
                </c:pt>
                <c:pt idx="995" c:formatCode="yyyy/m/d">
                  <c:v>42922</c:v>
                </c:pt>
                <c:pt idx="996" c:formatCode="yyyy/m/d">
                  <c:v>42923</c:v>
                </c:pt>
                <c:pt idx="997" c:formatCode="yyyy/m/d">
                  <c:v>42926</c:v>
                </c:pt>
                <c:pt idx="998" c:formatCode="yyyy/m/d">
                  <c:v>42927</c:v>
                </c:pt>
                <c:pt idx="999" c:formatCode="yyyy/m/d">
                  <c:v>42928</c:v>
                </c:pt>
                <c:pt idx="1000" c:formatCode="yyyy/m/d">
                  <c:v>42929</c:v>
                </c:pt>
                <c:pt idx="1001" c:formatCode="yyyy/m/d">
                  <c:v>42930</c:v>
                </c:pt>
                <c:pt idx="1002" c:formatCode="yyyy/m/d">
                  <c:v>42933</c:v>
                </c:pt>
                <c:pt idx="1003" c:formatCode="yyyy/m/d">
                  <c:v>42934</c:v>
                </c:pt>
                <c:pt idx="1004" c:formatCode="yyyy/m/d">
                  <c:v>42935</c:v>
                </c:pt>
                <c:pt idx="1005" c:formatCode="yyyy/m/d">
                  <c:v>42936</c:v>
                </c:pt>
                <c:pt idx="1006" c:formatCode="yyyy/m/d">
                  <c:v>42937</c:v>
                </c:pt>
                <c:pt idx="1007" c:formatCode="yyyy/m/d">
                  <c:v>42940</c:v>
                </c:pt>
                <c:pt idx="1008" c:formatCode="yyyy/m/d">
                  <c:v>42941</c:v>
                </c:pt>
                <c:pt idx="1009" c:formatCode="yyyy/m/d">
                  <c:v>42942</c:v>
                </c:pt>
                <c:pt idx="1010" c:formatCode="yyyy/m/d">
                  <c:v>42943</c:v>
                </c:pt>
                <c:pt idx="1011" c:formatCode="yyyy/m/d">
                  <c:v>42944</c:v>
                </c:pt>
                <c:pt idx="1012" c:formatCode="yyyy/m/d">
                  <c:v>42947</c:v>
                </c:pt>
                <c:pt idx="1013" c:formatCode="yyyy/m/d">
                  <c:v>42948</c:v>
                </c:pt>
                <c:pt idx="1014" c:formatCode="yyyy/m/d">
                  <c:v>42949</c:v>
                </c:pt>
                <c:pt idx="1015" c:formatCode="yyyy/m/d">
                  <c:v>42950</c:v>
                </c:pt>
                <c:pt idx="1016" c:formatCode="yyyy/m/d">
                  <c:v>42951</c:v>
                </c:pt>
                <c:pt idx="1017" c:formatCode="yyyy/m/d">
                  <c:v>42954</c:v>
                </c:pt>
                <c:pt idx="1018" c:formatCode="yyyy/m/d">
                  <c:v>42955</c:v>
                </c:pt>
                <c:pt idx="1019" c:formatCode="yyyy/m/d">
                  <c:v>42956</c:v>
                </c:pt>
                <c:pt idx="1020" c:formatCode="yyyy/m/d">
                  <c:v>42957</c:v>
                </c:pt>
                <c:pt idx="1021" c:formatCode="yyyy/m/d">
                  <c:v>42958</c:v>
                </c:pt>
                <c:pt idx="1022" c:formatCode="yyyy/m/d">
                  <c:v>42961</c:v>
                </c:pt>
                <c:pt idx="1023" c:formatCode="yyyy/m/d">
                  <c:v>42962</c:v>
                </c:pt>
                <c:pt idx="1024" c:formatCode="yyyy/m/d">
                  <c:v>42963</c:v>
                </c:pt>
                <c:pt idx="1025" c:formatCode="yyyy/m/d">
                  <c:v>42964</c:v>
                </c:pt>
                <c:pt idx="1026" c:formatCode="yyyy/m/d">
                  <c:v>42965</c:v>
                </c:pt>
                <c:pt idx="1027" c:formatCode="yyyy/m/d">
                  <c:v>42968</c:v>
                </c:pt>
                <c:pt idx="1028" c:formatCode="yyyy/m/d">
                  <c:v>42969</c:v>
                </c:pt>
                <c:pt idx="1029" c:formatCode="yyyy/m/d">
                  <c:v>42970</c:v>
                </c:pt>
                <c:pt idx="1030" c:formatCode="yyyy/m/d">
                  <c:v>42971</c:v>
                </c:pt>
                <c:pt idx="1031" c:formatCode="yyyy/m/d">
                  <c:v>42972</c:v>
                </c:pt>
                <c:pt idx="1032" c:formatCode="yyyy/m/d">
                  <c:v>42975</c:v>
                </c:pt>
                <c:pt idx="1033" c:formatCode="yyyy/m/d">
                  <c:v>42976</c:v>
                </c:pt>
                <c:pt idx="1034" c:formatCode="yyyy/m/d">
                  <c:v>42977</c:v>
                </c:pt>
                <c:pt idx="1035" c:formatCode="yyyy/m/d">
                  <c:v>42978</c:v>
                </c:pt>
                <c:pt idx="1036" c:formatCode="yyyy/m/d">
                  <c:v>42979</c:v>
                </c:pt>
                <c:pt idx="1037" c:formatCode="yyyy/m/d">
                  <c:v>42982</c:v>
                </c:pt>
                <c:pt idx="1038" c:formatCode="yyyy/m/d">
                  <c:v>42983</c:v>
                </c:pt>
                <c:pt idx="1039" c:formatCode="yyyy/m/d">
                  <c:v>42984</c:v>
                </c:pt>
                <c:pt idx="1040" c:formatCode="yyyy/m/d">
                  <c:v>42985</c:v>
                </c:pt>
                <c:pt idx="1041" c:formatCode="yyyy/m/d">
                  <c:v>42986</c:v>
                </c:pt>
                <c:pt idx="1042" c:formatCode="yyyy/m/d">
                  <c:v>42989</c:v>
                </c:pt>
                <c:pt idx="1043" c:formatCode="yyyy/m/d">
                  <c:v>42990</c:v>
                </c:pt>
                <c:pt idx="1044" c:formatCode="yyyy/m/d">
                  <c:v>42991</c:v>
                </c:pt>
                <c:pt idx="1045" c:formatCode="yyyy/m/d">
                  <c:v>42992</c:v>
                </c:pt>
                <c:pt idx="1046" c:formatCode="yyyy/m/d">
                  <c:v>42993</c:v>
                </c:pt>
                <c:pt idx="1047" c:formatCode="yyyy/m/d">
                  <c:v>42996</c:v>
                </c:pt>
                <c:pt idx="1048" c:formatCode="yyyy/m/d">
                  <c:v>42997</c:v>
                </c:pt>
                <c:pt idx="1049" c:formatCode="yyyy/m/d">
                  <c:v>42998</c:v>
                </c:pt>
                <c:pt idx="1050" c:formatCode="yyyy/m/d">
                  <c:v>42999</c:v>
                </c:pt>
                <c:pt idx="1051" c:formatCode="yyyy/m/d">
                  <c:v>43000</c:v>
                </c:pt>
                <c:pt idx="1052" c:formatCode="yyyy/m/d">
                  <c:v>43003</c:v>
                </c:pt>
                <c:pt idx="1053" c:formatCode="yyyy/m/d">
                  <c:v>43004</c:v>
                </c:pt>
                <c:pt idx="1054" c:formatCode="yyyy/m/d">
                  <c:v>43005</c:v>
                </c:pt>
                <c:pt idx="1055" c:formatCode="yyyy/m/d">
                  <c:v>43006</c:v>
                </c:pt>
                <c:pt idx="1056" c:formatCode="yyyy/m/d">
                  <c:v>43007</c:v>
                </c:pt>
                <c:pt idx="1057" c:formatCode="yyyy/m/d">
                  <c:v>43017</c:v>
                </c:pt>
                <c:pt idx="1058" c:formatCode="yyyy/m/d">
                  <c:v>43018</c:v>
                </c:pt>
                <c:pt idx="1059" c:formatCode="yyyy/m/d">
                  <c:v>43019</c:v>
                </c:pt>
                <c:pt idx="1060" c:formatCode="yyyy/m/d">
                  <c:v>43020</c:v>
                </c:pt>
                <c:pt idx="1061" c:formatCode="yyyy/m/d">
                  <c:v>43021</c:v>
                </c:pt>
                <c:pt idx="1062" c:formatCode="yyyy/m/d">
                  <c:v>43024</c:v>
                </c:pt>
                <c:pt idx="1063" c:formatCode="yyyy/m/d">
                  <c:v>43025</c:v>
                </c:pt>
                <c:pt idx="1064" c:formatCode="yyyy/m/d">
                  <c:v>43026</c:v>
                </c:pt>
                <c:pt idx="1065" c:formatCode="yyyy/m/d">
                  <c:v>43027</c:v>
                </c:pt>
                <c:pt idx="1066" c:formatCode="yyyy/m/d">
                  <c:v>43028</c:v>
                </c:pt>
                <c:pt idx="1067" c:formatCode="yyyy/m/d">
                  <c:v>43031</c:v>
                </c:pt>
                <c:pt idx="1068" c:formatCode="yyyy/m/d">
                  <c:v>43032</c:v>
                </c:pt>
                <c:pt idx="1069" c:formatCode="yyyy/m/d">
                  <c:v>43033</c:v>
                </c:pt>
                <c:pt idx="1070" c:formatCode="yyyy/m/d">
                  <c:v>43034</c:v>
                </c:pt>
                <c:pt idx="1071" c:formatCode="yyyy/m/d">
                  <c:v>43035</c:v>
                </c:pt>
                <c:pt idx="1072" c:formatCode="yyyy/m/d">
                  <c:v>43038</c:v>
                </c:pt>
                <c:pt idx="1073" c:formatCode="yyyy/m/d">
                  <c:v>43039</c:v>
                </c:pt>
                <c:pt idx="1074" c:formatCode="yyyy/m/d">
                  <c:v>43040</c:v>
                </c:pt>
                <c:pt idx="1075" c:formatCode="yyyy/m/d">
                  <c:v>43041</c:v>
                </c:pt>
                <c:pt idx="1076" c:formatCode="yyyy/m/d">
                  <c:v>43042</c:v>
                </c:pt>
                <c:pt idx="1077" c:formatCode="yyyy/m/d">
                  <c:v>43045</c:v>
                </c:pt>
                <c:pt idx="1078" c:formatCode="yyyy/m/d">
                  <c:v>43046</c:v>
                </c:pt>
                <c:pt idx="1079" c:formatCode="yyyy/m/d">
                  <c:v>43047</c:v>
                </c:pt>
                <c:pt idx="1080" c:formatCode="yyyy/m/d">
                  <c:v>43048</c:v>
                </c:pt>
                <c:pt idx="1081" c:formatCode="yyyy/m/d">
                  <c:v>43049</c:v>
                </c:pt>
                <c:pt idx="1082" c:formatCode="yyyy/m/d">
                  <c:v>43052</c:v>
                </c:pt>
                <c:pt idx="1083" c:formatCode="yyyy/m/d">
                  <c:v>43053</c:v>
                </c:pt>
                <c:pt idx="1084" c:formatCode="yyyy/m/d">
                  <c:v>43054</c:v>
                </c:pt>
                <c:pt idx="1085" c:formatCode="yyyy/m/d">
                  <c:v>43055</c:v>
                </c:pt>
                <c:pt idx="1086" c:formatCode="yyyy/m/d">
                  <c:v>43056</c:v>
                </c:pt>
                <c:pt idx="1087" c:formatCode="yyyy/m/d">
                  <c:v>43059</c:v>
                </c:pt>
                <c:pt idx="1088" c:formatCode="yyyy/m/d">
                  <c:v>43060</c:v>
                </c:pt>
                <c:pt idx="1089" c:formatCode="yyyy/m/d">
                  <c:v>43061</c:v>
                </c:pt>
                <c:pt idx="1090" c:formatCode="yyyy/m/d">
                  <c:v>43062</c:v>
                </c:pt>
                <c:pt idx="1091" c:formatCode="yyyy/m/d">
                  <c:v>43063</c:v>
                </c:pt>
                <c:pt idx="1092" c:formatCode="yyyy/m/d">
                  <c:v>43066</c:v>
                </c:pt>
                <c:pt idx="1093" c:formatCode="yyyy/m/d">
                  <c:v>43067</c:v>
                </c:pt>
                <c:pt idx="1094" c:formatCode="yyyy/m/d">
                  <c:v>43068</c:v>
                </c:pt>
                <c:pt idx="1095" c:formatCode="yyyy/m/d">
                  <c:v>43069</c:v>
                </c:pt>
                <c:pt idx="1096" c:formatCode="yyyy/m/d">
                  <c:v>43070</c:v>
                </c:pt>
                <c:pt idx="1097" c:formatCode="yyyy/m/d">
                  <c:v>43073</c:v>
                </c:pt>
                <c:pt idx="1098" c:formatCode="yyyy/m/d">
                  <c:v>43074</c:v>
                </c:pt>
                <c:pt idx="1099" c:formatCode="yyyy/m/d">
                  <c:v>43075</c:v>
                </c:pt>
                <c:pt idx="1100" c:formatCode="yyyy/m/d">
                  <c:v>43076</c:v>
                </c:pt>
                <c:pt idx="1101" c:formatCode="yyyy/m/d">
                  <c:v>43077</c:v>
                </c:pt>
                <c:pt idx="1102" c:formatCode="yyyy/m/d">
                  <c:v>43080</c:v>
                </c:pt>
                <c:pt idx="1103" c:formatCode="yyyy/m/d">
                  <c:v>43081</c:v>
                </c:pt>
                <c:pt idx="1104" c:formatCode="yyyy/m/d">
                  <c:v>43082</c:v>
                </c:pt>
                <c:pt idx="1105" c:formatCode="yyyy/m/d">
                  <c:v>43083</c:v>
                </c:pt>
                <c:pt idx="1106" c:formatCode="yyyy/m/d">
                  <c:v>43084</c:v>
                </c:pt>
                <c:pt idx="1107" c:formatCode="yyyy/m/d">
                  <c:v>43087</c:v>
                </c:pt>
                <c:pt idx="1108" c:formatCode="yyyy/m/d">
                  <c:v>43088</c:v>
                </c:pt>
                <c:pt idx="1109" c:formatCode="yyyy/m/d">
                  <c:v>43089</c:v>
                </c:pt>
                <c:pt idx="1110" c:formatCode="yyyy/m/d">
                  <c:v>43090</c:v>
                </c:pt>
                <c:pt idx="1111" c:formatCode="yyyy/m/d">
                  <c:v>43091</c:v>
                </c:pt>
                <c:pt idx="1112" c:formatCode="yyyy/m/d">
                  <c:v>43094</c:v>
                </c:pt>
                <c:pt idx="1113" c:formatCode="yyyy/m/d">
                  <c:v>43095</c:v>
                </c:pt>
                <c:pt idx="1114" c:formatCode="yyyy/m/d">
                  <c:v>43096</c:v>
                </c:pt>
                <c:pt idx="1115" c:formatCode="yyyy/m/d">
                  <c:v>43097</c:v>
                </c:pt>
                <c:pt idx="1116" c:formatCode="yyyy/m/d">
                  <c:v>43098</c:v>
                </c:pt>
                <c:pt idx="1117" c:formatCode="yyyy/m/d">
                  <c:v>43102</c:v>
                </c:pt>
                <c:pt idx="1118" c:formatCode="yyyy/m/d">
                  <c:v>43103</c:v>
                </c:pt>
                <c:pt idx="1119" c:formatCode="yyyy/m/d">
                  <c:v>43104</c:v>
                </c:pt>
                <c:pt idx="1120" c:formatCode="yyyy/m/d">
                  <c:v>43105</c:v>
                </c:pt>
                <c:pt idx="1121" c:formatCode="yyyy/m/d">
                  <c:v>43108</c:v>
                </c:pt>
                <c:pt idx="1122" c:formatCode="yyyy/m/d">
                  <c:v>43109</c:v>
                </c:pt>
                <c:pt idx="1123" c:formatCode="yyyy/m/d">
                  <c:v>43110</c:v>
                </c:pt>
                <c:pt idx="1124" c:formatCode="yyyy/m/d">
                  <c:v>43111</c:v>
                </c:pt>
                <c:pt idx="1125" c:formatCode="yyyy/m/d">
                  <c:v>43112</c:v>
                </c:pt>
                <c:pt idx="1126" c:formatCode="yyyy/m/d">
                  <c:v>43115</c:v>
                </c:pt>
                <c:pt idx="1127" c:formatCode="yyyy/m/d">
                  <c:v>43116</c:v>
                </c:pt>
                <c:pt idx="1128" c:formatCode="yyyy/m/d">
                  <c:v>43117</c:v>
                </c:pt>
                <c:pt idx="1129" c:formatCode="yyyy/m/d">
                  <c:v>43118</c:v>
                </c:pt>
                <c:pt idx="1130" c:formatCode="yyyy/m/d">
                  <c:v>43119</c:v>
                </c:pt>
                <c:pt idx="1131" c:formatCode="yyyy/m/d">
                  <c:v>43122</c:v>
                </c:pt>
                <c:pt idx="1132" c:formatCode="yyyy/m/d">
                  <c:v>43123</c:v>
                </c:pt>
                <c:pt idx="1133" c:formatCode="yyyy/m/d">
                  <c:v>43124</c:v>
                </c:pt>
                <c:pt idx="1134" c:formatCode="yyyy/m/d">
                  <c:v>43125</c:v>
                </c:pt>
                <c:pt idx="1135" c:formatCode="yyyy/m/d">
                  <c:v>43126</c:v>
                </c:pt>
                <c:pt idx="1136" c:formatCode="yyyy/m/d">
                  <c:v>43129</c:v>
                </c:pt>
                <c:pt idx="1137" c:formatCode="yyyy/m/d">
                  <c:v>43130</c:v>
                </c:pt>
                <c:pt idx="1138" c:formatCode="yyyy/m/d">
                  <c:v>43131</c:v>
                </c:pt>
                <c:pt idx="1139" c:formatCode="yyyy/m/d">
                  <c:v>43132</c:v>
                </c:pt>
                <c:pt idx="1140" c:formatCode="yyyy/m/d">
                  <c:v>43133</c:v>
                </c:pt>
                <c:pt idx="1141" c:formatCode="yyyy/m/d">
                  <c:v>43136</c:v>
                </c:pt>
                <c:pt idx="1142" c:formatCode="yyyy/m/d">
                  <c:v>43137</c:v>
                </c:pt>
                <c:pt idx="1143" c:formatCode="yyyy/m/d">
                  <c:v>43138</c:v>
                </c:pt>
                <c:pt idx="1144" c:formatCode="yyyy/m/d">
                  <c:v>43139</c:v>
                </c:pt>
                <c:pt idx="1145" c:formatCode="yyyy/m/d">
                  <c:v>43140</c:v>
                </c:pt>
                <c:pt idx="1146" c:formatCode="yyyy/m/d">
                  <c:v>43143</c:v>
                </c:pt>
                <c:pt idx="1147" c:formatCode="yyyy/m/d">
                  <c:v>43144</c:v>
                </c:pt>
                <c:pt idx="1148" c:formatCode="yyyy/m/d">
                  <c:v>43145</c:v>
                </c:pt>
                <c:pt idx="1149" c:formatCode="yyyy/m/d">
                  <c:v>43153</c:v>
                </c:pt>
                <c:pt idx="1150" c:formatCode="yyyy/m/d">
                  <c:v>43154</c:v>
                </c:pt>
                <c:pt idx="1151" c:formatCode="yyyy/m/d">
                  <c:v>43157</c:v>
                </c:pt>
                <c:pt idx="1152" c:formatCode="yyyy/m/d">
                  <c:v>43158</c:v>
                </c:pt>
                <c:pt idx="1153" c:formatCode="yyyy/m/d">
                  <c:v>43159</c:v>
                </c:pt>
                <c:pt idx="1154" c:formatCode="yyyy/m/d">
                  <c:v>43160</c:v>
                </c:pt>
                <c:pt idx="1155" c:formatCode="yyyy/m/d">
                  <c:v>43161</c:v>
                </c:pt>
                <c:pt idx="1156" c:formatCode="yyyy/m/d">
                  <c:v>43164</c:v>
                </c:pt>
                <c:pt idx="1157" c:formatCode="yyyy/m/d">
                  <c:v>43165</c:v>
                </c:pt>
                <c:pt idx="1158" c:formatCode="yyyy/m/d">
                  <c:v>43166</c:v>
                </c:pt>
                <c:pt idx="1159" c:formatCode="yyyy/m/d">
                  <c:v>43167</c:v>
                </c:pt>
                <c:pt idx="1160" c:formatCode="yyyy/m/d">
                  <c:v>43168</c:v>
                </c:pt>
                <c:pt idx="1161" c:formatCode="yyyy/m/d">
                  <c:v>43171</c:v>
                </c:pt>
                <c:pt idx="1162" c:formatCode="yyyy/m/d">
                  <c:v>43172</c:v>
                </c:pt>
                <c:pt idx="1163" c:formatCode="yyyy/m/d">
                  <c:v>43173</c:v>
                </c:pt>
                <c:pt idx="1164" c:formatCode="yyyy/m/d">
                  <c:v>43174</c:v>
                </c:pt>
                <c:pt idx="1165" c:formatCode="yyyy/m/d">
                  <c:v>43175</c:v>
                </c:pt>
                <c:pt idx="1166" c:formatCode="yyyy/m/d">
                  <c:v>43178</c:v>
                </c:pt>
                <c:pt idx="1167" c:formatCode="yyyy/m/d">
                  <c:v>43179</c:v>
                </c:pt>
                <c:pt idx="1168" c:formatCode="yyyy/m/d">
                  <c:v>43180</c:v>
                </c:pt>
                <c:pt idx="1169" c:formatCode="yyyy/m/d">
                  <c:v>43181</c:v>
                </c:pt>
                <c:pt idx="1170" c:formatCode="yyyy/m/d">
                  <c:v>43182</c:v>
                </c:pt>
                <c:pt idx="1171" c:formatCode="yyyy/m/d">
                  <c:v>43185</c:v>
                </c:pt>
                <c:pt idx="1172" c:formatCode="yyyy/m/d">
                  <c:v>43186</c:v>
                </c:pt>
                <c:pt idx="1173" c:formatCode="yyyy/m/d">
                  <c:v>43187</c:v>
                </c:pt>
                <c:pt idx="1174" c:formatCode="yyyy/m/d">
                  <c:v>43188</c:v>
                </c:pt>
                <c:pt idx="1175" c:formatCode="yyyy/m/d">
                  <c:v>43189</c:v>
                </c:pt>
                <c:pt idx="1176" c:formatCode="yyyy/m/d">
                  <c:v>43192</c:v>
                </c:pt>
                <c:pt idx="1177" c:formatCode="yyyy/m/d">
                  <c:v>43193</c:v>
                </c:pt>
                <c:pt idx="1178" c:formatCode="yyyy/m/d">
                  <c:v>43194</c:v>
                </c:pt>
                <c:pt idx="1179" c:formatCode="yyyy/m/d">
                  <c:v>43199</c:v>
                </c:pt>
                <c:pt idx="1180" c:formatCode="yyyy/m/d">
                  <c:v>43200</c:v>
                </c:pt>
                <c:pt idx="1181" c:formatCode="yyyy/m/d">
                  <c:v>43201</c:v>
                </c:pt>
                <c:pt idx="1182" c:formatCode="yyyy/m/d">
                  <c:v>43202</c:v>
                </c:pt>
                <c:pt idx="1183" c:formatCode="yyyy/m/d">
                  <c:v>43203</c:v>
                </c:pt>
                <c:pt idx="1184" c:formatCode="yyyy/m/d">
                  <c:v>43206</c:v>
                </c:pt>
                <c:pt idx="1185" c:formatCode="yyyy/m/d">
                  <c:v>43207</c:v>
                </c:pt>
                <c:pt idx="1186" c:formatCode="yyyy/m/d">
                  <c:v>43208</c:v>
                </c:pt>
                <c:pt idx="1187" c:formatCode="yyyy/m/d">
                  <c:v>43209</c:v>
                </c:pt>
                <c:pt idx="1188" c:formatCode="yyyy/m/d">
                  <c:v>43210</c:v>
                </c:pt>
                <c:pt idx="1189" c:formatCode="yyyy/m/d">
                  <c:v>43213</c:v>
                </c:pt>
                <c:pt idx="1190" c:formatCode="yyyy/m/d">
                  <c:v>43214</c:v>
                </c:pt>
                <c:pt idx="1191" c:formatCode="yyyy/m/d">
                  <c:v>43215</c:v>
                </c:pt>
                <c:pt idx="1192" c:formatCode="yyyy/m/d">
                  <c:v>43216</c:v>
                </c:pt>
                <c:pt idx="1193" c:formatCode="yyyy/m/d">
                  <c:v>43217</c:v>
                </c:pt>
                <c:pt idx="1194" c:formatCode="yyyy/m/d">
                  <c:v>43222</c:v>
                </c:pt>
                <c:pt idx="1195" c:formatCode="yyyy/m/d">
                  <c:v>43223</c:v>
                </c:pt>
                <c:pt idx="1196" c:formatCode="yyyy/m/d">
                  <c:v>43224</c:v>
                </c:pt>
                <c:pt idx="1197" c:formatCode="yyyy/m/d">
                  <c:v>43227</c:v>
                </c:pt>
                <c:pt idx="1198" c:formatCode="yyyy/m/d">
                  <c:v>43228</c:v>
                </c:pt>
                <c:pt idx="1199" c:formatCode="yyyy/m/d">
                  <c:v>43229</c:v>
                </c:pt>
                <c:pt idx="1200" c:formatCode="yyyy/m/d">
                  <c:v>43230</c:v>
                </c:pt>
                <c:pt idx="1201" c:formatCode="yyyy/m/d">
                  <c:v>43231</c:v>
                </c:pt>
                <c:pt idx="1202" c:formatCode="yyyy/m/d">
                  <c:v>43234</c:v>
                </c:pt>
                <c:pt idx="1203" c:formatCode="yyyy/m/d">
                  <c:v>43235</c:v>
                </c:pt>
                <c:pt idx="1204" c:formatCode="yyyy/m/d">
                  <c:v>43236</c:v>
                </c:pt>
                <c:pt idx="1205" c:formatCode="yyyy/m/d">
                  <c:v>43237</c:v>
                </c:pt>
                <c:pt idx="1206" c:formatCode="yyyy/m/d">
                  <c:v>43238</c:v>
                </c:pt>
                <c:pt idx="1207" c:formatCode="yyyy/m/d">
                  <c:v>43241</c:v>
                </c:pt>
                <c:pt idx="1208" c:formatCode="yyyy/m/d">
                  <c:v>43242</c:v>
                </c:pt>
                <c:pt idx="1209" c:formatCode="yyyy/m/d">
                  <c:v>43243</c:v>
                </c:pt>
                <c:pt idx="1210" c:formatCode="yyyy/m/d">
                  <c:v>43244</c:v>
                </c:pt>
                <c:pt idx="1211" c:formatCode="yyyy/m/d">
                  <c:v>43245</c:v>
                </c:pt>
                <c:pt idx="1212" c:formatCode="yyyy/m/d">
                  <c:v>43248</c:v>
                </c:pt>
                <c:pt idx="1213" c:formatCode="yyyy/m/d">
                  <c:v>43249</c:v>
                </c:pt>
                <c:pt idx="1214" c:formatCode="yyyy/m/d">
                  <c:v>43250</c:v>
                </c:pt>
                <c:pt idx="1215" c:formatCode="yyyy/m/d">
                  <c:v>43251</c:v>
                </c:pt>
                <c:pt idx="1216" c:formatCode="yyyy/m/d">
                  <c:v>43252</c:v>
                </c:pt>
                <c:pt idx="1217" c:formatCode="yyyy/m/d">
                  <c:v>43255</c:v>
                </c:pt>
                <c:pt idx="1218" c:formatCode="yyyy/m/d">
                  <c:v>43256</c:v>
                </c:pt>
                <c:pt idx="1219" c:formatCode="yyyy/m/d">
                  <c:v>43257</c:v>
                </c:pt>
                <c:pt idx="1220" c:formatCode="yyyy/m/d">
                  <c:v>43258</c:v>
                </c:pt>
                <c:pt idx="1221" c:formatCode="yyyy/m/d">
                  <c:v>43259</c:v>
                </c:pt>
                <c:pt idx="1222" c:formatCode="yyyy/m/d">
                  <c:v>43262</c:v>
                </c:pt>
                <c:pt idx="1223" c:formatCode="yyyy/m/d">
                  <c:v>43263</c:v>
                </c:pt>
                <c:pt idx="1224" c:formatCode="yyyy/m/d">
                  <c:v>43264</c:v>
                </c:pt>
                <c:pt idx="1225" c:formatCode="yyyy/m/d">
                  <c:v>43265</c:v>
                </c:pt>
                <c:pt idx="1226" c:formatCode="yyyy/m/d">
                  <c:v>43266</c:v>
                </c:pt>
                <c:pt idx="1227" c:formatCode="yyyy/m/d">
                  <c:v>43270</c:v>
                </c:pt>
                <c:pt idx="1228" c:formatCode="yyyy/m/d">
                  <c:v>43271</c:v>
                </c:pt>
                <c:pt idx="1229" c:formatCode="yyyy/m/d">
                  <c:v>43272</c:v>
                </c:pt>
                <c:pt idx="1230" c:formatCode="yyyy/m/d">
                  <c:v>43273</c:v>
                </c:pt>
                <c:pt idx="1231" c:formatCode="yyyy/m/d">
                  <c:v>43276</c:v>
                </c:pt>
                <c:pt idx="1232" c:formatCode="yyyy/m/d">
                  <c:v>43277</c:v>
                </c:pt>
                <c:pt idx="1233" c:formatCode="yyyy/m/d">
                  <c:v>43278</c:v>
                </c:pt>
                <c:pt idx="1234" c:formatCode="yyyy/m/d">
                  <c:v>43279</c:v>
                </c:pt>
                <c:pt idx="1235" c:formatCode="yyyy/m/d">
                  <c:v>43280</c:v>
                </c:pt>
                <c:pt idx="1236" c:formatCode="yyyy/m/d">
                  <c:v>43283</c:v>
                </c:pt>
                <c:pt idx="1237" c:formatCode="yyyy/m/d">
                  <c:v>43284</c:v>
                </c:pt>
                <c:pt idx="1238" c:formatCode="yyyy/m/d">
                  <c:v>43285</c:v>
                </c:pt>
                <c:pt idx="1239" c:formatCode="yyyy/m/d">
                  <c:v>43286</c:v>
                </c:pt>
                <c:pt idx="1240" c:formatCode="yyyy/m/d">
                  <c:v>43287</c:v>
                </c:pt>
                <c:pt idx="1241" c:formatCode="yyyy/m/d">
                  <c:v>43290</c:v>
                </c:pt>
                <c:pt idx="1242" c:formatCode="yyyy/m/d">
                  <c:v>43291</c:v>
                </c:pt>
                <c:pt idx="1243" c:formatCode="yyyy/m/d">
                  <c:v>43292</c:v>
                </c:pt>
                <c:pt idx="1244" c:formatCode="yyyy/m/d">
                  <c:v>43293</c:v>
                </c:pt>
                <c:pt idx="1245" c:formatCode="yyyy/m/d">
                  <c:v>43294</c:v>
                </c:pt>
                <c:pt idx="1246" c:formatCode="yyyy/m/d">
                  <c:v>43297</c:v>
                </c:pt>
                <c:pt idx="1247" c:formatCode="yyyy/m/d">
                  <c:v>43298</c:v>
                </c:pt>
                <c:pt idx="1248" c:formatCode="yyyy/m/d">
                  <c:v>43299</c:v>
                </c:pt>
                <c:pt idx="1249" c:formatCode="yyyy/m/d">
                  <c:v>43300</c:v>
                </c:pt>
                <c:pt idx="1250" c:formatCode="yyyy/m/d">
                  <c:v>43301</c:v>
                </c:pt>
                <c:pt idx="1251" c:formatCode="yyyy/m/d">
                  <c:v>43304</c:v>
                </c:pt>
                <c:pt idx="1252" c:formatCode="yyyy/m/d">
                  <c:v>43305</c:v>
                </c:pt>
                <c:pt idx="1253" c:formatCode="yyyy/m/d">
                  <c:v>43306</c:v>
                </c:pt>
                <c:pt idx="1254" c:formatCode="yyyy/m/d">
                  <c:v>43307</c:v>
                </c:pt>
                <c:pt idx="1255" c:formatCode="yyyy/m/d">
                  <c:v>43308</c:v>
                </c:pt>
                <c:pt idx="1256" c:formatCode="yyyy/m/d">
                  <c:v>43311</c:v>
                </c:pt>
                <c:pt idx="1257" c:formatCode="yyyy/m/d">
                  <c:v>43312</c:v>
                </c:pt>
                <c:pt idx="1258" c:formatCode="yyyy/m/d">
                  <c:v>43313</c:v>
                </c:pt>
                <c:pt idx="1259" c:formatCode="yyyy/m/d">
                  <c:v>43314</c:v>
                </c:pt>
                <c:pt idx="1260" c:formatCode="yyyy/m/d">
                  <c:v>43315</c:v>
                </c:pt>
                <c:pt idx="1261" c:formatCode="yyyy/m/d">
                  <c:v>43318</c:v>
                </c:pt>
                <c:pt idx="1262" c:formatCode="yyyy/m/d">
                  <c:v>43319</c:v>
                </c:pt>
                <c:pt idx="1263" c:formatCode="yyyy/m/d">
                  <c:v>43320</c:v>
                </c:pt>
                <c:pt idx="1264" c:formatCode="yyyy/m/d">
                  <c:v>43321</c:v>
                </c:pt>
                <c:pt idx="1265" c:formatCode="yyyy/m/d">
                  <c:v>43322</c:v>
                </c:pt>
                <c:pt idx="1266" c:formatCode="yyyy/m/d">
                  <c:v>43325</c:v>
                </c:pt>
                <c:pt idx="1267" c:formatCode="yyyy/m/d">
                  <c:v>43326</c:v>
                </c:pt>
                <c:pt idx="1268" c:formatCode="yyyy/m/d">
                  <c:v>43327</c:v>
                </c:pt>
                <c:pt idx="1269" c:formatCode="yyyy/m/d">
                  <c:v>43328</c:v>
                </c:pt>
                <c:pt idx="1270" c:formatCode="yyyy/m/d">
                  <c:v>43329</c:v>
                </c:pt>
                <c:pt idx="1271" c:formatCode="yyyy/m/d">
                  <c:v>43332</c:v>
                </c:pt>
                <c:pt idx="1272" c:formatCode="yyyy/m/d">
                  <c:v>43333</c:v>
                </c:pt>
                <c:pt idx="1273" c:formatCode="yyyy/m/d">
                  <c:v>43334</c:v>
                </c:pt>
                <c:pt idx="1274" c:formatCode="yyyy/m/d">
                  <c:v>43335</c:v>
                </c:pt>
                <c:pt idx="1275" c:formatCode="yyyy/m/d">
                  <c:v>43336</c:v>
                </c:pt>
                <c:pt idx="1276" c:formatCode="yyyy/m/d">
                  <c:v>43339</c:v>
                </c:pt>
                <c:pt idx="1277" c:formatCode="yyyy/m/d">
                  <c:v>43340</c:v>
                </c:pt>
                <c:pt idx="1278" c:formatCode="yyyy/m/d">
                  <c:v>43341</c:v>
                </c:pt>
                <c:pt idx="1279" c:formatCode="yyyy/m/d">
                  <c:v>43342</c:v>
                </c:pt>
                <c:pt idx="1280" c:formatCode="yyyy/m/d">
                  <c:v>43343</c:v>
                </c:pt>
                <c:pt idx="1281" c:formatCode="yyyy/m/d">
                  <c:v>43346</c:v>
                </c:pt>
                <c:pt idx="1282" c:formatCode="yyyy/m/d">
                  <c:v>43347</c:v>
                </c:pt>
                <c:pt idx="1283" c:formatCode="yyyy/m/d">
                  <c:v>43348</c:v>
                </c:pt>
                <c:pt idx="1284" c:formatCode="yyyy/m/d">
                  <c:v>43349</c:v>
                </c:pt>
                <c:pt idx="1285" c:formatCode="yyyy/m/d">
                  <c:v>43350</c:v>
                </c:pt>
                <c:pt idx="1286" c:formatCode="yyyy/m/d">
                  <c:v>43353</c:v>
                </c:pt>
                <c:pt idx="1287" c:formatCode="yyyy/m/d">
                  <c:v>43354</c:v>
                </c:pt>
                <c:pt idx="1288" c:formatCode="yyyy/m/d">
                  <c:v>43355</c:v>
                </c:pt>
                <c:pt idx="1289" c:formatCode="yyyy/m/d">
                  <c:v>43356</c:v>
                </c:pt>
                <c:pt idx="1290" c:formatCode="yyyy/m/d">
                  <c:v>43357</c:v>
                </c:pt>
                <c:pt idx="1291" c:formatCode="yyyy/m/d">
                  <c:v>43360</c:v>
                </c:pt>
                <c:pt idx="1292" c:formatCode="yyyy/m/d">
                  <c:v>43361</c:v>
                </c:pt>
                <c:pt idx="1293" c:formatCode="yyyy/m/d">
                  <c:v>43362</c:v>
                </c:pt>
                <c:pt idx="1294" c:formatCode="yyyy/m/d">
                  <c:v>43363</c:v>
                </c:pt>
                <c:pt idx="1295" c:formatCode="yyyy/m/d">
                  <c:v>43364</c:v>
                </c:pt>
                <c:pt idx="1296" c:formatCode="yyyy/m/d">
                  <c:v>43368</c:v>
                </c:pt>
                <c:pt idx="1297" c:formatCode="yyyy/m/d">
                  <c:v>43369</c:v>
                </c:pt>
                <c:pt idx="1298" c:formatCode="yyyy/m/d">
                  <c:v>43370</c:v>
                </c:pt>
                <c:pt idx="1299" c:formatCode="yyyy/m/d">
                  <c:v>43371</c:v>
                </c:pt>
                <c:pt idx="1300" c:formatCode="yyyy/m/d">
                  <c:v>43381</c:v>
                </c:pt>
                <c:pt idx="1301" c:formatCode="yyyy/m/d">
                  <c:v>43382</c:v>
                </c:pt>
                <c:pt idx="1302" c:formatCode="yyyy/m/d">
                  <c:v>43383</c:v>
                </c:pt>
                <c:pt idx="1303" c:formatCode="yyyy/m/d">
                  <c:v>43384</c:v>
                </c:pt>
                <c:pt idx="1304" c:formatCode="yyyy/m/d">
                  <c:v>43385</c:v>
                </c:pt>
                <c:pt idx="1305" c:formatCode="yyyy/m/d">
                  <c:v>43388</c:v>
                </c:pt>
                <c:pt idx="1306" c:formatCode="yyyy/m/d">
                  <c:v>43389</c:v>
                </c:pt>
                <c:pt idx="1307" c:formatCode="yyyy/m/d">
                  <c:v>43390</c:v>
                </c:pt>
                <c:pt idx="1308" c:formatCode="yyyy/m/d">
                  <c:v>43391</c:v>
                </c:pt>
                <c:pt idx="1309" c:formatCode="yyyy/m/d">
                  <c:v>43392</c:v>
                </c:pt>
                <c:pt idx="1310" c:formatCode="yyyy/m/d">
                  <c:v>43395</c:v>
                </c:pt>
                <c:pt idx="1311" c:formatCode="yyyy/m/d">
                  <c:v>43396</c:v>
                </c:pt>
                <c:pt idx="1312" c:formatCode="yyyy/m/d">
                  <c:v>43397</c:v>
                </c:pt>
                <c:pt idx="1313" c:formatCode="yyyy/m/d">
                  <c:v>43398</c:v>
                </c:pt>
                <c:pt idx="1314" c:formatCode="yyyy/m/d">
                  <c:v>43399</c:v>
                </c:pt>
                <c:pt idx="1315" c:formatCode="yyyy/m/d">
                  <c:v>43402</c:v>
                </c:pt>
                <c:pt idx="1316" c:formatCode="yyyy/m/d">
                  <c:v>43403</c:v>
                </c:pt>
                <c:pt idx="1317" c:formatCode="yyyy/m/d">
                  <c:v>43404</c:v>
                </c:pt>
                <c:pt idx="1318" c:formatCode="yyyy/m/d">
                  <c:v>43405</c:v>
                </c:pt>
                <c:pt idx="1319" c:formatCode="yyyy/m/d">
                  <c:v>43406</c:v>
                </c:pt>
                <c:pt idx="1320" c:formatCode="yyyy/m/d">
                  <c:v>43409</c:v>
                </c:pt>
                <c:pt idx="1321" c:formatCode="yyyy/m/d">
                  <c:v>43410</c:v>
                </c:pt>
                <c:pt idx="1322" c:formatCode="yyyy/m/d">
                  <c:v>43411</c:v>
                </c:pt>
                <c:pt idx="1323" c:formatCode="yyyy/m/d">
                  <c:v>43412</c:v>
                </c:pt>
                <c:pt idx="1324" c:formatCode="yyyy/m/d">
                  <c:v>43413</c:v>
                </c:pt>
                <c:pt idx="1325" c:formatCode="yyyy/m/d">
                  <c:v>43416</c:v>
                </c:pt>
                <c:pt idx="1326" c:formatCode="yyyy/m/d">
                  <c:v>43417</c:v>
                </c:pt>
                <c:pt idx="1327" c:formatCode="yyyy/m/d">
                  <c:v>43418</c:v>
                </c:pt>
                <c:pt idx="1328" c:formatCode="yyyy/m/d">
                  <c:v>43419</c:v>
                </c:pt>
                <c:pt idx="1329" c:formatCode="yyyy/m/d">
                  <c:v>43420</c:v>
                </c:pt>
                <c:pt idx="1330" c:formatCode="yyyy/m/d">
                  <c:v>43423</c:v>
                </c:pt>
                <c:pt idx="1331" c:formatCode="yyyy/m/d">
                  <c:v>43424</c:v>
                </c:pt>
                <c:pt idx="1332" c:formatCode="yyyy/m/d">
                  <c:v>43425</c:v>
                </c:pt>
                <c:pt idx="1333" c:formatCode="yyyy/m/d">
                  <c:v>43426</c:v>
                </c:pt>
                <c:pt idx="1334" c:formatCode="yyyy/m/d">
                  <c:v>43427</c:v>
                </c:pt>
                <c:pt idx="1335" c:formatCode="yyyy/m/d">
                  <c:v>43430</c:v>
                </c:pt>
                <c:pt idx="1336" c:formatCode="yyyy/m/d">
                  <c:v>43431</c:v>
                </c:pt>
                <c:pt idx="1337" c:formatCode="yyyy/m/d">
                  <c:v>43432</c:v>
                </c:pt>
                <c:pt idx="1338" c:formatCode="yyyy/m/d">
                  <c:v>43433</c:v>
                </c:pt>
                <c:pt idx="1339" c:formatCode="yyyy/m/d">
                  <c:v>43434</c:v>
                </c:pt>
                <c:pt idx="1340" c:formatCode="yyyy/m/d">
                  <c:v>43437</c:v>
                </c:pt>
                <c:pt idx="1341" c:formatCode="yyyy/m/d">
                  <c:v>43438</c:v>
                </c:pt>
                <c:pt idx="1342" c:formatCode="yyyy/m/d">
                  <c:v>43439</c:v>
                </c:pt>
                <c:pt idx="1343" c:formatCode="yyyy/m/d">
                  <c:v>43440</c:v>
                </c:pt>
                <c:pt idx="1344" c:formatCode="yyyy/m/d">
                  <c:v>43441</c:v>
                </c:pt>
                <c:pt idx="1345" c:formatCode="yyyy/m/d">
                  <c:v>43444</c:v>
                </c:pt>
                <c:pt idx="1346" c:formatCode="yyyy/m/d">
                  <c:v>43445</c:v>
                </c:pt>
                <c:pt idx="1347" c:formatCode="yyyy/m/d">
                  <c:v>43446</c:v>
                </c:pt>
                <c:pt idx="1348" c:formatCode="yyyy/m/d">
                  <c:v>43447</c:v>
                </c:pt>
                <c:pt idx="1349" c:formatCode="yyyy/m/d">
                  <c:v>43448</c:v>
                </c:pt>
                <c:pt idx="1350" c:formatCode="yyyy/m/d">
                  <c:v>43451</c:v>
                </c:pt>
                <c:pt idx="1351" c:formatCode="yyyy/m/d">
                  <c:v>43452</c:v>
                </c:pt>
                <c:pt idx="1352" c:formatCode="yyyy/m/d">
                  <c:v>43453</c:v>
                </c:pt>
                <c:pt idx="1353" c:formatCode="yyyy/m/d">
                  <c:v>43454</c:v>
                </c:pt>
                <c:pt idx="1354" c:formatCode="yyyy/m/d">
                  <c:v>43455</c:v>
                </c:pt>
                <c:pt idx="1355" c:formatCode="yyyy/m/d">
                  <c:v>43458</c:v>
                </c:pt>
                <c:pt idx="1356" c:formatCode="yyyy/m/d">
                  <c:v>43459</c:v>
                </c:pt>
                <c:pt idx="1357" c:formatCode="yyyy/m/d">
                  <c:v>43460</c:v>
                </c:pt>
                <c:pt idx="1358" c:formatCode="yyyy/m/d">
                  <c:v>43461</c:v>
                </c:pt>
                <c:pt idx="1359" c:formatCode="yyyy/m/d">
                  <c:v>43462</c:v>
                </c:pt>
                <c:pt idx="1360" c:formatCode="yyyy/m/d">
                  <c:v>43467</c:v>
                </c:pt>
                <c:pt idx="1361" c:formatCode="yyyy/m/d">
                  <c:v>43468</c:v>
                </c:pt>
                <c:pt idx="1362" c:formatCode="yyyy/m/d">
                  <c:v>43469</c:v>
                </c:pt>
                <c:pt idx="1363" c:formatCode="yyyy/m/d">
                  <c:v>43472</c:v>
                </c:pt>
                <c:pt idx="1364" c:formatCode="yyyy/m/d">
                  <c:v>43473</c:v>
                </c:pt>
                <c:pt idx="1365" c:formatCode="yyyy/m/d">
                  <c:v>43474</c:v>
                </c:pt>
                <c:pt idx="1366" c:formatCode="yyyy/m/d">
                  <c:v>43475</c:v>
                </c:pt>
                <c:pt idx="1367" c:formatCode="yyyy/m/d">
                  <c:v>43476</c:v>
                </c:pt>
                <c:pt idx="1368" c:formatCode="yyyy/m/d">
                  <c:v>43479</c:v>
                </c:pt>
                <c:pt idx="1369" c:formatCode="yyyy/m/d">
                  <c:v>43480</c:v>
                </c:pt>
                <c:pt idx="1370" c:formatCode="yyyy/m/d">
                  <c:v>43481</c:v>
                </c:pt>
                <c:pt idx="1371" c:formatCode="yyyy/m/d">
                  <c:v>43482</c:v>
                </c:pt>
                <c:pt idx="1372" c:formatCode="yyyy/m/d">
                  <c:v>43483</c:v>
                </c:pt>
                <c:pt idx="1373" c:formatCode="yyyy/m/d">
                  <c:v>43486</c:v>
                </c:pt>
                <c:pt idx="1374" c:formatCode="yyyy/m/d">
                  <c:v>43487</c:v>
                </c:pt>
                <c:pt idx="1375" c:formatCode="yyyy/m/d">
                  <c:v>43488</c:v>
                </c:pt>
                <c:pt idx="1376" c:formatCode="yyyy/m/d">
                  <c:v>43489</c:v>
                </c:pt>
                <c:pt idx="1377" c:formatCode="yyyy/m/d">
                  <c:v>43490</c:v>
                </c:pt>
                <c:pt idx="1378" c:formatCode="yyyy/m/d">
                  <c:v>43493</c:v>
                </c:pt>
                <c:pt idx="1379" c:formatCode="yyyy/m/d">
                  <c:v>43494</c:v>
                </c:pt>
                <c:pt idx="1380" c:formatCode="yyyy/m/d">
                  <c:v>43495</c:v>
                </c:pt>
                <c:pt idx="1381" c:formatCode="yyyy/m/d">
                  <c:v>43496</c:v>
                </c:pt>
                <c:pt idx="1382" c:formatCode="yyyy/m/d">
                  <c:v>43497</c:v>
                </c:pt>
                <c:pt idx="1383" c:formatCode="yyyy/m/d">
                  <c:v>43507</c:v>
                </c:pt>
                <c:pt idx="1384" c:formatCode="yyyy/m/d">
                  <c:v>43508</c:v>
                </c:pt>
                <c:pt idx="1385" c:formatCode="yyyy/m/d">
                  <c:v>43509</c:v>
                </c:pt>
                <c:pt idx="1386" c:formatCode="yyyy/m/d">
                  <c:v>43510</c:v>
                </c:pt>
                <c:pt idx="1387" c:formatCode="yyyy/m/d">
                  <c:v>43511</c:v>
                </c:pt>
                <c:pt idx="1388" c:formatCode="yyyy/m/d">
                  <c:v>43514</c:v>
                </c:pt>
                <c:pt idx="1389" c:formatCode="yyyy/m/d">
                  <c:v>43515</c:v>
                </c:pt>
                <c:pt idx="1390" c:formatCode="yyyy/m/d">
                  <c:v>43516</c:v>
                </c:pt>
                <c:pt idx="1391" c:formatCode="yyyy/m/d">
                  <c:v>43517</c:v>
                </c:pt>
                <c:pt idx="1392" c:formatCode="yyyy/m/d">
                  <c:v>43518</c:v>
                </c:pt>
                <c:pt idx="1393" c:formatCode="yyyy/m/d">
                  <c:v>43521</c:v>
                </c:pt>
                <c:pt idx="1394" c:formatCode="yyyy/m/d">
                  <c:v>43522</c:v>
                </c:pt>
                <c:pt idx="1395" c:formatCode="yyyy/m/d">
                  <c:v>43523</c:v>
                </c:pt>
                <c:pt idx="1396" c:formatCode="yyyy/m/d">
                  <c:v>43524</c:v>
                </c:pt>
                <c:pt idx="1397" c:formatCode="yyyy/m/d">
                  <c:v>43525</c:v>
                </c:pt>
                <c:pt idx="1398" c:formatCode="yyyy/m/d">
                  <c:v>43528</c:v>
                </c:pt>
                <c:pt idx="1399" c:formatCode="yyyy/m/d">
                  <c:v>43529</c:v>
                </c:pt>
                <c:pt idx="1400" c:formatCode="yyyy/m/d">
                  <c:v>43530</c:v>
                </c:pt>
                <c:pt idx="1401" c:formatCode="yyyy/m/d">
                  <c:v>43531</c:v>
                </c:pt>
                <c:pt idx="1402" c:formatCode="yyyy/m/d">
                  <c:v>43532</c:v>
                </c:pt>
                <c:pt idx="1403" c:formatCode="yyyy/m/d">
                  <c:v>43535</c:v>
                </c:pt>
                <c:pt idx="1404" c:formatCode="yyyy/m/d">
                  <c:v>43536</c:v>
                </c:pt>
                <c:pt idx="1405" c:formatCode="yyyy/m/d">
                  <c:v>43537</c:v>
                </c:pt>
                <c:pt idx="1406" c:formatCode="yyyy/m/d">
                  <c:v>43538</c:v>
                </c:pt>
                <c:pt idx="1407" c:formatCode="yyyy/m/d">
                  <c:v>43539</c:v>
                </c:pt>
                <c:pt idx="1408" c:formatCode="yyyy/m/d">
                  <c:v>43542</c:v>
                </c:pt>
                <c:pt idx="1409" c:formatCode="yyyy/m/d">
                  <c:v>43543</c:v>
                </c:pt>
                <c:pt idx="1410" c:formatCode="yyyy/m/d">
                  <c:v>43544</c:v>
                </c:pt>
                <c:pt idx="1411" c:formatCode="yyyy/m/d">
                  <c:v>43545</c:v>
                </c:pt>
                <c:pt idx="1412" c:formatCode="yyyy/m/d">
                  <c:v>43546</c:v>
                </c:pt>
                <c:pt idx="1413" c:formatCode="yyyy/m/d">
                  <c:v>43549</c:v>
                </c:pt>
                <c:pt idx="1414" c:formatCode="yyyy/m/d">
                  <c:v>43550</c:v>
                </c:pt>
                <c:pt idx="1415" c:formatCode="yyyy/m/d">
                  <c:v>43551</c:v>
                </c:pt>
                <c:pt idx="1416" c:formatCode="yyyy/m/d">
                  <c:v>43552</c:v>
                </c:pt>
                <c:pt idx="1417" c:formatCode="yyyy/m/d">
                  <c:v>43553</c:v>
                </c:pt>
                <c:pt idx="1418" c:formatCode="yyyy/m/d">
                  <c:v>43556</c:v>
                </c:pt>
                <c:pt idx="1419" c:formatCode="yyyy/m/d">
                  <c:v>43557</c:v>
                </c:pt>
                <c:pt idx="1420" c:formatCode="yyyy/m/d">
                  <c:v>43558</c:v>
                </c:pt>
                <c:pt idx="1421" c:formatCode="yyyy/m/d">
                  <c:v>43559</c:v>
                </c:pt>
                <c:pt idx="1422" c:formatCode="yyyy/m/d">
                  <c:v>43563</c:v>
                </c:pt>
                <c:pt idx="1423" c:formatCode="yyyy/m/d">
                  <c:v>43564</c:v>
                </c:pt>
                <c:pt idx="1424" c:formatCode="yyyy/m/d">
                  <c:v>43565</c:v>
                </c:pt>
                <c:pt idx="1425" c:formatCode="yyyy/m/d">
                  <c:v>43566</c:v>
                </c:pt>
                <c:pt idx="1426" c:formatCode="yyyy/m/d">
                  <c:v>43567</c:v>
                </c:pt>
                <c:pt idx="1427" c:formatCode="yyyy/m/d">
                  <c:v>43570</c:v>
                </c:pt>
                <c:pt idx="1428" c:formatCode="yyyy/m/d">
                  <c:v>43571</c:v>
                </c:pt>
                <c:pt idx="1429" c:formatCode="yyyy/m/d">
                  <c:v>43572</c:v>
                </c:pt>
                <c:pt idx="1430" c:formatCode="yyyy/m/d">
                  <c:v>43573</c:v>
                </c:pt>
                <c:pt idx="1431" c:formatCode="yyyy/m/d">
                  <c:v>43574</c:v>
                </c:pt>
                <c:pt idx="1432" c:formatCode="yyyy/m/d">
                  <c:v>43577</c:v>
                </c:pt>
                <c:pt idx="1433" c:formatCode="yyyy/m/d">
                  <c:v>43578</c:v>
                </c:pt>
                <c:pt idx="1434" c:formatCode="yyyy/m/d">
                  <c:v>43579</c:v>
                </c:pt>
                <c:pt idx="1435" c:formatCode="yyyy/m/d">
                  <c:v>43580</c:v>
                </c:pt>
                <c:pt idx="1436" c:formatCode="yyyy/m/d">
                  <c:v>43581</c:v>
                </c:pt>
                <c:pt idx="1437" c:formatCode="yyyy/m/d">
                  <c:v>43584</c:v>
                </c:pt>
                <c:pt idx="1438" c:formatCode="yyyy/m/d">
                  <c:v>43585</c:v>
                </c:pt>
                <c:pt idx="1439" c:formatCode="yyyy/m/d">
                  <c:v>43591</c:v>
                </c:pt>
                <c:pt idx="1440" c:formatCode="yyyy/m/d">
                  <c:v>43592</c:v>
                </c:pt>
                <c:pt idx="1441" c:formatCode="yyyy/m/d">
                  <c:v>43593</c:v>
                </c:pt>
                <c:pt idx="1442" c:formatCode="yyyy/m/d">
                  <c:v>43594</c:v>
                </c:pt>
                <c:pt idx="1443" c:formatCode="yyyy/m/d">
                  <c:v>43595</c:v>
                </c:pt>
                <c:pt idx="1444" c:formatCode="yyyy/m/d">
                  <c:v>43598</c:v>
                </c:pt>
                <c:pt idx="1445" c:formatCode="yyyy/m/d">
                  <c:v>43599</c:v>
                </c:pt>
                <c:pt idx="1446" c:formatCode="yyyy/m/d">
                  <c:v>43600</c:v>
                </c:pt>
                <c:pt idx="1447" c:formatCode="yyyy/m/d">
                  <c:v>43601</c:v>
                </c:pt>
                <c:pt idx="1448" c:formatCode="yyyy/m/d">
                  <c:v>43602</c:v>
                </c:pt>
                <c:pt idx="1449" c:formatCode="yyyy/m/d">
                  <c:v>43605</c:v>
                </c:pt>
                <c:pt idx="1450" c:formatCode="yyyy/m/d">
                  <c:v>43606</c:v>
                </c:pt>
                <c:pt idx="1451" c:formatCode="yyyy/m/d">
                  <c:v>43607</c:v>
                </c:pt>
                <c:pt idx="1452" c:formatCode="yyyy/m/d">
                  <c:v>43608</c:v>
                </c:pt>
                <c:pt idx="1453" c:formatCode="yyyy/m/d">
                  <c:v>43609</c:v>
                </c:pt>
                <c:pt idx="1454" c:formatCode="yyyy/m/d">
                  <c:v>43612</c:v>
                </c:pt>
                <c:pt idx="1455" c:formatCode="yyyy/m/d">
                  <c:v>43613</c:v>
                </c:pt>
                <c:pt idx="1456" c:formatCode="yyyy/m/d">
                  <c:v>43614</c:v>
                </c:pt>
                <c:pt idx="1457" c:formatCode="yyyy/m/d">
                  <c:v>43615</c:v>
                </c:pt>
                <c:pt idx="1458" c:formatCode="yyyy/m/d">
                  <c:v>43616</c:v>
                </c:pt>
                <c:pt idx="1459" c:formatCode="yyyy/m/d">
                  <c:v>43619</c:v>
                </c:pt>
                <c:pt idx="1460" c:formatCode="yyyy/m/d">
                  <c:v>43620</c:v>
                </c:pt>
                <c:pt idx="1461" c:formatCode="yyyy/m/d">
                  <c:v>43621</c:v>
                </c:pt>
                <c:pt idx="1462" c:formatCode="yyyy/m/d">
                  <c:v>43622</c:v>
                </c:pt>
                <c:pt idx="1463" c:formatCode="yyyy/m/d">
                  <c:v>43626</c:v>
                </c:pt>
                <c:pt idx="1464" c:formatCode="yyyy/m/d">
                  <c:v>43627</c:v>
                </c:pt>
                <c:pt idx="1465" c:formatCode="yyyy/m/d">
                  <c:v>43628</c:v>
                </c:pt>
                <c:pt idx="1466" c:formatCode="yyyy/m/d">
                  <c:v>43629</c:v>
                </c:pt>
                <c:pt idx="1467" c:formatCode="yyyy/m/d">
                  <c:v>43630</c:v>
                </c:pt>
                <c:pt idx="1468" c:formatCode="yyyy/m/d">
                  <c:v>43633</c:v>
                </c:pt>
                <c:pt idx="1469" c:formatCode="yyyy/m/d">
                  <c:v>43634</c:v>
                </c:pt>
                <c:pt idx="1470" c:formatCode="yyyy/m/d">
                  <c:v>43635</c:v>
                </c:pt>
                <c:pt idx="1471" c:formatCode="yyyy/m/d">
                  <c:v>43636</c:v>
                </c:pt>
                <c:pt idx="1472" c:formatCode="yyyy/m/d">
                  <c:v>43637</c:v>
                </c:pt>
                <c:pt idx="1473" c:formatCode="yyyy/m/d">
                  <c:v>43640</c:v>
                </c:pt>
                <c:pt idx="1474" c:formatCode="yyyy/m/d">
                  <c:v>43641</c:v>
                </c:pt>
                <c:pt idx="1475" c:formatCode="yyyy/m/d">
                  <c:v>43642</c:v>
                </c:pt>
                <c:pt idx="1476" c:formatCode="yyyy/m/d">
                  <c:v>43643</c:v>
                </c:pt>
                <c:pt idx="1477" c:formatCode="yyyy/m/d">
                  <c:v>43644</c:v>
                </c:pt>
                <c:pt idx="1478" c:formatCode="yyyy/m/d">
                  <c:v>43647</c:v>
                </c:pt>
                <c:pt idx="1479" c:formatCode="yyyy/m/d">
                  <c:v>43648</c:v>
                </c:pt>
                <c:pt idx="1480" c:formatCode="yyyy/m/d">
                  <c:v>43649</c:v>
                </c:pt>
                <c:pt idx="1481" c:formatCode="yyyy/m/d">
                  <c:v>43650</c:v>
                </c:pt>
                <c:pt idx="1482" c:formatCode="yyyy/m/d">
                  <c:v>43651</c:v>
                </c:pt>
                <c:pt idx="1483" c:formatCode="yyyy/m/d">
                  <c:v>43654</c:v>
                </c:pt>
                <c:pt idx="1484" c:formatCode="yyyy/m/d">
                  <c:v>43655</c:v>
                </c:pt>
                <c:pt idx="1485" c:formatCode="yyyy/m/d">
                  <c:v>43656</c:v>
                </c:pt>
                <c:pt idx="1486" c:formatCode="yyyy/m/d">
                  <c:v>43657</c:v>
                </c:pt>
                <c:pt idx="1487" c:formatCode="yyyy/m/d">
                  <c:v>43658</c:v>
                </c:pt>
                <c:pt idx="1488" c:formatCode="yyyy/m/d">
                  <c:v>43661</c:v>
                </c:pt>
                <c:pt idx="1489" c:formatCode="yyyy/m/d">
                  <c:v>43662</c:v>
                </c:pt>
                <c:pt idx="1490" c:formatCode="yyyy/m/d">
                  <c:v>43663</c:v>
                </c:pt>
                <c:pt idx="1491" c:formatCode="yyyy/m/d">
                  <c:v>43664</c:v>
                </c:pt>
                <c:pt idx="1492" c:formatCode="yyyy/m/d">
                  <c:v>43665</c:v>
                </c:pt>
                <c:pt idx="1493" c:formatCode="yyyy/m/d">
                  <c:v>43668</c:v>
                </c:pt>
                <c:pt idx="1494" c:formatCode="yyyy/m/d">
                  <c:v>43669</c:v>
                </c:pt>
                <c:pt idx="1495" c:formatCode="yyyy/m/d">
                  <c:v>43670</c:v>
                </c:pt>
                <c:pt idx="1496" c:formatCode="yyyy/m/d">
                  <c:v>43671</c:v>
                </c:pt>
                <c:pt idx="1497" c:formatCode="yyyy/m/d">
                  <c:v>43672</c:v>
                </c:pt>
                <c:pt idx="1498" c:formatCode="yyyy/m/d">
                  <c:v>43675</c:v>
                </c:pt>
                <c:pt idx="1499" c:formatCode="yyyy/m/d">
                  <c:v>43676</c:v>
                </c:pt>
                <c:pt idx="1500" c:formatCode="yyyy/m/d">
                  <c:v>43677</c:v>
                </c:pt>
                <c:pt idx="1501" c:formatCode="yyyy/m/d">
                  <c:v>43678</c:v>
                </c:pt>
                <c:pt idx="1502" c:formatCode="yyyy/m/d">
                  <c:v>43679</c:v>
                </c:pt>
                <c:pt idx="1503" c:formatCode="yyyy/m/d">
                  <c:v>43682</c:v>
                </c:pt>
                <c:pt idx="1504" c:formatCode="yyyy/m/d">
                  <c:v>43683</c:v>
                </c:pt>
                <c:pt idx="1505" c:formatCode="yyyy/m/d">
                  <c:v>43684</c:v>
                </c:pt>
                <c:pt idx="1506" c:formatCode="yyyy/m/d">
                  <c:v>43685</c:v>
                </c:pt>
                <c:pt idx="1507" c:formatCode="yyyy/m/d">
                  <c:v>43686</c:v>
                </c:pt>
                <c:pt idx="1508" c:formatCode="yyyy/m/d">
                  <c:v>43689</c:v>
                </c:pt>
                <c:pt idx="1509" c:formatCode="yyyy/m/d">
                  <c:v>43690</c:v>
                </c:pt>
                <c:pt idx="1510" c:formatCode="yyyy/m/d">
                  <c:v>43691</c:v>
                </c:pt>
                <c:pt idx="1511" c:formatCode="yyyy/m/d">
                  <c:v>43692</c:v>
                </c:pt>
                <c:pt idx="1512" c:formatCode="yyyy/m/d">
                  <c:v>43693</c:v>
                </c:pt>
                <c:pt idx="1513" c:formatCode="yyyy/m/d">
                  <c:v>43696</c:v>
                </c:pt>
                <c:pt idx="1514" c:formatCode="yyyy/m/d">
                  <c:v>43697</c:v>
                </c:pt>
                <c:pt idx="1515" c:formatCode="yyyy/m/d">
                  <c:v>43698</c:v>
                </c:pt>
                <c:pt idx="1516" c:formatCode="yyyy/m/d">
                  <c:v>43699</c:v>
                </c:pt>
                <c:pt idx="1517" c:formatCode="yyyy/m/d">
                  <c:v>43700</c:v>
                </c:pt>
                <c:pt idx="1518" c:formatCode="yyyy/m/d">
                  <c:v>43703</c:v>
                </c:pt>
                <c:pt idx="1519" c:formatCode="yyyy/m/d">
                  <c:v>43704</c:v>
                </c:pt>
                <c:pt idx="1520" c:formatCode="yyyy/m/d">
                  <c:v>43705</c:v>
                </c:pt>
                <c:pt idx="1521" c:formatCode="yyyy/m/d">
                  <c:v>43706</c:v>
                </c:pt>
                <c:pt idx="1522" c:formatCode="yyyy/m/d">
                  <c:v>43707</c:v>
                </c:pt>
                <c:pt idx="1523" c:formatCode="yyyy/m/d">
                  <c:v>43710</c:v>
                </c:pt>
                <c:pt idx="1524" c:formatCode="yyyy/m/d">
                  <c:v>43711</c:v>
                </c:pt>
                <c:pt idx="1525" c:formatCode="yyyy/m/d">
                  <c:v>43712</c:v>
                </c:pt>
                <c:pt idx="1526" c:formatCode="yyyy/m/d">
                  <c:v>43713</c:v>
                </c:pt>
                <c:pt idx="1527" c:formatCode="yyyy/m/d">
                  <c:v>43714</c:v>
                </c:pt>
                <c:pt idx="1528" c:formatCode="yyyy/m/d">
                  <c:v>43717</c:v>
                </c:pt>
                <c:pt idx="1529" c:formatCode="yyyy/m/d">
                  <c:v>43718</c:v>
                </c:pt>
                <c:pt idx="1530" c:formatCode="yyyy/m/d">
                  <c:v>43719</c:v>
                </c:pt>
                <c:pt idx="1531" c:formatCode="yyyy/m/d">
                  <c:v>43720</c:v>
                </c:pt>
                <c:pt idx="1532" c:formatCode="yyyy/m/d">
                  <c:v>43724</c:v>
                </c:pt>
                <c:pt idx="1533" c:formatCode="yyyy/m/d">
                  <c:v>43725</c:v>
                </c:pt>
                <c:pt idx="1534" c:formatCode="yyyy/m/d">
                  <c:v>43726</c:v>
                </c:pt>
                <c:pt idx="1535" c:formatCode="yyyy/m/d">
                  <c:v>43727</c:v>
                </c:pt>
                <c:pt idx="1536" c:formatCode="yyyy/m/d">
                  <c:v>43728</c:v>
                </c:pt>
                <c:pt idx="1537" c:formatCode="yyyy/m/d">
                  <c:v>43731</c:v>
                </c:pt>
                <c:pt idx="1538" c:formatCode="yyyy/m/d">
                  <c:v>43732</c:v>
                </c:pt>
                <c:pt idx="1539" c:formatCode="yyyy/m/d">
                  <c:v>43733</c:v>
                </c:pt>
                <c:pt idx="1540" c:formatCode="yyyy/m/d">
                  <c:v>43734</c:v>
                </c:pt>
                <c:pt idx="1541" c:formatCode="yyyy/m/d">
                  <c:v>43735</c:v>
                </c:pt>
                <c:pt idx="1542" c:formatCode="yyyy/m/d">
                  <c:v>43738</c:v>
                </c:pt>
                <c:pt idx="1543" c:formatCode="yyyy/m/d">
                  <c:v>43746</c:v>
                </c:pt>
                <c:pt idx="1544" c:formatCode="yyyy/m/d">
                  <c:v>43747</c:v>
                </c:pt>
                <c:pt idx="1545" c:formatCode="yyyy/m/d">
                  <c:v>43748</c:v>
                </c:pt>
                <c:pt idx="1546" c:formatCode="yyyy/m/d">
                  <c:v>43749</c:v>
                </c:pt>
                <c:pt idx="1547" c:formatCode="yyyy/m/d">
                  <c:v>43752</c:v>
                </c:pt>
                <c:pt idx="1548" c:formatCode="yyyy/m/d">
                  <c:v>43753</c:v>
                </c:pt>
                <c:pt idx="1549" c:formatCode="yyyy/m/d">
                  <c:v>43754</c:v>
                </c:pt>
                <c:pt idx="1550" c:formatCode="yyyy/m/d">
                  <c:v>43755</c:v>
                </c:pt>
                <c:pt idx="1551" c:formatCode="yyyy/m/d">
                  <c:v>43756</c:v>
                </c:pt>
                <c:pt idx="1552" c:formatCode="yyyy/m/d">
                  <c:v>43759</c:v>
                </c:pt>
                <c:pt idx="1553" c:formatCode="yyyy/m/d">
                  <c:v>43760</c:v>
                </c:pt>
                <c:pt idx="1554" c:formatCode="yyyy/m/d">
                  <c:v>43761</c:v>
                </c:pt>
                <c:pt idx="1555" c:formatCode="yyyy/m/d">
                  <c:v>43762</c:v>
                </c:pt>
                <c:pt idx="1556" c:formatCode="yyyy/m/d">
                  <c:v>43763</c:v>
                </c:pt>
                <c:pt idx="1557" c:formatCode="yyyy/m/d">
                  <c:v>43766</c:v>
                </c:pt>
                <c:pt idx="1558" c:formatCode="yyyy/m/d">
                  <c:v>43767</c:v>
                </c:pt>
                <c:pt idx="1559" c:formatCode="yyyy/m/d">
                  <c:v>43768</c:v>
                </c:pt>
                <c:pt idx="1560" c:formatCode="yyyy/m/d">
                  <c:v>43769</c:v>
                </c:pt>
                <c:pt idx="1561" c:formatCode="yyyy/m/d">
                  <c:v>43770</c:v>
                </c:pt>
                <c:pt idx="1562" c:formatCode="yyyy/m/d">
                  <c:v>43773</c:v>
                </c:pt>
                <c:pt idx="1563" c:formatCode="yyyy/m/d">
                  <c:v>43774</c:v>
                </c:pt>
                <c:pt idx="1564" c:formatCode="yyyy/m/d">
                  <c:v>43775</c:v>
                </c:pt>
                <c:pt idx="1565" c:formatCode="yyyy/m/d">
                  <c:v>43776</c:v>
                </c:pt>
                <c:pt idx="1566" c:formatCode="yyyy/m/d">
                  <c:v>43777</c:v>
                </c:pt>
                <c:pt idx="1567" c:formatCode="yyyy/m/d">
                  <c:v>43780</c:v>
                </c:pt>
                <c:pt idx="1568" c:formatCode="yyyy/m/d">
                  <c:v>43781</c:v>
                </c:pt>
                <c:pt idx="1569" c:formatCode="yyyy/m/d">
                  <c:v>43782</c:v>
                </c:pt>
                <c:pt idx="1570" c:formatCode="yyyy/m/d">
                  <c:v>43783</c:v>
                </c:pt>
                <c:pt idx="1571" c:formatCode="yyyy/m/d">
                  <c:v>43784</c:v>
                </c:pt>
                <c:pt idx="1572" c:formatCode="yyyy/m/d">
                  <c:v>43787</c:v>
                </c:pt>
                <c:pt idx="1573" c:formatCode="yyyy/m/d">
                  <c:v>43788</c:v>
                </c:pt>
                <c:pt idx="1574" c:formatCode="yyyy/m/d">
                  <c:v>43789</c:v>
                </c:pt>
                <c:pt idx="1575" c:formatCode="yyyy/m/d">
                  <c:v>43790</c:v>
                </c:pt>
                <c:pt idx="1576" c:formatCode="yyyy/m/d">
                  <c:v>43791</c:v>
                </c:pt>
                <c:pt idx="1577" c:formatCode="yyyy/m/d">
                  <c:v>43794</c:v>
                </c:pt>
                <c:pt idx="1578" c:formatCode="yyyy/m/d">
                  <c:v>43795</c:v>
                </c:pt>
                <c:pt idx="1579" c:formatCode="yyyy/m/d">
                  <c:v>43796</c:v>
                </c:pt>
                <c:pt idx="1580" c:formatCode="yyyy/m/d">
                  <c:v>43797</c:v>
                </c:pt>
                <c:pt idx="1581" c:formatCode="yyyy/m/d">
                  <c:v>43798</c:v>
                </c:pt>
                <c:pt idx="1582" c:formatCode="yyyy/m/d">
                  <c:v>43801</c:v>
                </c:pt>
                <c:pt idx="1583" c:formatCode="yyyy/m/d">
                  <c:v>43802</c:v>
                </c:pt>
                <c:pt idx="1584" c:formatCode="yyyy/m/d">
                  <c:v>43803</c:v>
                </c:pt>
                <c:pt idx="1585" c:formatCode="yyyy/m/d">
                  <c:v>43804</c:v>
                </c:pt>
                <c:pt idx="1586" c:formatCode="yyyy/m/d">
                  <c:v>43805</c:v>
                </c:pt>
                <c:pt idx="1587" c:formatCode="yyyy/m/d">
                  <c:v>43808</c:v>
                </c:pt>
                <c:pt idx="1588" c:formatCode="yyyy/m/d">
                  <c:v>43809</c:v>
                </c:pt>
                <c:pt idx="1589" c:formatCode="yyyy/m/d">
                  <c:v>43810</c:v>
                </c:pt>
                <c:pt idx="1590" c:formatCode="yyyy/m/d">
                  <c:v>43811</c:v>
                </c:pt>
                <c:pt idx="1591" c:formatCode="yyyy/m/d">
                  <c:v>43812</c:v>
                </c:pt>
                <c:pt idx="1592" c:formatCode="yyyy/m/d">
                  <c:v>43815</c:v>
                </c:pt>
                <c:pt idx="1593" c:formatCode="yyyy/m/d">
                  <c:v>43816</c:v>
                </c:pt>
                <c:pt idx="1594" c:formatCode="yyyy/m/d">
                  <c:v>43817</c:v>
                </c:pt>
                <c:pt idx="1595" c:formatCode="yyyy/m/d">
                  <c:v>43818</c:v>
                </c:pt>
                <c:pt idx="1596" c:formatCode="yyyy/m/d">
                  <c:v>43819</c:v>
                </c:pt>
                <c:pt idx="1597" c:formatCode="yyyy/m/d">
                  <c:v>43822</c:v>
                </c:pt>
                <c:pt idx="1598" c:formatCode="yyyy/m/d">
                  <c:v>43823</c:v>
                </c:pt>
                <c:pt idx="1599" c:formatCode="yyyy/m/d">
                  <c:v>43824</c:v>
                </c:pt>
                <c:pt idx="1600" c:formatCode="yyyy/m/d">
                  <c:v>43825</c:v>
                </c:pt>
                <c:pt idx="1601" c:formatCode="yyyy/m/d">
                  <c:v>43826</c:v>
                </c:pt>
                <c:pt idx="1602" c:formatCode="yyyy/m/d">
                  <c:v>43829</c:v>
                </c:pt>
                <c:pt idx="1603" c:formatCode="yyyy/m/d">
                  <c:v>43830</c:v>
                </c:pt>
                <c:pt idx="1604" c:formatCode="yyyy/m/d">
                  <c:v>43832</c:v>
                </c:pt>
                <c:pt idx="1605" c:formatCode="yyyy/m/d">
                  <c:v>43833</c:v>
                </c:pt>
                <c:pt idx="1606" c:formatCode="yyyy/m/d">
                  <c:v>43836</c:v>
                </c:pt>
                <c:pt idx="1607" c:formatCode="yyyy/m/d">
                  <c:v>43837</c:v>
                </c:pt>
                <c:pt idx="1608" c:formatCode="yyyy/m/d">
                  <c:v>43838</c:v>
                </c:pt>
                <c:pt idx="1609" c:formatCode="yyyy/m/d">
                  <c:v>43839</c:v>
                </c:pt>
                <c:pt idx="1610" c:formatCode="yyyy/m/d">
                  <c:v>43840</c:v>
                </c:pt>
                <c:pt idx="1611" c:formatCode="yyyy/m/d">
                  <c:v>43843</c:v>
                </c:pt>
                <c:pt idx="1612" c:formatCode="yyyy/m/d">
                  <c:v>43844</c:v>
                </c:pt>
                <c:pt idx="1613" c:formatCode="yyyy/m/d">
                  <c:v>43845</c:v>
                </c:pt>
                <c:pt idx="1614" c:formatCode="yyyy/m/d">
                  <c:v>43846</c:v>
                </c:pt>
                <c:pt idx="1615" c:formatCode="yyyy/m/d">
                  <c:v>43847</c:v>
                </c:pt>
                <c:pt idx="1616" c:formatCode="yyyy/m/d">
                  <c:v>43850</c:v>
                </c:pt>
                <c:pt idx="1617" c:formatCode="yyyy/m/d">
                  <c:v>43851</c:v>
                </c:pt>
                <c:pt idx="1618" c:formatCode="yyyy/m/d">
                  <c:v>43852</c:v>
                </c:pt>
                <c:pt idx="1619" c:formatCode="yyyy/m/d">
                  <c:v>43853</c:v>
                </c:pt>
                <c:pt idx="1620" c:formatCode="yyyy/m/d">
                  <c:v>43864</c:v>
                </c:pt>
                <c:pt idx="1621" c:formatCode="yyyy/m/d">
                  <c:v>43865</c:v>
                </c:pt>
                <c:pt idx="1622" c:formatCode="yyyy/m/d">
                  <c:v>43866</c:v>
                </c:pt>
                <c:pt idx="1623" c:formatCode="yyyy/m/d">
                  <c:v>43867</c:v>
                </c:pt>
                <c:pt idx="1624" c:formatCode="yyyy/m/d">
                  <c:v>43868</c:v>
                </c:pt>
                <c:pt idx="1625" c:formatCode="yyyy/m/d">
                  <c:v>43871</c:v>
                </c:pt>
                <c:pt idx="1626" c:formatCode="yyyy/m/d">
                  <c:v>43872</c:v>
                </c:pt>
                <c:pt idx="1627" c:formatCode="yyyy/m/d">
                  <c:v>43873</c:v>
                </c:pt>
                <c:pt idx="1628" c:formatCode="yyyy/m/d">
                  <c:v>43874</c:v>
                </c:pt>
                <c:pt idx="1629" c:formatCode="yyyy/m/d">
                  <c:v>43875</c:v>
                </c:pt>
                <c:pt idx="1630" c:formatCode="yyyy/m/d">
                  <c:v>43878</c:v>
                </c:pt>
                <c:pt idx="1631" c:formatCode="yyyy/m/d">
                  <c:v>43879</c:v>
                </c:pt>
                <c:pt idx="1632" c:formatCode="yyyy/m/d">
                  <c:v>43880</c:v>
                </c:pt>
                <c:pt idx="1633" c:formatCode="yyyy/m/d">
                  <c:v>43881</c:v>
                </c:pt>
                <c:pt idx="1634" c:formatCode="yyyy/m/d">
                  <c:v>43882</c:v>
                </c:pt>
                <c:pt idx="1635" c:formatCode="yyyy/m/d">
                  <c:v>43885</c:v>
                </c:pt>
                <c:pt idx="1636" c:formatCode="yyyy/m/d">
                  <c:v>43886</c:v>
                </c:pt>
                <c:pt idx="1637" c:formatCode="yyyy/m/d">
                  <c:v>43887</c:v>
                </c:pt>
                <c:pt idx="1638" c:formatCode="yyyy/m/d">
                  <c:v>43888</c:v>
                </c:pt>
                <c:pt idx="1639" c:formatCode="yyyy/m/d">
                  <c:v>43889</c:v>
                </c:pt>
                <c:pt idx="1640" c:formatCode="yyyy/m/d">
                  <c:v>43892</c:v>
                </c:pt>
                <c:pt idx="1641" c:formatCode="yyyy/m/d">
                  <c:v>43893</c:v>
                </c:pt>
                <c:pt idx="1642" c:formatCode="yyyy/m/d">
                  <c:v>43894</c:v>
                </c:pt>
                <c:pt idx="1643" c:formatCode="yyyy/m/d">
                  <c:v>43895</c:v>
                </c:pt>
                <c:pt idx="1644" c:formatCode="yyyy/m/d">
                  <c:v>43896</c:v>
                </c:pt>
                <c:pt idx="1645" c:formatCode="yyyy/m/d">
                  <c:v>43899</c:v>
                </c:pt>
                <c:pt idx="1646" c:formatCode="yyyy/m/d">
                  <c:v>43900</c:v>
                </c:pt>
                <c:pt idx="1647" c:formatCode="yyyy/m/d">
                  <c:v>43901</c:v>
                </c:pt>
                <c:pt idx="1648" c:formatCode="yyyy/m/d">
                  <c:v>43902</c:v>
                </c:pt>
                <c:pt idx="1649" c:formatCode="yyyy/m/d">
                  <c:v>43903</c:v>
                </c:pt>
                <c:pt idx="1650" c:formatCode="yyyy/m/d">
                  <c:v>43906</c:v>
                </c:pt>
                <c:pt idx="1651" c:formatCode="yyyy/m/d">
                  <c:v>43907</c:v>
                </c:pt>
                <c:pt idx="1652" c:formatCode="yyyy/m/d">
                  <c:v>43908</c:v>
                </c:pt>
                <c:pt idx="1653" c:formatCode="yyyy/m/d">
                  <c:v>43909</c:v>
                </c:pt>
                <c:pt idx="1654" c:formatCode="yyyy/m/d">
                  <c:v>43910</c:v>
                </c:pt>
                <c:pt idx="1655" c:formatCode="yyyy/m/d">
                  <c:v>43913</c:v>
                </c:pt>
                <c:pt idx="1656" c:formatCode="yyyy/m/d">
                  <c:v>43914</c:v>
                </c:pt>
                <c:pt idx="1657" c:formatCode="yyyy/m/d">
                  <c:v>43915</c:v>
                </c:pt>
                <c:pt idx="1658" c:formatCode="yyyy/m/d">
                  <c:v>43916</c:v>
                </c:pt>
                <c:pt idx="1659" c:formatCode="yyyy/m/d">
                  <c:v>43917</c:v>
                </c:pt>
                <c:pt idx="1660" c:formatCode="yyyy/m/d">
                  <c:v>43920</c:v>
                </c:pt>
                <c:pt idx="1661" c:formatCode="yyyy/m/d">
                  <c:v>43921</c:v>
                </c:pt>
                <c:pt idx="1662" c:formatCode="yyyy/m/d">
                  <c:v>43922</c:v>
                </c:pt>
                <c:pt idx="1663" c:formatCode="yyyy/m/d">
                  <c:v>43923</c:v>
                </c:pt>
                <c:pt idx="1664" c:formatCode="yyyy/m/d">
                  <c:v>43924</c:v>
                </c:pt>
                <c:pt idx="1665" c:formatCode="yyyy/m/d">
                  <c:v>43928</c:v>
                </c:pt>
                <c:pt idx="1666" c:formatCode="yyyy/m/d">
                  <c:v>43929</c:v>
                </c:pt>
                <c:pt idx="1667" c:formatCode="yyyy/m/d">
                  <c:v>43930</c:v>
                </c:pt>
                <c:pt idx="1668" c:formatCode="yyyy/m/d">
                  <c:v>43931</c:v>
                </c:pt>
                <c:pt idx="1669" c:formatCode="yyyy/m/d">
                  <c:v>43934</c:v>
                </c:pt>
                <c:pt idx="1670" c:formatCode="yyyy/m/d">
                  <c:v>43935</c:v>
                </c:pt>
                <c:pt idx="1671" c:formatCode="yyyy/m/d">
                  <c:v>43936</c:v>
                </c:pt>
                <c:pt idx="1672" c:formatCode="yyyy/m/d">
                  <c:v>43937</c:v>
                </c:pt>
                <c:pt idx="1673" c:formatCode="yyyy/m/d">
                  <c:v>43938</c:v>
                </c:pt>
                <c:pt idx="1674" c:formatCode="yyyy/m/d">
                  <c:v>43941</c:v>
                </c:pt>
                <c:pt idx="1675" c:formatCode="yyyy/m/d">
                  <c:v>43942</c:v>
                </c:pt>
                <c:pt idx="1676" c:formatCode="yyyy/m/d">
                  <c:v>43943</c:v>
                </c:pt>
                <c:pt idx="1677" c:formatCode="yyyy/m/d">
                  <c:v>43944</c:v>
                </c:pt>
                <c:pt idx="1678" c:formatCode="yyyy/m/d">
                  <c:v>43945</c:v>
                </c:pt>
                <c:pt idx="1679" c:formatCode="yyyy/m/d">
                  <c:v>43948</c:v>
                </c:pt>
                <c:pt idx="1680" c:formatCode="yyyy/m/d">
                  <c:v>43949</c:v>
                </c:pt>
                <c:pt idx="1681" c:formatCode="yyyy/m/d">
                  <c:v>43950</c:v>
                </c:pt>
                <c:pt idx="1682" c:formatCode="yyyy/m/d">
                  <c:v>43951</c:v>
                </c:pt>
                <c:pt idx="1683" c:formatCode="yyyy/m/d">
                  <c:v>43957</c:v>
                </c:pt>
                <c:pt idx="1684" c:formatCode="yyyy/m/d">
                  <c:v>43958</c:v>
                </c:pt>
                <c:pt idx="1685" c:formatCode="yyyy/m/d">
                  <c:v>43959</c:v>
                </c:pt>
                <c:pt idx="1686" c:formatCode="yyyy/m/d">
                  <c:v>43962</c:v>
                </c:pt>
                <c:pt idx="1687" c:formatCode="yyyy/m/d">
                  <c:v>43963</c:v>
                </c:pt>
                <c:pt idx="1688" c:formatCode="yyyy/m/d">
                  <c:v>43964</c:v>
                </c:pt>
                <c:pt idx="1689" c:formatCode="yyyy/m/d">
                  <c:v>43965</c:v>
                </c:pt>
                <c:pt idx="1690" c:formatCode="yyyy/m/d">
                  <c:v>43966</c:v>
                </c:pt>
                <c:pt idx="1691" c:formatCode="yyyy/m/d">
                  <c:v>43969</c:v>
                </c:pt>
                <c:pt idx="1692" c:formatCode="yyyy/m/d">
                  <c:v>43970</c:v>
                </c:pt>
                <c:pt idx="1693" c:formatCode="yyyy/m/d">
                  <c:v>43971</c:v>
                </c:pt>
                <c:pt idx="1694" c:formatCode="yyyy/m/d">
                  <c:v>43972</c:v>
                </c:pt>
                <c:pt idx="1695" c:formatCode="yyyy/m/d">
                  <c:v>43973</c:v>
                </c:pt>
                <c:pt idx="1696" c:formatCode="yyyy/m/d">
                  <c:v>43976</c:v>
                </c:pt>
                <c:pt idx="1697" c:formatCode="yyyy/m/d">
                  <c:v>43977</c:v>
                </c:pt>
                <c:pt idx="1698" c:formatCode="yyyy/m/d">
                  <c:v>43978</c:v>
                </c:pt>
                <c:pt idx="1699" c:formatCode="yyyy/m/d">
                  <c:v>43979</c:v>
                </c:pt>
                <c:pt idx="1700" c:formatCode="yyyy/m/d">
                  <c:v>43980</c:v>
                </c:pt>
                <c:pt idx="1701" c:formatCode="yyyy/m/d">
                  <c:v>43983</c:v>
                </c:pt>
                <c:pt idx="1702" c:formatCode="yyyy/m/d">
                  <c:v>43984</c:v>
                </c:pt>
                <c:pt idx="1703" c:formatCode="yyyy/m/d">
                  <c:v>43985</c:v>
                </c:pt>
                <c:pt idx="1704" c:formatCode="yyyy/m/d">
                  <c:v>43986</c:v>
                </c:pt>
                <c:pt idx="1705" c:formatCode="yyyy/m/d">
                  <c:v>43987</c:v>
                </c:pt>
                <c:pt idx="1706" c:formatCode="yyyy/m/d">
                  <c:v>43990</c:v>
                </c:pt>
                <c:pt idx="1707" c:formatCode="yyyy/m/d">
                  <c:v>43991</c:v>
                </c:pt>
                <c:pt idx="1708" c:formatCode="yyyy/m/d">
                  <c:v>43992</c:v>
                </c:pt>
                <c:pt idx="1709" c:formatCode="yyyy/m/d">
                  <c:v>43993</c:v>
                </c:pt>
                <c:pt idx="1710" c:formatCode="yyyy/m/d">
                  <c:v>43994</c:v>
                </c:pt>
                <c:pt idx="1711" c:formatCode="yyyy/m/d">
                  <c:v>43997</c:v>
                </c:pt>
                <c:pt idx="1712" c:formatCode="yyyy/m/d">
                  <c:v>43998</c:v>
                </c:pt>
                <c:pt idx="1713" c:formatCode="yyyy/m/d">
                  <c:v>43999</c:v>
                </c:pt>
                <c:pt idx="1714" c:formatCode="yyyy/m/d">
                  <c:v>44000</c:v>
                </c:pt>
                <c:pt idx="1715" c:formatCode="yyyy/m/d">
                  <c:v>44001</c:v>
                </c:pt>
                <c:pt idx="1716" c:formatCode="yyyy/m/d">
                  <c:v>44004</c:v>
                </c:pt>
                <c:pt idx="1717" c:formatCode="yyyy/m/d">
                  <c:v>44005</c:v>
                </c:pt>
                <c:pt idx="1718" c:formatCode="yyyy/m/d">
                  <c:v>44006</c:v>
                </c:pt>
                <c:pt idx="1719" c:formatCode="yyyy/m/d">
                  <c:v>44011</c:v>
                </c:pt>
                <c:pt idx="1720" c:formatCode="yyyy/m/d">
                  <c:v>44012</c:v>
                </c:pt>
                <c:pt idx="1721" c:formatCode="yyyy/m/d">
                  <c:v>44013</c:v>
                </c:pt>
                <c:pt idx="1722" c:formatCode="yyyy/m/d">
                  <c:v>44014</c:v>
                </c:pt>
                <c:pt idx="1723" c:formatCode="yyyy/m/d">
                  <c:v>44015</c:v>
                </c:pt>
                <c:pt idx="1724" c:formatCode="yyyy/m/d">
                  <c:v>44018</c:v>
                </c:pt>
                <c:pt idx="1725" c:formatCode="yyyy/m/d">
                  <c:v>44019</c:v>
                </c:pt>
                <c:pt idx="1726" c:formatCode="yyyy/m/d">
                  <c:v>44020</c:v>
                </c:pt>
                <c:pt idx="1727" c:formatCode="yyyy/m/d">
                  <c:v>44021</c:v>
                </c:pt>
                <c:pt idx="1728" c:formatCode="yyyy/m/d">
                  <c:v>44022</c:v>
                </c:pt>
                <c:pt idx="1729" c:formatCode="yyyy/m/d">
                  <c:v>44025</c:v>
                </c:pt>
                <c:pt idx="1730" c:formatCode="yyyy/m/d">
                  <c:v>44026</c:v>
                </c:pt>
                <c:pt idx="1731" c:formatCode="yyyy/m/d">
                  <c:v>44027</c:v>
                </c:pt>
                <c:pt idx="1732" c:formatCode="yyyy/m/d">
                  <c:v>44028</c:v>
                </c:pt>
                <c:pt idx="1733" c:formatCode="yyyy/m/d">
                  <c:v>44029</c:v>
                </c:pt>
                <c:pt idx="1734" c:formatCode="yyyy/m/d">
                  <c:v>44032</c:v>
                </c:pt>
                <c:pt idx="1735" c:formatCode="yyyy/m/d">
                  <c:v>44033</c:v>
                </c:pt>
                <c:pt idx="1736" c:formatCode="yyyy/m/d">
                  <c:v>44034</c:v>
                </c:pt>
                <c:pt idx="1737" c:formatCode="yyyy/m/d">
                  <c:v>44035</c:v>
                </c:pt>
                <c:pt idx="1738" c:formatCode="yyyy/m/d">
                  <c:v>44036</c:v>
                </c:pt>
                <c:pt idx="1739" c:formatCode="yyyy/m/d">
                  <c:v>44039</c:v>
                </c:pt>
                <c:pt idx="1740" c:formatCode="yyyy/m/d">
                  <c:v>44040</c:v>
                </c:pt>
                <c:pt idx="1741" c:formatCode="yyyy/m/d">
                  <c:v>44041</c:v>
                </c:pt>
                <c:pt idx="1742" c:formatCode="yyyy/m/d">
                  <c:v>44042</c:v>
                </c:pt>
                <c:pt idx="1743" c:formatCode="yyyy/m/d">
                  <c:v>44043</c:v>
                </c:pt>
                <c:pt idx="1744" c:formatCode="yyyy/m/d">
                  <c:v>44046</c:v>
                </c:pt>
                <c:pt idx="1745" c:formatCode="yyyy/m/d">
                  <c:v>44047</c:v>
                </c:pt>
                <c:pt idx="1746" c:formatCode="yyyy/m/d">
                  <c:v>44048</c:v>
                </c:pt>
                <c:pt idx="1747" c:formatCode="yyyy/m/d">
                  <c:v>44049</c:v>
                </c:pt>
                <c:pt idx="1748" c:formatCode="yyyy/m/d">
                  <c:v>44050</c:v>
                </c:pt>
                <c:pt idx="1749" c:formatCode="yyyy/m/d">
                  <c:v>44053</c:v>
                </c:pt>
                <c:pt idx="1750" c:formatCode="yyyy/m/d">
                  <c:v>44054</c:v>
                </c:pt>
                <c:pt idx="1751" c:formatCode="yyyy/m/d">
                  <c:v>44055</c:v>
                </c:pt>
                <c:pt idx="1752" c:formatCode="yyyy/m/d">
                  <c:v>44056</c:v>
                </c:pt>
                <c:pt idx="1753" c:formatCode="yyyy/m/d">
                  <c:v>44057</c:v>
                </c:pt>
                <c:pt idx="1754" c:formatCode="yyyy/m/d">
                  <c:v>44060</c:v>
                </c:pt>
                <c:pt idx="1755" c:formatCode="yyyy/m/d">
                  <c:v>44061</c:v>
                </c:pt>
                <c:pt idx="1756" c:formatCode="yyyy/m/d">
                  <c:v>44062</c:v>
                </c:pt>
                <c:pt idx="1757" c:formatCode="yyyy/m/d">
                  <c:v>44063</c:v>
                </c:pt>
                <c:pt idx="1758" c:formatCode="yyyy/m/d">
                  <c:v>44064</c:v>
                </c:pt>
                <c:pt idx="1759" c:formatCode="yyyy/m/d">
                  <c:v>44067</c:v>
                </c:pt>
                <c:pt idx="1760" c:formatCode="yyyy/m/d">
                  <c:v>44068</c:v>
                </c:pt>
                <c:pt idx="1761" c:formatCode="yyyy/m/d">
                  <c:v>44069</c:v>
                </c:pt>
                <c:pt idx="1762" c:formatCode="yyyy/m/d">
                  <c:v>44070</c:v>
                </c:pt>
                <c:pt idx="1763" c:formatCode="yyyy/m/d">
                  <c:v>44071</c:v>
                </c:pt>
                <c:pt idx="1764" c:formatCode="yyyy/m/d">
                  <c:v>44074</c:v>
                </c:pt>
                <c:pt idx="1765" c:formatCode="yyyy/m/d">
                  <c:v>44075</c:v>
                </c:pt>
                <c:pt idx="1766" c:formatCode="yyyy/m/d">
                  <c:v>44076</c:v>
                </c:pt>
                <c:pt idx="1767" c:formatCode="yyyy/m/d">
                  <c:v>44077</c:v>
                </c:pt>
                <c:pt idx="1768" c:formatCode="yyyy/m/d">
                  <c:v>44078</c:v>
                </c:pt>
                <c:pt idx="1769" c:formatCode="yyyy/m/d">
                  <c:v>44081</c:v>
                </c:pt>
                <c:pt idx="1770" c:formatCode="yyyy/m/d">
                  <c:v>44082</c:v>
                </c:pt>
                <c:pt idx="1771" c:formatCode="yyyy/m/d">
                  <c:v>44083</c:v>
                </c:pt>
                <c:pt idx="1772" c:formatCode="yyyy/m/d">
                  <c:v>44084</c:v>
                </c:pt>
                <c:pt idx="1773" c:formatCode="yyyy/m/d">
                  <c:v>44085</c:v>
                </c:pt>
                <c:pt idx="1774" c:formatCode="yyyy/m/d">
                  <c:v>44088</c:v>
                </c:pt>
                <c:pt idx="1775" c:formatCode="yyyy/m/d">
                  <c:v>44089</c:v>
                </c:pt>
                <c:pt idx="1776" c:formatCode="yyyy/m/d">
                  <c:v>44090</c:v>
                </c:pt>
                <c:pt idx="1777" c:formatCode="yyyy/m/d">
                  <c:v>44091</c:v>
                </c:pt>
                <c:pt idx="1778" c:formatCode="yyyy/m/d">
                  <c:v>44092</c:v>
                </c:pt>
                <c:pt idx="1779" c:formatCode="yyyy/m/d">
                  <c:v>44095</c:v>
                </c:pt>
                <c:pt idx="1780" c:formatCode="yyyy/m/d">
                  <c:v>44096</c:v>
                </c:pt>
                <c:pt idx="1781" c:formatCode="yyyy/m/d">
                  <c:v>44097</c:v>
                </c:pt>
                <c:pt idx="1782" c:formatCode="yyyy/m/d">
                  <c:v>44098</c:v>
                </c:pt>
                <c:pt idx="1783" c:formatCode="yyyy/m/d">
                  <c:v>44099</c:v>
                </c:pt>
                <c:pt idx="1784" c:formatCode="yyyy/m/d">
                  <c:v>44102</c:v>
                </c:pt>
                <c:pt idx="1785" c:formatCode="yyyy/m/d">
                  <c:v>44103</c:v>
                </c:pt>
                <c:pt idx="1786" c:formatCode="yyyy/m/d">
                  <c:v>44104</c:v>
                </c:pt>
                <c:pt idx="1787" c:formatCode="yyyy/m/d">
                  <c:v>44113</c:v>
                </c:pt>
                <c:pt idx="1788" c:formatCode="yyyy/m/d">
                  <c:v>44116</c:v>
                </c:pt>
                <c:pt idx="1789" c:formatCode="yyyy/m/d">
                  <c:v>44117</c:v>
                </c:pt>
                <c:pt idx="1790" c:formatCode="yyyy/m/d">
                  <c:v>44118</c:v>
                </c:pt>
                <c:pt idx="1791" c:formatCode="yyyy/m/d">
                  <c:v>44119</c:v>
                </c:pt>
                <c:pt idx="1792" c:formatCode="yyyy/m/d">
                  <c:v>44120</c:v>
                </c:pt>
                <c:pt idx="1793" c:formatCode="yyyy/m/d">
                  <c:v>44123</c:v>
                </c:pt>
                <c:pt idx="1794" c:formatCode="yyyy/m/d">
                  <c:v>44124</c:v>
                </c:pt>
                <c:pt idx="1795" c:formatCode="yyyy/m/d">
                  <c:v>44125</c:v>
                </c:pt>
                <c:pt idx="1796" c:formatCode="yyyy/m/d">
                  <c:v>44126</c:v>
                </c:pt>
                <c:pt idx="1797" c:formatCode="yyyy/m/d">
                  <c:v>44127</c:v>
                </c:pt>
                <c:pt idx="1798" c:formatCode="yyyy/m/d">
                  <c:v>44130</c:v>
                </c:pt>
                <c:pt idx="1799" c:formatCode="yyyy/m/d">
                  <c:v>44131</c:v>
                </c:pt>
                <c:pt idx="1800" c:formatCode="yyyy/m/d">
                  <c:v>44132</c:v>
                </c:pt>
                <c:pt idx="1801" c:formatCode="yyyy/m/d">
                  <c:v>44133</c:v>
                </c:pt>
                <c:pt idx="1802" c:formatCode="yyyy/m/d">
                  <c:v>44134</c:v>
                </c:pt>
                <c:pt idx="1803" c:formatCode="yyyy/m/d">
                  <c:v>44137</c:v>
                </c:pt>
                <c:pt idx="1804" c:formatCode="yyyy/m/d">
                  <c:v>44138</c:v>
                </c:pt>
                <c:pt idx="1805" c:formatCode="yyyy/m/d">
                  <c:v>44139</c:v>
                </c:pt>
                <c:pt idx="1806" c:formatCode="yyyy/m/d">
                  <c:v>44140</c:v>
                </c:pt>
                <c:pt idx="1807" c:formatCode="yyyy/m/d">
                  <c:v>44141</c:v>
                </c:pt>
                <c:pt idx="1808" c:formatCode="yyyy/m/d">
                  <c:v>44144</c:v>
                </c:pt>
                <c:pt idx="1809" c:formatCode="yyyy/m/d">
                  <c:v>44145</c:v>
                </c:pt>
                <c:pt idx="1810" c:formatCode="yyyy/m/d">
                  <c:v>44146</c:v>
                </c:pt>
                <c:pt idx="1811" c:formatCode="yyyy/m/d">
                  <c:v>44147</c:v>
                </c:pt>
                <c:pt idx="1812" c:formatCode="yyyy/m/d">
                  <c:v>44148</c:v>
                </c:pt>
                <c:pt idx="1813" c:formatCode="yyyy/m/d">
                  <c:v>44151</c:v>
                </c:pt>
                <c:pt idx="1814" c:formatCode="yyyy/m/d">
                  <c:v>44152</c:v>
                </c:pt>
                <c:pt idx="1815" c:formatCode="yyyy/m/d">
                  <c:v>44153</c:v>
                </c:pt>
                <c:pt idx="1816" c:formatCode="yyyy/m/d">
                  <c:v>44154</c:v>
                </c:pt>
                <c:pt idx="1817" c:formatCode="yyyy/m/d">
                  <c:v>44155</c:v>
                </c:pt>
                <c:pt idx="1818" c:formatCode="yyyy/m/d">
                  <c:v>44158</c:v>
                </c:pt>
                <c:pt idx="1819" c:formatCode="yyyy/m/d">
                  <c:v>44159</c:v>
                </c:pt>
                <c:pt idx="1820" c:formatCode="yyyy/m/d">
                  <c:v>44160</c:v>
                </c:pt>
                <c:pt idx="1821" c:formatCode="yyyy/m/d">
                  <c:v>44161</c:v>
                </c:pt>
                <c:pt idx="1822" c:formatCode="yyyy/m/d">
                  <c:v>44162</c:v>
                </c:pt>
                <c:pt idx="1823" c:formatCode="yyyy/m/d">
                  <c:v>44165</c:v>
                </c:pt>
                <c:pt idx="1824" c:formatCode="yyyy/m/d">
                  <c:v>44166</c:v>
                </c:pt>
                <c:pt idx="1825" c:formatCode="yyyy/m/d">
                  <c:v>44167</c:v>
                </c:pt>
                <c:pt idx="1826" c:formatCode="yyyy/m/d">
                  <c:v>44168</c:v>
                </c:pt>
                <c:pt idx="1827" c:formatCode="yyyy/m/d">
                  <c:v>44169</c:v>
                </c:pt>
                <c:pt idx="1828" c:formatCode="yyyy/m/d">
                  <c:v>44172</c:v>
                </c:pt>
                <c:pt idx="1829" c:formatCode="yyyy/m/d">
                  <c:v>44173</c:v>
                </c:pt>
                <c:pt idx="1830" c:formatCode="yyyy/m/d">
                  <c:v>44174</c:v>
                </c:pt>
                <c:pt idx="1831" c:formatCode="yyyy/m/d">
                  <c:v>44175</c:v>
                </c:pt>
                <c:pt idx="1832" c:formatCode="yyyy/m/d">
                  <c:v>44176</c:v>
                </c:pt>
                <c:pt idx="1833" c:formatCode="yyyy/m/d">
                  <c:v>44179</c:v>
                </c:pt>
                <c:pt idx="1834" c:formatCode="yyyy/m/d">
                  <c:v>44180</c:v>
                </c:pt>
                <c:pt idx="1835" c:formatCode="yyyy/m/d">
                  <c:v>44181</c:v>
                </c:pt>
                <c:pt idx="1836" c:formatCode="yyyy/m/d">
                  <c:v>44182</c:v>
                </c:pt>
                <c:pt idx="1837" c:formatCode="yyyy/m/d">
                  <c:v>44183</c:v>
                </c:pt>
                <c:pt idx="1838" c:formatCode="yyyy/m/d">
                  <c:v>44186</c:v>
                </c:pt>
                <c:pt idx="1839" c:formatCode="yyyy/m/d">
                  <c:v>44187</c:v>
                </c:pt>
                <c:pt idx="1840" c:formatCode="yyyy/m/d">
                  <c:v>44188</c:v>
                </c:pt>
                <c:pt idx="1841" c:formatCode="yyyy/m/d">
                  <c:v>44189</c:v>
                </c:pt>
                <c:pt idx="1842" c:formatCode="yyyy/m/d">
                  <c:v>44190</c:v>
                </c:pt>
                <c:pt idx="1843" c:formatCode="yyyy/m/d">
                  <c:v>44193</c:v>
                </c:pt>
                <c:pt idx="1844" c:formatCode="yyyy/m/d">
                  <c:v>44194</c:v>
                </c:pt>
                <c:pt idx="1845" c:formatCode="yyyy/m/d">
                  <c:v>44195</c:v>
                </c:pt>
                <c:pt idx="1846" c:formatCode="yyyy/m/d">
                  <c:v>44196</c:v>
                </c:pt>
                <c:pt idx="1847" c:formatCode="yyyy/m/d">
                  <c:v>44200</c:v>
                </c:pt>
                <c:pt idx="1848" c:formatCode="yyyy/m/d">
                  <c:v>44201</c:v>
                </c:pt>
                <c:pt idx="1849" c:formatCode="yyyy/m/d">
                  <c:v>44202</c:v>
                </c:pt>
                <c:pt idx="1850" c:formatCode="yyyy/m/d">
                  <c:v>44203</c:v>
                </c:pt>
                <c:pt idx="1851" c:formatCode="yyyy/m/d">
                  <c:v>44204</c:v>
                </c:pt>
                <c:pt idx="1852" c:formatCode="yyyy/m/d">
                  <c:v>44207</c:v>
                </c:pt>
                <c:pt idx="1853" c:formatCode="yyyy/m/d">
                  <c:v>44208</c:v>
                </c:pt>
                <c:pt idx="1854" c:formatCode="yyyy/m/d">
                  <c:v>44209</c:v>
                </c:pt>
                <c:pt idx="1855" c:formatCode="yyyy/m/d">
                  <c:v>44210</c:v>
                </c:pt>
                <c:pt idx="1856" c:formatCode="yyyy/m/d">
                  <c:v>44211</c:v>
                </c:pt>
                <c:pt idx="1857" c:formatCode="yyyy/m/d">
                  <c:v>44214</c:v>
                </c:pt>
                <c:pt idx="1858" c:formatCode="yyyy/m/d">
                  <c:v>44215</c:v>
                </c:pt>
                <c:pt idx="1859" c:formatCode="yyyy/m/d">
                  <c:v>44216</c:v>
                </c:pt>
                <c:pt idx="1860" c:formatCode="yyyy/m/d">
                  <c:v>44217</c:v>
                </c:pt>
                <c:pt idx="1861" c:formatCode="yyyy/m/d">
                  <c:v>44218</c:v>
                </c:pt>
                <c:pt idx="1862" c:formatCode="yyyy/m/d">
                  <c:v>44221</c:v>
                </c:pt>
                <c:pt idx="1863" c:formatCode="yyyy/m/d">
                  <c:v>44222</c:v>
                </c:pt>
                <c:pt idx="1864" c:formatCode="yyyy/m/d">
                  <c:v>44223</c:v>
                </c:pt>
                <c:pt idx="1865" c:formatCode="yyyy/m/d">
                  <c:v>44224</c:v>
                </c:pt>
                <c:pt idx="1866" c:formatCode="yyyy/m/d">
                  <c:v>44225</c:v>
                </c:pt>
                <c:pt idx="1867" c:formatCode="yyyy/m/d">
                  <c:v>44228</c:v>
                </c:pt>
                <c:pt idx="1868" c:formatCode="yyyy/m/d">
                  <c:v>44229</c:v>
                </c:pt>
                <c:pt idx="1869" c:formatCode="yyyy/m/d">
                  <c:v>44230</c:v>
                </c:pt>
                <c:pt idx="1870" c:formatCode="yyyy/m/d">
                  <c:v>44231</c:v>
                </c:pt>
                <c:pt idx="1871" c:formatCode="yyyy/m/d">
                  <c:v>44232</c:v>
                </c:pt>
                <c:pt idx="1872" c:formatCode="yyyy/m/d">
                  <c:v>44235</c:v>
                </c:pt>
                <c:pt idx="1873" c:formatCode="yyyy/m/d">
                  <c:v>44236</c:v>
                </c:pt>
                <c:pt idx="1874" c:formatCode="yyyy/m/d">
                  <c:v>44237</c:v>
                </c:pt>
                <c:pt idx="1875" c:formatCode="yyyy/m/d">
                  <c:v>44245</c:v>
                </c:pt>
                <c:pt idx="1876" c:formatCode="yyyy/m/d">
                  <c:v>44246</c:v>
                </c:pt>
                <c:pt idx="1877" c:formatCode="yyyy/m/d">
                  <c:v>44249</c:v>
                </c:pt>
                <c:pt idx="1878" c:formatCode="yyyy/m/d">
                  <c:v>44250</c:v>
                </c:pt>
                <c:pt idx="1879" c:formatCode="yyyy/m/d">
                  <c:v>44251</c:v>
                </c:pt>
                <c:pt idx="1880" c:formatCode="yyyy/m/d">
                  <c:v>44252</c:v>
                </c:pt>
                <c:pt idx="1881" c:formatCode="yyyy/m/d">
                  <c:v>44253</c:v>
                </c:pt>
                <c:pt idx="1882" c:formatCode="yyyy/m/d">
                  <c:v>44256</c:v>
                </c:pt>
                <c:pt idx="1883" c:formatCode="yyyy/m/d">
                  <c:v>44257</c:v>
                </c:pt>
                <c:pt idx="1884" c:formatCode="yyyy/m/d">
                  <c:v>44258</c:v>
                </c:pt>
                <c:pt idx="1885" c:formatCode="yyyy/m/d">
                  <c:v>44259</c:v>
                </c:pt>
                <c:pt idx="1886" c:formatCode="yyyy/m/d">
                  <c:v>44260</c:v>
                </c:pt>
                <c:pt idx="1887" c:formatCode="yyyy/m/d">
                  <c:v>44263</c:v>
                </c:pt>
                <c:pt idx="1888" c:formatCode="yyyy/m/d">
                  <c:v>44264</c:v>
                </c:pt>
                <c:pt idx="1889" c:formatCode="yyyy/m/d">
                  <c:v>44265</c:v>
                </c:pt>
                <c:pt idx="1890" c:formatCode="yyyy/m/d">
                  <c:v>44266</c:v>
                </c:pt>
                <c:pt idx="1891" c:formatCode="yyyy/m/d">
                  <c:v>44267</c:v>
                </c:pt>
                <c:pt idx="1892" c:formatCode="yyyy/m/d">
                  <c:v>44270</c:v>
                </c:pt>
                <c:pt idx="1893" c:formatCode="yyyy/m/d">
                  <c:v>44271</c:v>
                </c:pt>
                <c:pt idx="1894" c:formatCode="yyyy/m/d">
                  <c:v>44272</c:v>
                </c:pt>
                <c:pt idx="1895" c:formatCode="yyyy/m/d">
                  <c:v>44273</c:v>
                </c:pt>
                <c:pt idx="1896" c:formatCode="yyyy/m/d">
                  <c:v>44274</c:v>
                </c:pt>
                <c:pt idx="1897" c:formatCode="yyyy/m/d">
                  <c:v>44277</c:v>
                </c:pt>
                <c:pt idx="1898" c:formatCode="yyyy/m/d">
                  <c:v>44278</c:v>
                </c:pt>
                <c:pt idx="1899" c:formatCode="yyyy/m/d">
                  <c:v>44279</c:v>
                </c:pt>
                <c:pt idx="1900" c:formatCode="yyyy/m/d">
                  <c:v>44280</c:v>
                </c:pt>
                <c:pt idx="1901" c:formatCode="yyyy/m/d">
                  <c:v>44281</c:v>
                </c:pt>
                <c:pt idx="1902" c:formatCode="yyyy/m/d">
                  <c:v>44284</c:v>
                </c:pt>
                <c:pt idx="1903" c:formatCode="yyyy/m/d">
                  <c:v>44285</c:v>
                </c:pt>
                <c:pt idx="1904" c:formatCode="yyyy/m/d">
                  <c:v>44286</c:v>
                </c:pt>
                <c:pt idx="1905" c:formatCode="yyyy/m/d">
                  <c:v>44287</c:v>
                </c:pt>
                <c:pt idx="1906" c:formatCode="yyyy/m/d">
                  <c:v>44288</c:v>
                </c:pt>
                <c:pt idx="1907" c:formatCode="yyyy/m/d">
                  <c:v>44292</c:v>
                </c:pt>
                <c:pt idx="1908" c:formatCode="yyyy/m/d">
                  <c:v>44293</c:v>
                </c:pt>
                <c:pt idx="1909" c:formatCode="yyyy/m/d">
                  <c:v>44294</c:v>
                </c:pt>
                <c:pt idx="1910" c:formatCode="yyyy/m/d">
                  <c:v>44295</c:v>
                </c:pt>
                <c:pt idx="1911" c:formatCode="yyyy/m/d">
                  <c:v>44298</c:v>
                </c:pt>
                <c:pt idx="1912" c:formatCode="yyyy/m/d">
                  <c:v>44299</c:v>
                </c:pt>
                <c:pt idx="1913" c:formatCode="yyyy/m/d">
                  <c:v>44300</c:v>
                </c:pt>
                <c:pt idx="1914" c:formatCode="yyyy/m/d">
                  <c:v>44301</c:v>
                </c:pt>
                <c:pt idx="1915" c:formatCode="yyyy/m/d">
                  <c:v>44302</c:v>
                </c:pt>
                <c:pt idx="1916" c:formatCode="yyyy/m/d">
                  <c:v>44305</c:v>
                </c:pt>
                <c:pt idx="1917" c:formatCode="yyyy/m/d">
                  <c:v>44306</c:v>
                </c:pt>
                <c:pt idx="1918" c:formatCode="yyyy/m/d">
                  <c:v>44307</c:v>
                </c:pt>
                <c:pt idx="1919" c:formatCode="yyyy/m/d">
                  <c:v>44308</c:v>
                </c:pt>
                <c:pt idx="1920" c:formatCode="yyyy/m/d">
                  <c:v>44309</c:v>
                </c:pt>
                <c:pt idx="1921" c:formatCode="yyyy/m/d">
                  <c:v>44312</c:v>
                </c:pt>
                <c:pt idx="1922" c:formatCode="yyyy/m/d">
                  <c:v>44313</c:v>
                </c:pt>
                <c:pt idx="1923" c:formatCode="yyyy/m/d">
                  <c:v>44314</c:v>
                </c:pt>
                <c:pt idx="1924" c:formatCode="yyyy/m/d">
                  <c:v>44315</c:v>
                </c:pt>
                <c:pt idx="1925" c:formatCode="yyyy/m/d">
                  <c:v>44316</c:v>
                </c:pt>
                <c:pt idx="1926" c:formatCode="yyyy/m/d">
                  <c:v>44322</c:v>
                </c:pt>
                <c:pt idx="1927" c:formatCode="yyyy/m/d">
                  <c:v>44323</c:v>
                </c:pt>
                <c:pt idx="1928" c:formatCode="yyyy/m/d">
                  <c:v>44326</c:v>
                </c:pt>
                <c:pt idx="1929" c:formatCode="yyyy/m/d">
                  <c:v>44327</c:v>
                </c:pt>
                <c:pt idx="1930" c:formatCode="yyyy/m/d">
                  <c:v>44328</c:v>
                </c:pt>
                <c:pt idx="1931" c:formatCode="yyyy/m/d">
                  <c:v>44329</c:v>
                </c:pt>
                <c:pt idx="1932" c:formatCode="yyyy/m/d">
                  <c:v>44330</c:v>
                </c:pt>
                <c:pt idx="1933" c:formatCode="yyyy/m/d">
                  <c:v>44333</c:v>
                </c:pt>
                <c:pt idx="1934" c:formatCode="yyyy/m/d">
                  <c:v>44334</c:v>
                </c:pt>
                <c:pt idx="1935" c:formatCode="yyyy/m/d">
                  <c:v>44335</c:v>
                </c:pt>
                <c:pt idx="1936" c:formatCode="yyyy/m/d">
                  <c:v>44336</c:v>
                </c:pt>
                <c:pt idx="1937" c:formatCode="yyyy/m/d">
                  <c:v>44337</c:v>
                </c:pt>
                <c:pt idx="1938" c:formatCode="yyyy/m/d">
                  <c:v>44340</c:v>
                </c:pt>
                <c:pt idx="1939" c:formatCode="yyyy/m/d">
                  <c:v>44341</c:v>
                </c:pt>
                <c:pt idx="1940" c:formatCode="yyyy/m/d">
                  <c:v>44342</c:v>
                </c:pt>
                <c:pt idx="1941" c:formatCode="yyyy/m/d">
                  <c:v>44343</c:v>
                </c:pt>
                <c:pt idx="1942" c:formatCode="yyyy/m/d">
                  <c:v>44344</c:v>
                </c:pt>
                <c:pt idx="1943" c:formatCode="yyyy/m/d">
                  <c:v>44347</c:v>
                </c:pt>
                <c:pt idx="1944" c:formatCode="yyyy/m/d">
                  <c:v>44348</c:v>
                </c:pt>
                <c:pt idx="1945" c:formatCode="yyyy/m/d">
                  <c:v>44349</c:v>
                </c:pt>
                <c:pt idx="1946" c:formatCode="yyyy/m/d">
                  <c:v>44350</c:v>
                </c:pt>
                <c:pt idx="1947" c:formatCode="yyyy/m/d">
                  <c:v>44351</c:v>
                </c:pt>
                <c:pt idx="1948" c:formatCode="yyyy/m/d">
                  <c:v>44354</c:v>
                </c:pt>
                <c:pt idx="1949" c:formatCode="yyyy/m/d">
                  <c:v>44355</c:v>
                </c:pt>
                <c:pt idx="1950" c:formatCode="yyyy/m/d">
                  <c:v>44356</c:v>
                </c:pt>
                <c:pt idx="1951" c:formatCode="yyyy/m/d">
                  <c:v>44357</c:v>
                </c:pt>
                <c:pt idx="1952" c:formatCode="yyyy/m/d">
                  <c:v>44358</c:v>
                </c:pt>
                <c:pt idx="1953" c:formatCode="yyyy/m/d">
                  <c:v>44362</c:v>
                </c:pt>
                <c:pt idx="1954" c:formatCode="yyyy/m/d">
                  <c:v>44363</c:v>
                </c:pt>
                <c:pt idx="1955" c:formatCode="yyyy/m/d">
                  <c:v>44364</c:v>
                </c:pt>
                <c:pt idx="1956" c:formatCode="yyyy/m/d">
                  <c:v>44365</c:v>
                </c:pt>
                <c:pt idx="1957" c:formatCode="yyyy/m/d">
                  <c:v>44368</c:v>
                </c:pt>
                <c:pt idx="1958" c:formatCode="yyyy/m/d">
                  <c:v>44369</c:v>
                </c:pt>
                <c:pt idx="1959" c:formatCode="yyyy/m/d">
                  <c:v>44370</c:v>
                </c:pt>
                <c:pt idx="1960" c:formatCode="yyyy/m/d">
                  <c:v>44371</c:v>
                </c:pt>
                <c:pt idx="1961" c:formatCode="yyyy/m/d">
                  <c:v>44372</c:v>
                </c:pt>
                <c:pt idx="1962" c:formatCode="yyyy/m/d">
                  <c:v>44375</c:v>
                </c:pt>
                <c:pt idx="1963" c:formatCode="yyyy/m/d">
                  <c:v>44376</c:v>
                </c:pt>
                <c:pt idx="1964" c:formatCode="yyyy/m/d">
                  <c:v>44377</c:v>
                </c:pt>
                <c:pt idx="1965" c:formatCode="yyyy/m/d">
                  <c:v>44378</c:v>
                </c:pt>
                <c:pt idx="1966" c:formatCode="yyyy/m/d">
                  <c:v>44379</c:v>
                </c:pt>
                <c:pt idx="1967" c:formatCode="yyyy/m/d">
                  <c:v>44382</c:v>
                </c:pt>
                <c:pt idx="1968" c:formatCode="yyyy/m/d">
                  <c:v>44383</c:v>
                </c:pt>
                <c:pt idx="1969" c:formatCode="yyyy/m/d">
                  <c:v>44384</c:v>
                </c:pt>
                <c:pt idx="1970" c:formatCode="yyyy/m/d">
                  <c:v>44385</c:v>
                </c:pt>
                <c:pt idx="1971" c:formatCode="yyyy/m/d">
                  <c:v>44386</c:v>
                </c:pt>
                <c:pt idx="1972" c:formatCode="yyyy/m/d">
                  <c:v>44389</c:v>
                </c:pt>
                <c:pt idx="1973" c:formatCode="yyyy/m/d">
                  <c:v>44390</c:v>
                </c:pt>
                <c:pt idx="1974" c:formatCode="yyyy/m/d">
                  <c:v>44391</c:v>
                </c:pt>
                <c:pt idx="1975" c:formatCode="yyyy/m/d">
                  <c:v>44392</c:v>
                </c:pt>
                <c:pt idx="1976" c:formatCode="yyyy/m/d">
                  <c:v>44393</c:v>
                </c:pt>
                <c:pt idx="1977" c:formatCode="yyyy/m/d">
                  <c:v>44396</c:v>
                </c:pt>
                <c:pt idx="1978" c:formatCode="yyyy/m/d">
                  <c:v>44397</c:v>
                </c:pt>
                <c:pt idx="1979" c:formatCode="yyyy/m/d">
                  <c:v>44398</c:v>
                </c:pt>
                <c:pt idx="1980" c:formatCode="yyyy/m/d">
                  <c:v>44399</c:v>
                </c:pt>
                <c:pt idx="1981" c:formatCode="yyyy/m/d">
                  <c:v>44400</c:v>
                </c:pt>
                <c:pt idx="1982" c:formatCode="yyyy/m/d">
                  <c:v>44403</c:v>
                </c:pt>
                <c:pt idx="1983" c:formatCode="yyyy/m/d">
                  <c:v>44404</c:v>
                </c:pt>
                <c:pt idx="1984" c:formatCode="yyyy/m/d">
                  <c:v>44405</c:v>
                </c:pt>
                <c:pt idx="1985" c:formatCode="yyyy/m/d">
                  <c:v>44406</c:v>
                </c:pt>
                <c:pt idx="1986" c:formatCode="yyyy/m/d">
                  <c:v>44407</c:v>
                </c:pt>
                <c:pt idx="1987" c:formatCode="yyyy/m/d">
                  <c:v>44410</c:v>
                </c:pt>
                <c:pt idx="1988" c:formatCode="yyyy/m/d">
                  <c:v>44411</c:v>
                </c:pt>
                <c:pt idx="1989" c:formatCode="yyyy/m/d">
                  <c:v>44412</c:v>
                </c:pt>
                <c:pt idx="1990" c:formatCode="yyyy/m/d">
                  <c:v>44413</c:v>
                </c:pt>
                <c:pt idx="1991" c:formatCode="yyyy/m/d">
                  <c:v>44414</c:v>
                </c:pt>
                <c:pt idx="1992" c:formatCode="yyyy/m/d">
                  <c:v>44417</c:v>
                </c:pt>
                <c:pt idx="1993" c:formatCode="yyyy/m/d">
                  <c:v>44418</c:v>
                </c:pt>
                <c:pt idx="1994" c:formatCode="yyyy/m/d">
                  <c:v>44419</c:v>
                </c:pt>
                <c:pt idx="1995" c:formatCode="yyyy/m/d">
                  <c:v>44420</c:v>
                </c:pt>
                <c:pt idx="1996" c:formatCode="yyyy/m/d">
                  <c:v>44421</c:v>
                </c:pt>
                <c:pt idx="1997" c:formatCode="yyyy/m/d">
                  <c:v>44424</c:v>
                </c:pt>
                <c:pt idx="1998" c:formatCode="yyyy/m/d">
                  <c:v>44425</c:v>
                </c:pt>
                <c:pt idx="1999" c:formatCode="yyyy/m/d">
                  <c:v>44426</c:v>
                </c:pt>
                <c:pt idx="2000" c:formatCode="yyyy/m/d">
                  <c:v>44427</c:v>
                </c:pt>
                <c:pt idx="2001" c:formatCode="yyyy/m/d">
                  <c:v>44428</c:v>
                </c:pt>
                <c:pt idx="2002" c:formatCode="yyyy/m/d">
                  <c:v>44431</c:v>
                </c:pt>
                <c:pt idx="2003" c:formatCode="yyyy/m/d">
                  <c:v>44432</c:v>
                </c:pt>
                <c:pt idx="2004" c:formatCode="yyyy/m/d">
                  <c:v>44433</c:v>
                </c:pt>
                <c:pt idx="2005" c:formatCode="yyyy/m/d">
                  <c:v>44434</c:v>
                </c:pt>
                <c:pt idx="2006" c:formatCode="yyyy/m/d">
                  <c:v>44435</c:v>
                </c:pt>
                <c:pt idx="2007" c:formatCode="yyyy/m/d">
                  <c:v>44438</c:v>
                </c:pt>
                <c:pt idx="2008" c:formatCode="yyyy/m/d">
                  <c:v>44439</c:v>
                </c:pt>
                <c:pt idx="2009" c:formatCode="yyyy/m/d">
                  <c:v>44440</c:v>
                </c:pt>
                <c:pt idx="2010" c:formatCode="yyyy/m/d">
                  <c:v>44441</c:v>
                </c:pt>
                <c:pt idx="2011" c:formatCode="yyyy/m/d">
                  <c:v>44442</c:v>
                </c:pt>
                <c:pt idx="2012" c:formatCode="yyyy/m/d">
                  <c:v>44445</c:v>
                </c:pt>
                <c:pt idx="2013" c:formatCode="yyyy/m/d">
                  <c:v>44446</c:v>
                </c:pt>
                <c:pt idx="2014" c:formatCode="yyyy/m/d">
                  <c:v>44447</c:v>
                </c:pt>
                <c:pt idx="2015" c:formatCode="yyyy/m/d">
                  <c:v>44448</c:v>
                </c:pt>
                <c:pt idx="2016" c:formatCode="yyyy/m/d">
                  <c:v>44449</c:v>
                </c:pt>
                <c:pt idx="2017" c:formatCode="yyyy/m/d">
                  <c:v>44452</c:v>
                </c:pt>
                <c:pt idx="2018" c:formatCode="yyyy/m/d">
                  <c:v>44453</c:v>
                </c:pt>
                <c:pt idx="2019" c:formatCode="yyyy/m/d">
                  <c:v>44454</c:v>
                </c:pt>
                <c:pt idx="2020" c:formatCode="yyyy/m/d">
                  <c:v>44455</c:v>
                </c:pt>
                <c:pt idx="2021" c:formatCode="yyyy/m/d">
                  <c:v>44456</c:v>
                </c:pt>
                <c:pt idx="2022" c:formatCode="yyyy/m/d">
                  <c:v>44461</c:v>
                </c:pt>
                <c:pt idx="2023" c:formatCode="yyyy/m/d">
                  <c:v>44462</c:v>
                </c:pt>
                <c:pt idx="2024" c:formatCode="yyyy/m/d">
                  <c:v>44463</c:v>
                </c:pt>
                <c:pt idx="2025" c:formatCode="yyyy/m/d">
                  <c:v>44466</c:v>
                </c:pt>
                <c:pt idx="2026" c:formatCode="yyyy/m/d">
                  <c:v>44467</c:v>
                </c:pt>
                <c:pt idx="2027" c:formatCode="yyyy/m/d">
                  <c:v>44468</c:v>
                </c:pt>
                <c:pt idx="2028" c:formatCode="yyyy/m/d">
                  <c:v>44469</c:v>
                </c:pt>
                <c:pt idx="2029" c:formatCode="yyyy/m/d">
                  <c:v>44477</c:v>
                </c:pt>
                <c:pt idx="2030" c:formatCode="yyyy/m/d">
                  <c:v>44480</c:v>
                </c:pt>
                <c:pt idx="2031" c:formatCode="yyyy/m/d">
                  <c:v>44481</c:v>
                </c:pt>
                <c:pt idx="2032" c:formatCode="yyyy/m/d">
                  <c:v>44482</c:v>
                </c:pt>
                <c:pt idx="2033" c:formatCode="yyyy/m/d">
                  <c:v>44483</c:v>
                </c:pt>
                <c:pt idx="2034" c:formatCode="yyyy/m/d">
                  <c:v>44484</c:v>
                </c:pt>
                <c:pt idx="2035" c:formatCode="yyyy/m/d">
                  <c:v>44487</c:v>
                </c:pt>
                <c:pt idx="2036" c:formatCode="yyyy/m/d">
                  <c:v>44488</c:v>
                </c:pt>
                <c:pt idx="2037" c:formatCode="yyyy/m/d">
                  <c:v>44489</c:v>
                </c:pt>
                <c:pt idx="2038" c:formatCode="yyyy/m/d">
                  <c:v>44490</c:v>
                </c:pt>
                <c:pt idx="2039" c:formatCode="yyyy/m/d">
                  <c:v>44491</c:v>
                </c:pt>
                <c:pt idx="2040" c:formatCode="yyyy/m/d">
                  <c:v>44494</c:v>
                </c:pt>
                <c:pt idx="2041" c:formatCode="yyyy/m/d">
                  <c:v>44495</c:v>
                </c:pt>
                <c:pt idx="2042" c:formatCode="yyyy/m/d">
                  <c:v>44496</c:v>
                </c:pt>
                <c:pt idx="2043" c:formatCode="yyyy/m/d">
                  <c:v>44497</c:v>
                </c:pt>
                <c:pt idx="2044" c:formatCode="yyyy/m/d">
                  <c:v>44498</c:v>
                </c:pt>
                <c:pt idx="2045" c:formatCode="yyyy/m/d">
                  <c:v>44501</c:v>
                </c:pt>
                <c:pt idx="2046" c:formatCode="yyyy/m/d">
                  <c:v>44502</c:v>
                </c:pt>
                <c:pt idx="2047" c:formatCode="yyyy/m/d">
                  <c:v>44503</c:v>
                </c:pt>
                <c:pt idx="2048" c:formatCode="yyyy/m/d">
                  <c:v>44504</c:v>
                </c:pt>
                <c:pt idx="2049" c:formatCode="yyyy/m/d">
                  <c:v>44505</c:v>
                </c:pt>
                <c:pt idx="2050" c:formatCode="yyyy/m/d">
                  <c:v>44508</c:v>
                </c:pt>
                <c:pt idx="2051" c:formatCode="yyyy/m/d">
                  <c:v>44509</c:v>
                </c:pt>
                <c:pt idx="2052" c:formatCode="yyyy/m/d">
                  <c:v>44510</c:v>
                </c:pt>
                <c:pt idx="2053" c:formatCode="yyyy/m/d">
                  <c:v>44511</c:v>
                </c:pt>
                <c:pt idx="2054" c:formatCode="yyyy/m/d">
                  <c:v>44512</c:v>
                </c:pt>
                <c:pt idx="2055" c:formatCode="yyyy/m/d">
                  <c:v>44515</c:v>
                </c:pt>
                <c:pt idx="2056" c:formatCode="yyyy/m/d">
                  <c:v>44516</c:v>
                </c:pt>
                <c:pt idx="2057" c:formatCode="yyyy/m/d">
                  <c:v>44517</c:v>
                </c:pt>
                <c:pt idx="2058" c:formatCode="yyyy/m/d">
                  <c:v>44518</c:v>
                </c:pt>
                <c:pt idx="2059" c:formatCode="yyyy/m/d">
                  <c:v>44519</c:v>
                </c:pt>
                <c:pt idx="2060" c:formatCode="yyyy/m/d">
                  <c:v>44522</c:v>
                </c:pt>
                <c:pt idx="2061" c:formatCode="yyyy/m/d">
                  <c:v>44523</c:v>
                </c:pt>
                <c:pt idx="2062" c:formatCode="yyyy/m/d">
                  <c:v>44524</c:v>
                </c:pt>
                <c:pt idx="2063" c:formatCode="yyyy/m/d">
                  <c:v>44525</c:v>
                </c:pt>
                <c:pt idx="2064" c:formatCode="yyyy/m/d">
                  <c:v>44526</c:v>
                </c:pt>
                <c:pt idx="2065" c:formatCode="yyyy/m/d">
                  <c:v>44529</c:v>
                </c:pt>
                <c:pt idx="2066" c:formatCode="yyyy/m/d">
                  <c:v>44530</c:v>
                </c:pt>
                <c:pt idx="2067" c:formatCode="yyyy/m/d">
                  <c:v>44531</c:v>
                </c:pt>
                <c:pt idx="2068" c:formatCode="yyyy/m/d">
                  <c:v>44532</c:v>
                </c:pt>
                <c:pt idx="2069" c:formatCode="yyyy/m/d">
                  <c:v>44533</c:v>
                </c:pt>
                <c:pt idx="2070" c:formatCode="yyyy/m/d">
                  <c:v>44536</c:v>
                </c:pt>
                <c:pt idx="2071" c:formatCode="yyyy/m/d">
                  <c:v>44537</c:v>
                </c:pt>
                <c:pt idx="2072" c:formatCode="yyyy/m/d">
                  <c:v>44538</c:v>
                </c:pt>
                <c:pt idx="2073" c:formatCode="yyyy/m/d">
                  <c:v>44539</c:v>
                </c:pt>
                <c:pt idx="2074" c:formatCode="yyyy/m/d">
                  <c:v>44540</c:v>
                </c:pt>
                <c:pt idx="2075" c:formatCode="yyyy/m/d">
                  <c:v>44543</c:v>
                </c:pt>
                <c:pt idx="2076" c:formatCode="yyyy/m/d">
                  <c:v>44544</c:v>
                </c:pt>
                <c:pt idx="2077" c:formatCode="yyyy/m/d">
                  <c:v>44545</c:v>
                </c:pt>
                <c:pt idx="2078" c:formatCode="yyyy/m/d">
                  <c:v>44546</c:v>
                </c:pt>
                <c:pt idx="2079" c:formatCode="yyyy/m/d">
                  <c:v>44547</c:v>
                </c:pt>
                <c:pt idx="2080" c:formatCode="yyyy/m/d">
                  <c:v>44550</c:v>
                </c:pt>
                <c:pt idx="2081" c:formatCode="yyyy/m/d">
                  <c:v>44551</c:v>
                </c:pt>
                <c:pt idx="2082" c:formatCode="yyyy/m/d">
                  <c:v>44552</c:v>
                </c:pt>
                <c:pt idx="2083" c:formatCode="yyyy/m/d">
                  <c:v>44553</c:v>
                </c:pt>
                <c:pt idx="2084" c:formatCode="yyyy/m/d">
                  <c:v>44554</c:v>
                </c:pt>
                <c:pt idx="2085" c:formatCode="yyyy/m/d">
                  <c:v>44557</c:v>
                </c:pt>
                <c:pt idx="2086" c:formatCode="yyyy/m/d">
                  <c:v>44558</c:v>
                </c:pt>
                <c:pt idx="2087" c:formatCode="yyyy/m/d">
                  <c:v>44559</c:v>
                </c:pt>
                <c:pt idx="2088" c:formatCode="yyyy/m/d">
                  <c:v>44560</c:v>
                </c:pt>
                <c:pt idx="2089" c:formatCode="yyyy/m/d">
                  <c:v>44561</c:v>
                </c:pt>
                <c:pt idx="2090" c:formatCode="yyyy/m/d">
                  <c:v>44565</c:v>
                </c:pt>
                <c:pt idx="2091" c:formatCode="yyyy/m/d">
                  <c:v>44566</c:v>
                </c:pt>
                <c:pt idx="2092" c:formatCode="yyyy/m/d">
                  <c:v>44567</c:v>
                </c:pt>
                <c:pt idx="2093" c:formatCode="yyyy/m/d">
                  <c:v>44568</c:v>
                </c:pt>
                <c:pt idx="2094" c:formatCode="yyyy/m/d">
                  <c:v>44571</c:v>
                </c:pt>
                <c:pt idx="2095" c:formatCode="yyyy/m/d">
                  <c:v>44572</c:v>
                </c:pt>
                <c:pt idx="2096" c:formatCode="yyyy/m/d">
                  <c:v>44573</c:v>
                </c:pt>
                <c:pt idx="2097" c:formatCode="yyyy/m/d">
                  <c:v>44574</c:v>
                </c:pt>
                <c:pt idx="2098" c:formatCode="yyyy/m/d">
                  <c:v>44575</c:v>
                </c:pt>
                <c:pt idx="2099" c:formatCode="yyyy/m/d">
                  <c:v>44578</c:v>
                </c:pt>
                <c:pt idx="2100" c:formatCode="yyyy/m/d">
                  <c:v>44579</c:v>
                </c:pt>
                <c:pt idx="2101" c:formatCode="yyyy/m/d">
                  <c:v>44580</c:v>
                </c:pt>
                <c:pt idx="2102" c:formatCode="yyyy/m/d">
                  <c:v>44581</c:v>
                </c:pt>
                <c:pt idx="2103" c:formatCode="yyyy/m/d">
                  <c:v>44582</c:v>
                </c:pt>
                <c:pt idx="2104" c:formatCode="yyyy/m/d">
                  <c:v>44585</c:v>
                </c:pt>
                <c:pt idx="2105" c:formatCode="yyyy/m/d">
                  <c:v>44586</c:v>
                </c:pt>
                <c:pt idx="2106" c:formatCode="yyyy/m/d">
                  <c:v>44587</c:v>
                </c:pt>
                <c:pt idx="2107" c:formatCode="yyyy/m/d">
                  <c:v>44588</c:v>
                </c:pt>
                <c:pt idx="2108" c:formatCode="yyyy/m/d">
                  <c:v>44589</c:v>
                </c:pt>
                <c:pt idx="2109" c:formatCode="yyyy/m/d">
                  <c:v>44599</c:v>
                </c:pt>
                <c:pt idx="2110" c:formatCode="yyyy/m/d">
                  <c:v>44600</c:v>
                </c:pt>
                <c:pt idx="2111" c:formatCode="yyyy/m/d">
                  <c:v>44601</c:v>
                </c:pt>
                <c:pt idx="2112" c:formatCode="yyyy/m/d">
                  <c:v>44602</c:v>
                </c:pt>
                <c:pt idx="2113" c:formatCode="yyyy/m/d">
                  <c:v>44603</c:v>
                </c:pt>
                <c:pt idx="2114" c:formatCode="yyyy/m/d">
                  <c:v>44606</c:v>
                </c:pt>
                <c:pt idx="2115" c:formatCode="yyyy/m/d">
                  <c:v>44607</c:v>
                </c:pt>
                <c:pt idx="2116" c:formatCode="yyyy/m/d">
                  <c:v>44608</c:v>
                </c:pt>
                <c:pt idx="2117" c:formatCode="yyyy/m/d">
                  <c:v>44609</c:v>
                </c:pt>
                <c:pt idx="2118" c:formatCode="yyyy/m/d">
                  <c:v>44610</c:v>
                </c:pt>
                <c:pt idx="2119" c:formatCode="yyyy/m/d">
                  <c:v>44613</c:v>
                </c:pt>
                <c:pt idx="2120" c:formatCode="yyyy/m/d">
                  <c:v>44614</c:v>
                </c:pt>
                <c:pt idx="2121" c:formatCode="yyyy/m/d">
                  <c:v>44615</c:v>
                </c:pt>
                <c:pt idx="2122" c:formatCode="yyyy/m/d">
                  <c:v>44616</c:v>
                </c:pt>
                <c:pt idx="2123" c:formatCode="yyyy/m/d">
                  <c:v>44617</c:v>
                </c:pt>
                <c:pt idx="2124" c:formatCode="yyyy/m/d">
                  <c:v>44620</c:v>
                </c:pt>
                <c:pt idx="2125" c:formatCode="yyyy/m/d">
                  <c:v>44621</c:v>
                </c:pt>
                <c:pt idx="2126" c:formatCode="yyyy/m/d">
                  <c:v>44622</c:v>
                </c:pt>
                <c:pt idx="2127" c:formatCode="yyyy/m/d">
                  <c:v>44623</c:v>
                </c:pt>
                <c:pt idx="2128" c:formatCode="yyyy/m/d">
                  <c:v>44624</c:v>
                </c:pt>
                <c:pt idx="2129" c:formatCode="yyyy/m/d">
                  <c:v>44627</c:v>
                </c:pt>
                <c:pt idx="2130" c:formatCode="yyyy/m/d">
                  <c:v>44628</c:v>
                </c:pt>
                <c:pt idx="2131" c:formatCode="yyyy/m/d">
                  <c:v>44629</c:v>
                </c:pt>
                <c:pt idx="2132" c:formatCode="yyyy/m/d">
                  <c:v>44630</c:v>
                </c:pt>
                <c:pt idx="2133" c:formatCode="yyyy/m/d">
                  <c:v>44631</c:v>
                </c:pt>
                <c:pt idx="2134" c:formatCode="yyyy/m/d">
                  <c:v>44634</c:v>
                </c:pt>
                <c:pt idx="2135" c:formatCode="yyyy/m/d">
                  <c:v>44635</c:v>
                </c:pt>
                <c:pt idx="2136" c:formatCode="yyyy/m/d">
                  <c:v>44636</c:v>
                </c:pt>
                <c:pt idx="2137" c:formatCode="yyyy/m/d">
                  <c:v>44637</c:v>
                </c:pt>
                <c:pt idx="2138" c:formatCode="yyyy/m/d">
                  <c:v>44638</c:v>
                </c:pt>
                <c:pt idx="2139" c:formatCode="yyyy/m/d">
                  <c:v>44641</c:v>
                </c:pt>
                <c:pt idx="2140" c:formatCode="yyyy/m/d">
                  <c:v>44642</c:v>
                </c:pt>
                <c:pt idx="2141" c:formatCode="yyyy/m/d">
                  <c:v>44643</c:v>
                </c:pt>
                <c:pt idx="2142" c:formatCode="yyyy/m/d">
                  <c:v>44644</c:v>
                </c:pt>
                <c:pt idx="2143" c:formatCode="yyyy/m/d">
                  <c:v>44645</c:v>
                </c:pt>
                <c:pt idx="2144" c:formatCode="yyyy/m/d">
                  <c:v>44648</c:v>
                </c:pt>
                <c:pt idx="2145" c:formatCode="yyyy/m/d">
                  <c:v>44649</c:v>
                </c:pt>
                <c:pt idx="2146" c:formatCode="yyyy/m/d">
                  <c:v>44650</c:v>
                </c:pt>
                <c:pt idx="2147" c:formatCode="yyyy/m/d">
                  <c:v>44651</c:v>
                </c:pt>
                <c:pt idx="2148" c:formatCode="yyyy/m/d">
                  <c:v>44652</c:v>
                </c:pt>
                <c:pt idx="2149" c:formatCode="yyyy/m/d">
                  <c:v>44657</c:v>
                </c:pt>
                <c:pt idx="2150" c:formatCode="yyyy/m/d">
                  <c:v>44658</c:v>
                </c:pt>
                <c:pt idx="2151" c:formatCode="yyyy/m/d">
                  <c:v>44659</c:v>
                </c:pt>
                <c:pt idx="2152" c:formatCode="yyyy/m/d">
                  <c:v>44662</c:v>
                </c:pt>
                <c:pt idx="2153" c:formatCode="yyyy/m/d">
                  <c:v>44663</c:v>
                </c:pt>
                <c:pt idx="2154" c:formatCode="yyyy/m/d">
                  <c:v>44664</c:v>
                </c:pt>
                <c:pt idx="2155" c:formatCode="yyyy/m/d">
                  <c:v>44665</c:v>
                </c:pt>
                <c:pt idx="2156" c:formatCode="yyyy/m/d">
                  <c:v>44666</c:v>
                </c:pt>
                <c:pt idx="2157" c:formatCode="yyyy/m/d">
                  <c:v>44669</c:v>
                </c:pt>
                <c:pt idx="2158" c:formatCode="yyyy/m/d">
                  <c:v>44670</c:v>
                </c:pt>
                <c:pt idx="2159" c:formatCode="yyyy/m/d">
                  <c:v>44671</c:v>
                </c:pt>
                <c:pt idx="2160" c:formatCode="yyyy/m/d">
                  <c:v>44672</c:v>
                </c:pt>
                <c:pt idx="2161" c:formatCode="yyyy/m/d">
                  <c:v>44673</c:v>
                </c:pt>
                <c:pt idx="2162" c:formatCode="yyyy/m/d">
                  <c:v>44676</c:v>
                </c:pt>
                <c:pt idx="2163" c:formatCode="yyyy/m/d">
                  <c:v>44677</c:v>
                </c:pt>
                <c:pt idx="2164" c:formatCode="yyyy/m/d">
                  <c:v>44678</c:v>
                </c:pt>
                <c:pt idx="2165" c:formatCode="yyyy/m/d">
                  <c:v>44679</c:v>
                </c:pt>
                <c:pt idx="2166" c:formatCode="yyyy/m/d">
                  <c:v>44680</c:v>
                </c:pt>
                <c:pt idx="2167" c:formatCode="yyyy/m/d">
                  <c:v>44686</c:v>
                </c:pt>
                <c:pt idx="2168" c:formatCode="yyyy/m/d">
                  <c:v>44687</c:v>
                </c:pt>
                <c:pt idx="2169" c:formatCode="yyyy/m/d">
                  <c:v>44690</c:v>
                </c:pt>
                <c:pt idx="2170" c:formatCode="yyyy/m/d">
                  <c:v>44691</c:v>
                </c:pt>
                <c:pt idx="2171" c:formatCode="yyyy/m/d">
                  <c:v>44692</c:v>
                </c:pt>
                <c:pt idx="2172" c:formatCode="yyyy/m/d">
                  <c:v>44693</c:v>
                </c:pt>
                <c:pt idx="2173" c:formatCode="yyyy/m/d">
                  <c:v>44694</c:v>
                </c:pt>
                <c:pt idx="2174" c:formatCode="yyyy/m/d">
                  <c:v>44697</c:v>
                </c:pt>
                <c:pt idx="2175" c:formatCode="yyyy/m/d">
                  <c:v>44698</c:v>
                </c:pt>
                <c:pt idx="2176" c:formatCode="yyyy/m/d">
                  <c:v>44699</c:v>
                </c:pt>
                <c:pt idx="2177" c:formatCode="yyyy/m/d">
                  <c:v>44700</c:v>
                </c:pt>
                <c:pt idx="2178" c:formatCode="yyyy/m/d">
                  <c:v>44701</c:v>
                </c:pt>
                <c:pt idx="2179" c:formatCode="yyyy/m/d">
                  <c:v>44704</c:v>
                </c:pt>
                <c:pt idx="2180" c:formatCode="yyyy/m/d">
                  <c:v>44705</c:v>
                </c:pt>
                <c:pt idx="2181" c:formatCode="yyyy/m/d">
                  <c:v>44706</c:v>
                </c:pt>
                <c:pt idx="2182" c:formatCode="yyyy/m/d">
                  <c:v>44707</c:v>
                </c:pt>
                <c:pt idx="2183" c:formatCode="yyyy/m/d">
                  <c:v>44708</c:v>
                </c:pt>
                <c:pt idx="2184" c:formatCode="yyyy/m/d">
                  <c:v>44711</c:v>
                </c:pt>
                <c:pt idx="2185" c:formatCode="yyyy/m/d">
                  <c:v>44712</c:v>
                </c:pt>
                <c:pt idx="2186" c:formatCode="yyyy/m/d">
                  <c:v>44713</c:v>
                </c:pt>
                <c:pt idx="2187" c:formatCode="yyyy/m/d">
                  <c:v>44714</c:v>
                </c:pt>
                <c:pt idx="2188" c:formatCode="yyyy/m/d">
                  <c:v>44718</c:v>
                </c:pt>
                <c:pt idx="2189" c:formatCode="yyyy/m/d">
                  <c:v>44719</c:v>
                </c:pt>
                <c:pt idx="2190" c:formatCode="yyyy/m/d">
                  <c:v>44720</c:v>
                </c:pt>
                <c:pt idx="2191" c:formatCode="yyyy/m/d">
                  <c:v>44721</c:v>
                </c:pt>
                <c:pt idx="2192" c:formatCode="yyyy/m/d">
                  <c:v>44722</c:v>
                </c:pt>
                <c:pt idx="2193" c:formatCode="yyyy/m/d">
                  <c:v>44725</c:v>
                </c:pt>
                <c:pt idx="2194" c:formatCode="yyyy/m/d">
                  <c:v>44726</c:v>
                </c:pt>
                <c:pt idx="2195" c:formatCode="yyyy/m/d">
                  <c:v>44727</c:v>
                </c:pt>
                <c:pt idx="2196" c:formatCode="yyyy/m/d">
                  <c:v>44728</c:v>
                </c:pt>
                <c:pt idx="2197" c:formatCode="yyyy/m/d">
                  <c:v>44729</c:v>
                </c:pt>
                <c:pt idx="2198" c:formatCode="yyyy/m/d">
                  <c:v>44732</c:v>
                </c:pt>
                <c:pt idx="2199" c:formatCode="yyyy/m/d">
                  <c:v>44733</c:v>
                </c:pt>
                <c:pt idx="2200" c:formatCode="yyyy/m/d">
                  <c:v>44734</c:v>
                </c:pt>
                <c:pt idx="2201" c:formatCode="yyyy/m/d">
                  <c:v>44735</c:v>
                </c:pt>
                <c:pt idx="2202" c:formatCode="yyyy/m/d">
                  <c:v>44736</c:v>
                </c:pt>
                <c:pt idx="2203" c:formatCode="yyyy/m/d">
                  <c:v>44739</c:v>
                </c:pt>
                <c:pt idx="2204" c:formatCode="yyyy/m/d">
                  <c:v>44740</c:v>
                </c:pt>
                <c:pt idx="2205" c:formatCode="yyyy/m/d">
                  <c:v>44741</c:v>
                </c:pt>
                <c:pt idx="2206" c:formatCode="yyyy/m/d">
                  <c:v>44742</c:v>
                </c:pt>
                <c:pt idx="2207" c:formatCode="yyyy/m/d">
                  <c:v>44743</c:v>
                </c:pt>
                <c:pt idx="2208" c:formatCode="yyyy/m/d">
                  <c:v>44746</c:v>
                </c:pt>
                <c:pt idx="2209" c:formatCode="yyyy/m/d">
                  <c:v>44747</c:v>
                </c:pt>
                <c:pt idx="2210" c:formatCode="yyyy/m/d">
                  <c:v>44748</c:v>
                </c:pt>
                <c:pt idx="2211" c:formatCode="yyyy/m/d">
                  <c:v>44749</c:v>
                </c:pt>
                <c:pt idx="2212" c:formatCode="yyyy/m/d">
                  <c:v>44750</c:v>
                </c:pt>
                <c:pt idx="2213" c:formatCode="yyyy/m/d">
                  <c:v>44753</c:v>
                </c:pt>
                <c:pt idx="2214" c:formatCode="yyyy/m/d">
                  <c:v>44754</c:v>
                </c:pt>
                <c:pt idx="2215" c:formatCode="yyyy/m/d">
                  <c:v>44755</c:v>
                </c:pt>
                <c:pt idx="2216" c:formatCode="yyyy/m/d">
                  <c:v>44756</c:v>
                </c:pt>
                <c:pt idx="2217" c:formatCode="yyyy/m/d">
                  <c:v>44757</c:v>
                </c:pt>
                <c:pt idx="2218" c:formatCode="yyyy/m/d">
                  <c:v>44760</c:v>
                </c:pt>
                <c:pt idx="2219" c:formatCode="yyyy/m/d">
                  <c:v>44761</c:v>
                </c:pt>
                <c:pt idx="2220" c:formatCode="yyyy/m/d">
                  <c:v>44762</c:v>
                </c:pt>
                <c:pt idx="2221" c:formatCode="yyyy/m/d">
                  <c:v>44763</c:v>
                </c:pt>
                <c:pt idx="2222" c:formatCode="yyyy/m/d">
                  <c:v>44764</c:v>
                </c:pt>
                <c:pt idx="2223" c:formatCode="yyyy/m/d">
                  <c:v>44767</c:v>
                </c:pt>
                <c:pt idx="2224" c:formatCode="yyyy/m/d">
                  <c:v>44768</c:v>
                </c:pt>
                <c:pt idx="2225" c:formatCode="yyyy/m/d">
                  <c:v>44769</c:v>
                </c:pt>
                <c:pt idx="2226" c:formatCode="yyyy/m/d">
                  <c:v>44770</c:v>
                </c:pt>
                <c:pt idx="2227" c:formatCode="yyyy/m/d">
                  <c:v>44771</c:v>
                </c:pt>
                <c:pt idx="2228" c:formatCode="yyyy/m/d">
                  <c:v>44774</c:v>
                </c:pt>
                <c:pt idx="2229" c:formatCode="yyyy/m/d">
                  <c:v>44775</c:v>
                </c:pt>
                <c:pt idx="2230" c:formatCode="yyyy/m/d">
                  <c:v>44776</c:v>
                </c:pt>
                <c:pt idx="2231" c:formatCode="yyyy/m/d">
                  <c:v>44777</c:v>
                </c:pt>
                <c:pt idx="2232" c:formatCode="yyyy/m/d">
                  <c:v>44778</c:v>
                </c:pt>
                <c:pt idx="2233" c:formatCode="yyyy/m/d">
                  <c:v>44781</c:v>
                </c:pt>
                <c:pt idx="2234" c:formatCode="yyyy/m/d">
                  <c:v>44782</c:v>
                </c:pt>
                <c:pt idx="2235" c:formatCode="yyyy/m/d">
                  <c:v>44783</c:v>
                </c:pt>
                <c:pt idx="2236" c:formatCode="yyyy/m/d">
                  <c:v>44784</c:v>
                </c:pt>
                <c:pt idx="2237" c:formatCode="yyyy/m/d">
                  <c:v>44785</c:v>
                </c:pt>
                <c:pt idx="2238" c:formatCode="yyyy/m/d">
                  <c:v>44788</c:v>
                </c:pt>
                <c:pt idx="2239" c:formatCode="yyyy/m/d">
                  <c:v>44789</c:v>
                </c:pt>
                <c:pt idx="2240" c:formatCode="yyyy/m/d">
                  <c:v>44790</c:v>
                </c:pt>
                <c:pt idx="2241" c:formatCode="yyyy/m/d">
                  <c:v>44791</c:v>
                </c:pt>
                <c:pt idx="2242" c:formatCode="yyyy/m/d">
                  <c:v>44792</c:v>
                </c:pt>
                <c:pt idx="2243" c:formatCode="yyyy/m/d">
                  <c:v>44795</c:v>
                </c:pt>
                <c:pt idx="2244" c:formatCode="yyyy/m/d">
                  <c:v>44796</c:v>
                </c:pt>
                <c:pt idx="2245" c:formatCode="yyyy/m/d">
                  <c:v>44797</c:v>
                </c:pt>
                <c:pt idx="2246" c:formatCode="yyyy/m/d">
                  <c:v>44798</c:v>
                </c:pt>
                <c:pt idx="2247" c:formatCode="yyyy/m/d">
                  <c:v>44799</c:v>
                </c:pt>
                <c:pt idx="2248" c:formatCode="yyyy/m/d">
                  <c:v>44802</c:v>
                </c:pt>
                <c:pt idx="2249" c:formatCode="yyyy/m/d">
                  <c:v>44803</c:v>
                </c:pt>
                <c:pt idx="2250" c:formatCode="yyyy/m/d">
                  <c:v>44804</c:v>
                </c:pt>
                <c:pt idx="2251" c:formatCode="yyyy/m/d">
                  <c:v>44805</c:v>
                </c:pt>
                <c:pt idx="2252" c:formatCode="yyyy/m/d">
                  <c:v>44806</c:v>
                </c:pt>
                <c:pt idx="2253" c:formatCode="yyyy/m/d">
                  <c:v>44809</c:v>
                </c:pt>
                <c:pt idx="2254" c:formatCode="yyyy/m/d">
                  <c:v>44810</c:v>
                </c:pt>
                <c:pt idx="2255" c:formatCode="yyyy/m/d">
                  <c:v>44811</c:v>
                </c:pt>
                <c:pt idx="2256" c:formatCode="yyyy/m/d">
                  <c:v>44812</c:v>
                </c:pt>
                <c:pt idx="2257" c:formatCode="yyyy/m/d">
                  <c:v>44813</c:v>
                </c:pt>
                <c:pt idx="2258" c:formatCode="yyyy/m/d">
                  <c:v>44817</c:v>
                </c:pt>
                <c:pt idx="2259" c:formatCode="yyyy/m/d">
                  <c:v>44818</c:v>
                </c:pt>
                <c:pt idx="2260" c:formatCode="yyyy/m/d">
                  <c:v>44819</c:v>
                </c:pt>
                <c:pt idx="2261" c:formatCode="yyyy/m/d">
                  <c:v>44820</c:v>
                </c:pt>
                <c:pt idx="2262" c:formatCode="yyyy/m/d">
                  <c:v>44823</c:v>
                </c:pt>
                <c:pt idx="2263" c:formatCode="yyyy/m/d">
                  <c:v>44824</c:v>
                </c:pt>
                <c:pt idx="2264" c:formatCode="yyyy/m/d">
                  <c:v>44825</c:v>
                </c:pt>
                <c:pt idx="2265" c:formatCode="yyyy/m/d">
                  <c:v>44826</c:v>
                </c:pt>
                <c:pt idx="2266" c:formatCode="yyyy/m/d">
                  <c:v>44827</c:v>
                </c:pt>
                <c:pt idx="2267" c:formatCode="yyyy/m/d">
                  <c:v>44830</c:v>
                </c:pt>
                <c:pt idx="2268" c:formatCode="yyyy/m/d">
                  <c:v>44831</c:v>
                </c:pt>
                <c:pt idx="2269" c:formatCode="yyyy/m/d">
                  <c:v>44832</c:v>
                </c:pt>
                <c:pt idx="2270" c:formatCode="yyyy/m/d">
                  <c:v>44833</c:v>
                </c:pt>
                <c:pt idx="2271" c:formatCode="yyyy/m/d">
                  <c:v>44834</c:v>
                </c:pt>
                <c:pt idx="2272" c:formatCode="yyyy/m/d">
                  <c:v>44844</c:v>
                </c:pt>
                <c:pt idx="2273" c:formatCode="yyyy/m/d">
                  <c:v>44845</c:v>
                </c:pt>
                <c:pt idx="2274" c:formatCode="yyyy/m/d">
                  <c:v>44846</c:v>
                </c:pt>
                <c:pt idx="2275" c:formatCode="yyyy/m/d">
                  <c:v>44847</c:v>
                </c:pt>
                <c:pt idx="2276" c:formatCode="yyyy/m/d">
                  <c:v>44848</c:v>
                </c:pt>
                <c:pt idx="2277" c:formatCode="yyyy/m/d">
                  <c:v>44851</c:v>
                </c:pt>
                <c:pt idx="2278" c:formatCode="yyyy/m/d">
                  <c:v>44852</c:v>
                </c:pt>
                <c:pt idx="2279" c:formatCode="yyyy/m/d">
                  <c:v>44853</c:v>
                </c:pt>
                <c:pt idx="2280" c:formatCode="yyyy/m/d">
                  <c:v>44854</c:v>
                </c:pt>
                <c:pt idx="2281" c:formatCode="yyyy/m/d">
                  <c:v>44855</c:v>
                </c:pt>
                <c:pt idx="2282" c:formatCode="yyyy/m/d">
                  <c:v>44858</c:v>
                </c:pt>
                <c:pt idx="2283" c:formatCode="yyyy/m/d">
                  <c:v>44859</c:v>
                </c:pt>
                <c:pt idx="2284" c:formatCode="yyyy/m/d">
                  <c:v>44860</c:v>
                </c:pt>
                <c:pt idx="2285" c:formatCode="yyyy/m/d">
                  <c:v>44861</c:v>
                </c:pt>
                <c:pt idx="2286" c:formatCode="yyyy/m/d">
                  <c:v>44862</c:v>
                </c:pt>
                <c:pt idx="2287" c:formatCode="yyyy/m/d">
                  <c:v>44865</c:v>
                </c:pt>
                <c:pt idx="2288" c:formatCode="yyyy/m/d">
                  <c:v>44866</c:v>
                </c:pt>
                <c:pt idx="2289" c:formatCode="yyyy/m/d">
                  <c:v>44867</c:v>
                </c:pt>
                <c:pt idx="2290" c:formatCode="yyyy/m/d">
                  <c:v>44868</c:v>
                </c:pt>
                <c:pt idx="2291" c:formatCode="yyyy/m/d">
                  <c:v>44869</c:v>
                </c:pt>
                <c:pt idx="2292" c:formatCode="yyyy/m/d">
                  <c:v>44872</c:v>
                </c:pt>
                <c:pt idx="2293" c:formatCode="yyyy/m/d">
                  <c:v>44873</c:v>
                </c:pt>
                <c:pt idx="2294" c:formatCode="yyyy/m/d">
                  <c:v>44874</c:v>
                </c:pt>
                <c:pt idx="2295" c:formatCode="yyyy/m/d">
                  <c:v>44875</c:v>
                </c:pt>
                <c:pt idx="2296" c:formatCode="yyyy/m/d">
                  <c:v>44876</c:v>
                </c:pt>
                <c:pt idx="2297" c:formatCode="yyyy/m/d">
                  <c:v>44879</c:v>
                </c:pt>
                <c:pt idx="2298" c:formatCode="yyyy/m/d">
                  <c:v>44880</c:v>
                </c:pt>
                <c:pt idx="2299" c:formatCode="yyyy/m/d">
                  <c:v>44881</c:v>
                </c:pt>
                <c:pt idx="2300" c:formatCode="yyyy/m/d">
                  <c:v>44882</c:v>
                </c:pt>
                <c:pt idx="2301" c:formatCode="yyyy/m/d">
                  <c:v>44883</c:v>
                </c:pt>
                <c:pt idx="2302" c:formatCode="yyyy/m/d">
                  <c:v>44886</c:v>
                </c:pt>
                <c:pt idx="2303" c:formatCode="yyyy/m/d">
                  <c:v>44887</c:v>
                </c:pt>
                <c:pt idx="2304" c:formatCode="yyyy/m/d">
                  <c:v>44888</c:v>
                </c:pt>
                <c:pt idx="2305" c:formatCode="yyyy/m/d">
                  <c:v>44889</c:v>
                </c:pt>
                <c:pt idx="2306" c:formatCode="yyyy/m/d">
                  <c:v>44890</c:v>
                </c:pt>
                <c:pt idx="2307" c:formatCode="yyyy/m/d">
                  <c:v>44893</c:v>
                </c:pt>
                <c:pt idx="2308" c:formatCode="yyyy/m/d">
                  <c:v>44894</c:v>
                </c:pt>
                <c:pt idx="2309" c:formatCode="yyyy/m/d">
                  <c:v>44895</c:v>
                </c:pt>
                <c:pt idx="2310" c:formatCode="yyyy/m/d">
                  <c:v>44896</c:v>
                </c:pt>
                <c:pt idx="2311" c:formatCode="yyyy/m/d">
                  <c:v>44897</c:v>
                </c:pt>
                <c:pt idx="2312" c:formatCode="yyyy/m/d">
                  <c:v>44900</c:v>
                </c:pt>
                <c:pt idx="2313" c:formatCode="yyyy/m/d">
                  <c:v>44901</c:v>
                </c:pt>
                <c:pt idx="2314" c:formatCode="yyyy/m/d">
                  <c:v>44902</c:v>
                </c:pt>
                <c:pt idx="2315" c:formatCode="yyyy/m/d">
                  <c:v>44903</c:v>
                </c:pt>
                <c:pt idx="2316" c:formatCode="yyyy/m/d">
                  <c:v>44904</c:v>
                </c:pt>
                <c:pt idx="2317" c:formatCode="yyyy/m/d">
                  <c:v>44907</c:v>
                </c:pt>
                <c:pt idx="2318" c:formatCode="yyyy/m/d">
                  <c:v>44908</c:v>
                </c:pt>
                <c:pt idx="2319" c:formatCode="yyyy/m/d">
                  <c:v>44909</c:v>
                </c:pt>
                <c:pt idx="2320" c:formatCode="yyyy/m/d">
                  <c:v>44910</c:v>
                </c:pt>
                <c:pt idx="2321" c:formatCode="yyyy/m/d">
                  <c:v>44911</c:v>
                </c:pt>
                <c:pt idx="2322" c:formatCode="yyyy/m/d">
                  <c:v>44914</c:v>
                </c:pt>
                <c:pt idx="2323" c:formatCode="yyyy/m/d">
                  <c:v>44915</c:v>
                </c:pt>
                <c:pt idx="2324" c:formatCode="yyyy/m/d">
                  <c:v>44916</c:v>
                </c:pt>
                <c:pt idx="2325" c:formatCode="yyyy/m/d">
                  <c:v>44917</c:v>
                </c:pt>
                <c:pt idx="2326" c:formatCode="yyyy/m/d">
                  <c:v>44918</c:v>
                </c:pt>
                <c:pt idx="2327" c:formatCode="yyyy/m/d">
                  <c:v>44921</c:v>
                </c:pt>
                <c:pt idx="2328" c:formatCode="yyyy/m/d">
                  <c:v>44922</c:v>
                </c:pt>
                <c:pt idx="2329" c:formatCode="yyyy/m/d">
                  <c:v>44923</c:v>
                </c:pt>
                <c:pt idx="2330" c:formatCode="yyyy/m/d">
                  <c:v>44924</c:v>
                </c:pt>
                <c:pt idx="2331" c:formatCode="yyyy/m/d">
                  <c:v>44925</c:v>
                </c:pt>
                <c:pt idx="2332" c:formatCode="yyyy/m/d">
                  <c:v>44929</c:v>
                </c:pt>
                <c:pt idx="2333" c:formatCode="yyyy/m/d">
                  <c:v>44930</c:v>
                </c:pt>
                <c:pt idx="2334" c:formatCode="yyyy/m/d">
                  <c:v>44931</c:v>
                </c:pt>
                <c:pt idx="2335" c:formatCode="yyyy/m/d">
                  <c:v>44932</c:v>
                </c:pt>
                <c:pt idx="2336" c:formatCode="yyyy/m/d">
                  <c:v>44935</c:v>
                </c:pt>
                <c:pt idx="2337" c:formatCode="yyyy/m/d">
                  <c:v>44936</c:v>
                </c:pt>
                <c:pt idx="2338" c:formatCode="yyyy/m/d">
                  <c:v>44937</c:v>
                </c:pt>
                <c:pt idx="2339" c:formatCode="yyyy/m/d">
                  <c:v>44938</c:v>
                </c:pt>
                <c:pt idx="2340" c:formatCode="yyyy/m/d">
                  <c:v>44939</c:v>
                </c:pt>
                <c:pt idx="2341" c:formatCode="yyyy/m/d">
                  <c:v>44942</c:v>
                </c:pt>
                <c:pt idx="2342" c:formatCode="yyyy/m/d">
                  <c:v>44943</c:v>
                </c:pt>
                <c:pt idx="2343" c:formatCode="yyyy/m/d">
                  <c:v>44944</c:v>
                </c:pt>
                <c:pt idx="2344" c:formatCode="yyyy/m/d">
                  <c:v>44945</c:v>
                </c:pt>
                <c:pt idx="2345" c:formatCode="yyyy/m/d">
                  <c:v>44946</c:v>
                </c:pt>
                <c:pt idx="2346" c:formatCode="yyyy/m/d">
                  <c:v>44956</c:v>
                </c:pt>
                <c:pt idx="2347" c:formatCode="yyyy/m/d">
                  <c:v>44957</c:v>
                </c:pt>
                <c:pt idx="2348" c:formatCode="yyyy/m/d">
                  <c:v>44958</c:v>
                </c:pt>
                <c:pt idx="2349" c:formatCode="yyyy/m/d">
                  <c:v>44959</c:v>
                </c:pt>
                <c:pt idx="2350" c:formatCode="yyyy/m/d">
                  <c:v>44960</c:v>
                </c:pt>
                <c:pt idx="2351" c:formatCode="yyyy/m/d">
                  <c:v>44963</c:v>
                </c:pt>
                <c:pt idx="2352" c:formatCode="yyyy/m/d">
                  <c:v>44964</c:v>
                </c:pt>
                <c:pt idx="2353" c:formatCode="yyyy/m/d">
                  <c:v>44965</c:v>
                </c:pt>
                <c:pt idx="2354" c:formatCode="yyyy/m/d">
                  <c:v>44966</c:v>
                </c:pt>
                <c:pt idx="2355" c:formatCode="yyyy/m/d">
                  <c:v>44967</c:v>
                </c:pt>
                <c:pt idx="2356" c:formatCode="yyyy/m/d">
                  <c:v>44970</c:v>
                </c:pt>
                <c:pt idx="2357" c:formatCode="yyyy/m/d">
                  <c:v>44971</c:v>
                </c:pt>
                <c:pt idx="2358" c:formatCode="yyyy/m/d">
                  <c:v>44972</c:v>
                </c:pt>
                <c:pt idx="2359" c:formatCode="yyyy/m/d">
                  <c:v>44973</c:v>
                </c:pt>
                <c:pt idx="2360" c:formatCode="yyyy/m/d">
                  <c:v>44974</c:v>
                </c:pt>
                <c:pt idx="2361" c:formatCode="yyyy/m/d">
                  <c:v>44977</c:v>
                </c:pt>
                <c:pt idx="2362" c:formatCode="yyyy/m/d">
                  <c:v>44978</c:v>
                </c:pt>
                <c:pt idx="2363" c:formatCode="yyyy/m/d">
                  <c:v>44979</c:v>
                </c:pt>
                <c:pt idx="2364" c:formatCode="yyyy/m/d">
                  <c:v>44980</c:v>
                </c:pt>
                <c:pt idx="2365" c:formatCode="yyyy/m/d">
                  <c:v>44981</c:v>
                </c:pt>
                <c:pt idx="2366" c:formatCode="yyyy/m/d">
                  <c:v>44984</c:v>
                </c:pt>
                <c:pt idx="2367" c:formatCode="yyyy/m/d">
                  <c:v>44985</c:v>
                </c:pt>
                <c:pt idx="2368" c:formatCode="yyyy/m/d">
                  <c:v>44986</c:v>
                </c:pt>
                <c:pt idx="2369" c:formatCode="yyyy/m/d">
                  <c:v>44987</c:v>
                </c:pt>
                <c:pt idx="2370" c:formatCode="yyyy/m/d">
                  <c:v>44988</c:v>
                </c:pt>
                <c:pt idx="2371" c:formatCode="yyyy/m/d">
                  <c:v>44991</c:v>
                </c:pt>
                <c:pt idx="2372" c:formatCode="yyyy/m/d">
                  <c:v>44992</c:v>
                </c:pt>
                <c:pt idx="2373" c:formatCode="yyyy/m/d">
                  <c:v>44993</c:v>
                </c:pt>
                <c:pt idx="2374" c:formatCode="yyyy/m/d">
                  <c:v>44994</c:v>
                </c:pt>
                <c:pt idx="2375" c:formatCode="yyyy/m/d">
                  <c:v>44995</c:v>
                </c:pt>
                <c:pt idx="2376" c:formatCode="yyyy/m/d">
                  <c:v>44998</c:v>
                </c:pt>
                <c:pt idx="2377" c:formatCode="yyyy/m/d">
                  <c:v>44999</c:v>
                </c:pt>
                <c:pt idx="2378" c:formatCode="yyyy/m/d">
                  <c:v>45000</c:v>
                </c:pt>
                <c:pt idx="2379" c:formatCode="yyyy/m/d">
                  <c:v>45001</c:v>
                </c:pt>
                <c:pt idx="2380" c:formatCode="yyyy/m/d">
                  <c:v>45002</c:v>
                </c:pt>
                <c:pt idx="2381" c:formatCode="yyyy/m/d">
                  <c:v>45005</c:v>
                </c:pt>
                <c:pt idx="2382" c:formatCode="yyyy/m/d">
                  <c:v>45006</c:v>
                </c:pt>
                <c:pt idx="2383" c:formatCode="yyyy/m/d">
                  <c:v>45007</c:v>
                </c:pt>
                <c:pt idx="2384" c:formatCode="yyyy/m/d">
                  <c:v>45008</c:v>
                </c:pt>
                <c:pt idx="2385" c:formatCode="yyyy/m/d">
                  <c:v>45009</c:v>
                </c:pt>
                <c:pt idx="2386" c:formatCode="yyyy/m/d">
                  <c:v>45012</c:v>
                </c:pt>
                <c:pt idx="2387" c:formatCode="yyyy/m/d">
                  <c:v>45013</c:v>
                </c:pt>
                <c:pt idx="2388" c:formatCode="yyyy/m/d">
                  <c:v>45014</c:v>
                </c:pt>
                <c:pt idx="2389" c:formatCode="yyyy/m/d">
                  <c:v>45015</c:v>
                </c:pt>
                <c:pt idx="2390" c:formatCode="yyyy/m/d">
                  <c:v>45016</c:v>
                </c:pt>
                <c:pt idx="2391" c:formatCode="yyyy/m/d">
                  <c:v>45019</c:v>
                </c:pt>
                <c:pt idx="2392" c:formatCode="yyyy/m/d">
                  <c:v>45020</c:v>
                </c:pt>
                <c:pt idx="2393" c:formatCode="yyyy/m/d">
                  <c:v>45022</c:v>
                </c:pt>
                <c:pt idx="2394" c:formatCode="yyyy/m/d">
                  <c:v>45023</c:v>
                </c:pt>
                <c:pt idx="2395" c:formatCode="yyyy/m/d">
                  <c:v>45026</c:v>
                </c:pt>
                <c:pt idx="2396" c:formatCode="yyyy/m/d">
                  <c:v>45027</c:v>
                </c:pt>
                <c:pt idx="2397" c:formatCode="yyyy/m/d">
                  <c:v>45028</c:v>
                </c:pt>
                <c:pt idx="2398" c:formatCode="yyyy/m/d">
                  <c:v>45029</c:v>
                </c:pt>
                <c:pt idx="2399" c:formatCode="yyyy/m/d">
                  <c:v>45030</c:v>
                </c:pt>
                <c:pt idx="2400" c:formatCode="yyyy/m/d">
                  <c:v>45033</c:v>
                </c:pt>
                <c:pt idx="2401" c:formatCode="yyyy/m/d">
                  <c:v>45034</c:v>
                </c:pt>
                <c:pt idx="2402" c:formatCode="yyyy/m/d">
                  <c:v>45035</c:v>
                </c:pt>
                <c:pt idx="2403" c:formatCode="yyyy/m/d">
                  <c:v>45036</c:v>
                </c:pt>
                <c:pt idx="2404" c:formatCode="yyyy/m/d">
                  <c:v>45037</c:v>
                </c:pt>
                <c:pt idx="2405" c:formatCode="yyyy/m/d">
                  <c:v>45040</c:v>
                </c:pt>
                <c:pt idx="2406" c:formatCode="yyyy/m/d">
                  <c:v>45041</c:v>
                </c:pt>
                <c:pt idx="2407" c:formatCode="yyyy/m/d">
                  <c:v>45042</c:v>
                </c:pt>
                <c:pt idx="2408" c:formatCode="yyyy/m/d">
                  <c:v>45043</c:v>
                </c:pt>
                <c:pt idx="2409" c:formatCode="yyyy/m/d">
                  <c:v>45044</c:v>
                </c:pt>
                <c:pt idx="2410" c:formatCode="yyyy/m/d">
                  <c:v>45050</c:v>
                </c:pt>
                <c:pt idx="2411" c:formatCode="yyyy/m/d">
                  <c:v>45051</c:v>
                </c:pt>
                <c:pt idx="2412" c:formatCode="yyyy/m/d">
                  <c:v>45054</c:v>
                </c:pt>
                <c:pt idx="2413" c:formatCode="yyyy/m/d">
                  <c:v>45055</c:v>
                </c:pt>
                <c:pt idx="2414" c:formatCode="yyyy/m/d">
                  <c:v>45056</c:v>
                </c:pt>
                <c:pt idx="2415" c:formatCode="yyyy/m/d">
                  <c:v>45057</c:v>
                </c:pt>
                <c:pt idx="2416" c:formatCode="yyyy/m/d">
                  <c:v>45058</c:v>
                </c:pt>
                <c:pt idx="2417" c:formatCode="yyyy/m/d">
                  <c:v>45061</c:v>
                </c:pt>
                <c:pt idx="2418" c:formatCode="yyyy/m/d">
                  <c:v>45062</c:v>
                </c:pt>
                <c:pt idx="2419" c:formatCode="yyyy/m/d">
                  <c:v>45063</c:v>
                </c:pt>
                <c:pt idx="2420" c:formatCode="yyyy/m/d">
                  <c:v>45064</c:v>
                </c:pt>
                <c:pt idx="2421" c:formatCode="yyyy/m/d">
                  <c:v>45065</c:v>
                </c:pt>
                <c:pt idx="2422" c:formatCode="yyyy/m/d">
                  <c:v>45068</c:v>
                </c:pt>
                <c:pt idx="2423" c:formatCode="yyyy/m/d">
                  <c:v>45069</c:v>
                </c:pt>
                <c:pt idx="2424" c:formatCode="yyyy/m/d">
                  <c:v>45070</c:v>
                </c:pt>
                <c:pt idx="2425" c:formatCode="yyyy/m/d">
                  <c:v>45071</c:v>
                </c:pt>
                <c:pt idx="2426" c:formatCode="yyyy/m/d">
                  <c:v>45072</c:v>
                </c:pt>
                <c:pt idx="2427" c:formatCode="yyyy/m/d">
                  <c:v>45075</c:v>
                </c:pt>
                <c:pt idx="2428" c:formatCode="yyyy/m/d">
                  <c:v>45076</c:v>
                </c:pt>
                <c:pt idx="2429" c:formatCode="yyyy/m/d">
                  <c:v>45077</c:v>
                </c:pt>
                <c:pt idx="2430" c:formatCode="yyyy/m/d">
                  <c:v>45078</c:v>
                </c:pt>
                <c:pt idx="2431" c:formatCode="yyyy/m/d">
                  <c:v>45079</c:v>
                </c:pt>
                <c:pt idx="2432" c:formatCode="yyyy/m/d">
                  <c:v>45082</c:v>
                </c:pt>
                <c:pt idx="2433" c:formatCode="yyyy/m/d">
                  <c:v>45083</c:v>
                </c:pt>
                <c:pt idx="2434" c:formatCode="yyyy/m/d">
                  <c:v>45084</c:v>
                </c:pt>
                <c:pt idx="2435" c:formatCode="yyyy/m/d">
                  <c:v>45085</c:v>
                </c:pt>
                <c:pt idx="2436" c:formatCode="yyyy/m/d">
                  <c:v>45086</c:v>
                </c:pt>
                <c:pt idx="2437" c:formatCode="yyyy/m/d">
                  <c:v>45089</c:v>
                </c:pt>
                <c:pt idx="2438" c:formatCode="yyyy/m/d">
                  <c:v>45090</c:v>
                </c:pt>
                <c:pt idx="2439" c:formatCode="yyyy/m/d">
                  <c:v>45091</c:v>
                </c:pt>
                <c:pt idx="2440" c:formatCode="yyyy/m/d">
                  <c:v>45092</c:v>
                </c:pt>
                <c:pt idx="2441" c:formatCode="yyyy/m/d">
                  <c:v>45093</c:v>
                </c:pt>
                <c:pt idx="2442" c:formatCode="yyyy/m/d">
                  <c:v>45096</c:v>
                </c:pt>
                <c:pt idx="2443" c:formatCode="yyyy/m/d">
                  <c:v>45097</c:v>
                </c:pt>
                <c:pt idx="2444" c:formatCode="yyyy/m/d">
                  <c:v>45098</c:v>
                </c:pt>
                <c:pt idx="2445" c:formatCode="yyyy/m/d">
                  <c:v>45103</c:v>
                </c:pt>
                <c:pt idx="2446" c:formatCode="yyyy/m/d">
                  <c:v>45104</c:v>
                </c:pt>
                <c:pt idx="2447" c:formatCode="yyyy/m/d">
                  <c:v>45105</c:v>
                </c:pt>
                <c:pt idx="2448" c:formatCode="yyyy/m/d">
                  <c:v>45106</c:v>
                </c:pt>
                <c:pt idx="2449" c:formatCode="yyyy/m/d">
                  <c:v>45107</c:v>
                </c:pt>
                <c:pt idx="2450" c:formatCode="yyyy/m/d">
                  <c:v>45110</c:v>
                </c:pt>
                <c:pt idx="2451" c:formatCode="yyyy/m/d">
                  <c:v>45111</c:v>
                </c:pt>
                <c:pt idx="2452" c:formatCode="yyyy/m/d">
                  <c:v>45112</c:v>
                </c:pt>
                <c:pt idx="2453" c:formatCode="yyyy/m/d">
                  <c:v>45113</c:v>
                </c:pt>
                <c:pt idx="2454" c:formatCode="yyyy/m/d">
                  <c:v>45114</c:v>
                </c:pt>
                <c:pt idx="2455" c:formatCode="yyyy/m/d">
                  <c:v>45117</c:v>
                </c:pt>
                <c:pt idx="2456" c:formatCode="yyyy/m/d">
                  <c:v>45118</c:v>
                </c:pt>
                <c:pt idx="2457" c:formatCode="yyyy/m/d">
                  <c:v>45119</c:v>
                </c:pt>
                <c:pt idx="2458" c:formatCode="yyyy/m/d">
                  <c:v>45120</c:v>
                </c:pt>
                <c:pt idx="2459" c:formatCode="yyyy/m/d">
                  <c:v>45121</c:v>
                </c:pt>
                <c:pt idx="2460" c:formatCode="yyyy/m/d">
                  <c:v>45124</c:v>
                </c:pt>
                <c:pt idx="2461" c:formatCode="yyyy/m/d">
                  <c:v>45125</c:v>
                </c:pt>
                <c:pt idx="2462" c:formatCode="yyyy/m/d">
                  <c:v>45126</c:v>
                </c:pt>
                <c:pt idx="2463" c:formatCode="yyyy/m/d">
                  <c:v>45127</c:v>
                </c:pt>
                <c:pt idx="2464" c:formatCode="yyyy/m/d">
                  <c:v>45128</c:v>
                </c:pt>
                <c:pt idx="2465" c:formatCode="yyyy/m/d">
                  <c:v>45131</c:v>
                </c:pt>
                <c:pt idx="2466" c:formatCode="yyyy/m/d">
                  <c:v>45132</c:v>
                </c:pt>
                <c:pt idx="2467" c:formatCode="yyyy/m/d">
                  <c:v>45133</c:v>
                </c:pt>
                <c:pt idx="2468" c:formatCode="yyyy/m/d">
                  <c:v>45134</c:v>
                </c:pt>
                <c:pt idx="2469" c:formatCode="yyyy/m/d">
                  <c:v>45135</c:v>
                </c:pt>
                <c:pt idx="2470" c:formatCode="yyyy/m/d">
                  <c:v>45138</c:v>
                </c:pt>
                <c:pt idx="2471" c:formatCode="yyyy/m/d">
                  <c:v>45139</c:v>
                </c:pt>
                <c:pt idx="2472" c:formatCode="yyyy/m/d">
                  <c:v>45140</c:v>
                </c:pt>
                <c:pt idx="2473" c:formatCode="yyyy/m/d">
                  <c:v>45141</c:v>
                </c:pt>
                <c:pt idx="2474" c:formatCode="yyyy/m/d">
                  <c:v>45142</c:v>
                </c:pt>
                <c:pt idx="2475" c:formatCode="yyyy/m/d">
                  <c:v>45145</c:v>
                </c:pt>
                <c:pt idx="2476" c:formatCode="yyyy/m/d">
                  <c:v>45146</c:v>
                </c:pt>
                <c:pt idx="2477" c:formatCode="yyyy/m/d">
                  <c:v>45147</c:v>
                </c:pt>
                <c:pt idx="2478" c:formatCode="yyyy/m/d">
                  <c:v>45148</c:v>
                </c:pt>
                <c:pt idx="2479" c:formatCode="yyyy/m/d">
                  <c:v>45149</c:v>
                </c:pt>
                <c:pt idx="2480" c:formatCode="yyyy/m/d">
                  <c:v>45152</c:v>
                </c:pt>
                <c:pt idx="2481" c:formatCode="yyyy/m/d">
                  <c:v>45153</c:v>
                </c:pt>
                <c:pt idx="2482" c:formatCode="yyyy/m/d">
                  <c:v>45154</c:v>
                </c:pt>
                <c:pt idx="2483" c:formatCode="yyyy/m/d">
                  <c:v>45155</c:v>
                </c:pt>
                <c:pt idx="2484" c:formatCode="yyyy/m/d">
                  <c:v>45156</c:v>
                </c:pt>
                <c:pt idx="2485" c:formatCode="yyyy/m/d">
                  <c:v>45159</c:v>
                </c:pt>
                <c:pt idx="2486" c:formatCode="yyyy/m/d">
                  <c:v>45160</c:v>
                </c:pt>
                <c:pt idx="2487" c:formatCode="yyyy/m/d">
                  <c:v>45161</c:v>
                </c:pt>
                <c:pt idx="2488" c:formatCode="yyyy/m/d">
                  <c:v>45162</c:v>
                </c:pt>
                <c:pt idx="2489" c:formatCode="yyyy/m/d">
                  <c:v>45163</c:v>
                </c:pt>
                <c:pt idx="2490" c:formatCode="yyyy/m/d">
                  <c:v>45166</c:v>
                </c:pt>
                <c:pt idx="2491" c:formatCode="yyyy/m/d">
                  <c:v>45167</c:v>
                </c:pt>
                <c:pt idx="2492" c:formatCode="yyyy/m/d">
                  <c:v>45168</c:v>
                </c:pt>
                <c:pt idx="2493" c:formatCode="yyyy/m/d">
                  <c:v>45169</c:v>
                </c:pt>
                <c:pt idx="2494" c:formatCode="yyyy/m/d">
                  <c:v>45170</c:v>
                </c:pt>
                <c:pt idx="2495" c:formatCode="yyyy/m/d">
                  <c:v>45173</c:v>
                </c:pt>
                <c:pt idx="2496" c:formatCode="yyyy/m/d">
                  <c:v>45174</c:v>
                </c:pt>
                <c:pt idx="2497" c:formatCode="yyyy/m/d">
                  <c:v>45175</c:v>
                </c:pt>
                <c:pt idx="2498" c:formatCode="yyyy/m/d">
                  <c:v>45176</c:v>
                </c:pt>
                <c:pt idx="2499" c:formatCode="yyyy/m/d">
                  <c:v>45177</c:v>
                </c:pt>
                <c:pt idx="2500" c:formatCode="yyyy/m/d">
                  <c:v>45180</c:v>
                </c:pt>
                <c:pt idx="2501" c:formatCode="yyyy/m/d">
                  <c:v>45181</c:v>
                </c:pt>
                <c:pt idx="2502" c:formatCode="yyyy/m/d">
                  <c:v>45182</c:v>
                </c:pt>
                <c:pt idx="2503" c:formatCode="yyyy/m/d">
                  <c:v>45183</c:v>
                </c:pt>
                <c:pt idx="2504" c:formatCode="yyyy/m/d">
                  <c:v>45184</c:v>
                </c:pt>
                <c:pt idx="2505" c:formatCode="yyyy/m/d">
                  <c:v>45187</c:v>
                </c:pt>
                <c:pt idx="2506" c:formatCode="yyyy/m/d">
                  <c:v>45188</c:v>
                </c:pt>
                <c:pt idx="2507" c:formatCode="yyyy/m/d">
                  <c:v>45189</c:v>
                </c:pt>
                <c:pt idx="2508" c:formatCode="yyyy/m/d">
                  <c:v>45190</c:v>
                </c:pt>
                <c:pt idx="2509" c:formatCode="yyyy/m/d">
                  <c:v>45191</c:v>
                </c:pt>
                <c:pt idx="2510" c:formatCode="yyyy/m/d">
                  <c:v>45194</c:v>
                </c:pt>
                <c:pt idx="2511" c:formatCode="yyyy/m/d">
                  <c:v>45195</c:v>
                </c:pt>
                <c:pt idx="2512" c:formatCode="yyyy/m/d">
                  <c:v>45196</c:v>
                </c:pt>
                <c:pt idx="2513" c:formatCode="yyyy/m/d">
                  <c:v>45197</c:v>
                </c:pt>
                <c:pt idx="2514" c:formatCode="yyyy/m/d">
                  <c:v>45208</c:v>
                </c:pt>
                <c:pt idx="2515" c:formatCode="yyyy/m/d">
                  <c:v>45209</c:v>
                </c:pt>
                <c:pt idx="2516" c:formatCode="yyyy/m/d">
                  <c:v>45210</c:v>
                </c:pt>
                <c:pt idx="2517" c:formatCode="yyyy/m/d">
                  <c:v>45211</c:v>
                </c:pt>
                <c:pt idx="2518" c:formatCode="yyyy/m/d">
                  <c:v>45212</c:v>
                </c:pt>
                <c:pt idx="2519" c:formatCode="yyyy/m/d">
                  <c:v>45215</c:v>
                </c:pt>
                <c:pt idx="2520" c:formatCode="yyyy/m/d">
                  <c:v>45216</c:v>
                </c:pt>
                <c:pt idx="2521" c:formatCode="yyyy/m/d">
                  <c:v>45217</c:v>
                </c:pt>
                <c:pt idx="2522" c:formatCode="yyyy/m/d">
                  <c:v>45218</c:v>
                </c:pt>
                <c:pt idx="2523" c:formatCode="yyyy/m/d">
                  <c:v>45219</c:v>
                </c:pt>
                <c:pt idx="2524" c:formatCode="yyyy/m/d">
                  <c:v>45222</c:v>
                </c:pt>
                <c:pt idx="2525" c:formatCode="yyyy/m/d">
                  <c:v>45223</c:v>
                </c:pt>
                <c:pt idx="2526" c:formatCode="yyyy/m/d">
                  <c:v>45224</c:v>
                </c:pt>
                <c:pt idx="2527" c:formatCode="yyyy/m/d">
                  <c:v>45225</c:v>
                </c:pt>
                <c:pt idx="2528" c:formatCode="yyyy/m/d">
                  <c:v>45226</c:v>
                </c:pt>
                <c:pt idx="2529" c:formatCode="yyyy/m/d">
                  <c:v>45229</c:v>
                </c:pt>
                <c:pt idx="2530" c:formatCode="yyyy/m/d">
                  <c:v>45230</c:v>
                </c:pt>
                <c:pt idx="2531" c:formatCode="yyyy/m/d">
                  <c:v>45231</c:v>
                </c:pt>
                <c:pt idx="2532" c:formatCode="yyyy/m/d">
                  <c:v>45232</c:v>
                </c:pt>
                <c:pt idx="2533" c:formatCode="yyyy/m/d">
                  <c:v>45233</c:v>
                </c:pt>
                <c:pt idx="2534" c:formatCode="yyyy/m/d">
                  <c:v>45236</c:v>
                </c:pt>
                <c:pt idx="2535" c:formatCode="yyyy/m/d">
                  <c:v>45237</c:v>
                </c:pt>
                <c:pt idx="2536" c:formatCode="yyyy/m/d">
                  <c:v>45238</c:v>
                </c:pt>
                <c:pt idx="2537" c:formatCode="yyyy/m/d">
                  <c:v>45239</c:v>
                </c:pt>
                <c:pt idx="2538" c:formatCode="yyyy/m/d">
                  <c:v>45240</c:v>
                </c:pt>
                <c:pt idx="2539" c:formatCode="yyyy/m/d">
                  <c:v>45243</c:v>
                </c:pt>
                <c:pt idx="2540" c:formatCode="yyyy/m/d">
                  <c:v>45244</c:v>
                </c:pt>
                <c:pt idx="2541" c:formatCode="yyyy/m/d">
                  <c:v>45245</c:v>
                </c:pt>
                <c:pt idx="2542" c:formatCode="yyyy/m/d">
                  <c:v>45246</c:v>
                </c:pt>
                <c:pt idx="2543" c:formatCode="yyyy/m/d">
                  <c:v>45247</c:v>
                </c:pt>
                <c:pt idx="2544" c:formatCode="yyyy/m/d">
                  <c:v>45250</c:v>
                </c:pt>
                <c:pt idx="2545" c:formatCode="yyyy/m/d">
                  <c:v>45251</c:v>
                </c:pt>
                <c:pt idx="2546" c:formatCode="yyyy/m/d">
                  <c:v>45252</c:v>
                </c:pt>
                <c:pt idx="2547" c:formatCode="yyyy/m/d">
                  <c:v>45253</c:v>
                </c:pt>
                <c:pt idx="2548" c:formatCode="yyyy/m/d">
                  <c:v>45254</c:v>
                </c:pt>
                <c:pt idx="2549" c:formatCode="yyyy/m/d">
                  <c:v>45257</c:v>
                </c:pt>
                <c:pt idx="2550" c:formatCode="yyyy/m/d">
                  <c:v>45258</c:v>
                </c:pt>
                <c:pt idx="2551" c:formatCode="yyyy/m/d">
                  <c:v>45259</c:v>
                </c:pt>
                <c:pt idx="2552" c:formatCode="yyyy/m/d">
                  <c:v>45260</c:v>
                </c:pt>
                <c:pt idx="2553" c:formatCode="yyyy/m/d">
                  <c:v>45261</c:v>
                </c:pt>
                <c:pt idx="2554" c:formatCode="yyyy/m/d">
                  <c:v>45264</c:v>
                </c:pt>
                <c:pt idx="2555" c:formatCode="yyyy/m/d">
                  <c:v>45265</c:v>
                </c:pt>
                <c:pt idx="2556" c:formatCode="yyyy/m/d">
                  <c:v>45266</c:v>
                </c:pt>
                <c:pt idx="2557" c:formatCode="yyyy/m/d">
                  <c:v>45267</c:v>
                </c:pt>
                <c:pt idx="2558" c:formatCode="yyyy/m/d">
                  <c:v>45268</c:v>
                </c:pt>
                <c:pt idx="2559" c:formatCode="yyyy/m/d">
                  <c:v>45271</c:v>
                </c:pt>
                <c:pt idx="2560" c:formatCode="yyyy/m/d">
                  <c:v>45272</c:v>
                </c:pt>
                <c:pt idx="2561" c:formatCode="yyyy/m/d">
                  <c:v>45273</c:v>
                </c:pt>
                <c:pt idx="2562" c:formatCode="yyyy/m/d">
                  <c:v>45274</c:v>
                </c:pt>
                <c:pt idx="2563" c:formatCode="yyyy/m/d">
                  <c:v>45275</c:v>
                </c:pt>
                <c:pt idx="2564" c:formatCode="yyyy/m/d">
                  <c:v>45278</c:v>
                </c:pt>
                <c:pt idx="2565" c:formatCode="yyyy/m/d">
                  <c:v>45279</c:v>
                </c:pt>
                <c:pt idx="2566" c:formatCode="yyyy/m/d">
                  <c:v>45280</c:v>
                </c:pt>
                <c:pt idx="2567" c:formatCode="yyyy/m/d">
                  <c:v>45281</c:v>
                </c:pt>
                <c:pt idx="2568" c:formatCode="yyyy/m/d">
                  <c:v>45282</c:v>
                </c:pt>
                <c:pt idx="2569" c:formatCode="yyyy/m/d">
                  <c:v>45285</c:v>
                </c:pt>
                <c:pt idx="2570" c:formatCode="yyyy/m/d">
                  <c:v>45286</c:v>
                </c:pt>
                <c:pt idx="2571" c:formatCode="yyyy/m/d">
                  <c:v>45287</c:v>
                </c:pt>
                <c:pt idx="2572" c:formatCode="yyyy/m/d">
                  <c:v>45288</c:v>
                </c:pt>
                <c:pt idx="2573" c:formatCode="yyyy/m/d">
                  <c:v>45289</c:v>
                </c:pt>
                <c:pt idx="2574" c:formatCode="yyyy/m/d">
                  <c:v>45293</c:v>
                </c:pt>
                <c:pt idx="2575" c:formatCode="yyyy/m/d">
                  <c:v>45294</c:v>
                </c:pt>
                <c:pt idx="2576" c:formatCode="yyyy/m/d">
                  <c:v>45295</c:v>
                </c:pt>
                <c:pt idx="2577" c:formatCode="yyyy/m/d">
                  <c:v>45296</c:v>
                </c:pt>
                <c:pt idx="2578" c:formatCode="yyyy/m/d">
                  <c:v>45299</c:v>
                </c:pt>
                <c:pt idx="2579" c:formatCode="yyyy/m/d">
                  <c:v>45300</c:v>
                </c:pt>
                <c:pt idx="2580" c:formatCode="yyyy/m/d">
                  <c:v>45301</c:v>
                </c:pt>
                <c:pt idx="2581" c:formatCode="yyyy/m/d">
                  <c:v>45302</c:v>
                </c:pt>
                <c:pt idx="2582" c:formatCode="yyyy/m/d">
                  <c:v>45303</c:v>
                </c:pt>
                <c:pt idx="2583" c:formatCode="yyyy/m/d">
                  <c:v>45306</c:v>
                </c:pt>
                <c:pt idx="2584" c:formatCode="yyyy/m/d">
                  <c:v>45307</c:v>
                </c:pt>
                <c:pt idx="2585" c:formatCode="yyyy/m/d">
                  <c:v>45308</c:v>
                </c:pt>
                <c:pt idx="2586" c:formatCode="yyyy/m/d">
                  <c:v>45309</c:v>
                </c:pt>
                <c:pt idx="2587" c:formatCode="yyyy/m/d">
                  <c:v>45310</c:v>
                </c:pt>
                <c:pt idx="2588" c:formatCode="yyyy/m/d">
                  <c:v>45313</c:v>
                </c:pt>
                <c:pt idx="2589" c:formatCode="yyyy/m/d">
                  <c:v>45314</c:v>
                </c:pt>
                <c:pt idx="2590" c:formatCode="yyyy/m/d">
                  <c:v>45315</c:v>
                </c:pt>
                <c:pt idx="2591" c:formatCode="yyyy/m/d">
                  <c:v>45316</c:v>
                </c:pt>
                <c:pt idx="2592" c:formatCode="yyyy/m/d">
                  <c:v>45317</c:v>
                </c:pt>
                <c:pt idx="2593" c:formatCode="yyyy/m/d">
                  <c:v>45320</c:v>
                </c:pt>
                <c:pt idx="2594" c:formatCode="yyyy/m/d">
                  <c:v>45321</c:v>
                </c:pt>
                <c:pt idx="2595" c:formatCode="yyyy/m/d">
                  <c:v>45322</c:v>
                </c:pt>
                <c:pt idx="2596" c:formatCode="yyyy/m/d">
                  <c:v>45323</c:v>
                </c:pt>
                <c:pt idx="2597" c:formatCode="yyyy/m/d">
                  <c:v>45324</c:v>
                </c:pt>
                <c:pt idx="2598" c:formatCode="yyyy/m/d">
                  <c:v>45327</c:v>
                </c:pt>
                <c:pt idx="2599" c:formatCode="yyyy/m/d">
                  <c:v>45328</c:v>
                </c:pt>
                <c:pt idx="2600" c:formatCode="yyyy/m/d">
                  <c:v>45329</c:v>
                </c:pt>
                <c:pt idx="2601" c:formatCode="yyyy/m/d">
                  <c:v>45330</c:v>
                </c:pt>
                <c:pt idx="2602" c:formatCode="yyyy/m/d">
                  <c:v>45341</c:v>
                </c:pt>
                <c:pt idx="2603" c:formatCode="yyyy/m/d">
                  <c:v>45342</c:v>
                </c:pt>
                <c:pt idx="2604" c:formatCode="yyyy/m/d">
                  <c:v>45343</c:v>
                </c:pt>
                <c:pt idx="2605" c:formatCode="yyyy/m/d">
                  <c:v>45344</c:v>
                </c:pt>
                <c:pt idx="2606" c:formatCode="yyyy/m/d">
                  <c:v>45345</c:v>
                </c:pt>
                <c:pt idx="2607" c:formatCode="yyyy/m/d">
                  <c:v>45348</c:v>
                </c:pt>
                <c:pt idx="2608" c:formatCode="yyyy/m/d">
                  <c:v>45349</c:v>
                </c:pt>
                <c:pt idx="2609" c:formatCode="yyyy/m/d">
                  <c:v>45350</c:v>
                </c:pt>
                <c:pt idx="2610" c:formatCode="yyyy/m/d">
                  <c:v>45351</c:v>
                </c:pt>
                <c:pt idx="2611" c:formatCode="yyyy/m/d">
                  <c:v>45352</c:v>
                </c:pt>
                <c:pt idx="2612" c:formatCode="yyyy/m/d">
                  <c:v>45355</c:v>
                </c:pt>
                <c:pt idx="2613" c:formatCode="yyyy/m/d">
                  <c:v>45356</c:v>
                </c:pt>
                <c:pt idx="2614" c:formatCode="yyyy/m/d">
                  <c:v>45357</c:v>
                </c:pt>
                <c:pt idx="2615" c:formatCode="yyyy/m/d">
                  <c:v>45358</c:v>
                </c:pt>
                <c:pt idx="2616" c:formatCode="yyyy/m/d">
                  <c:v>45359</c:v>
                </c:pt>
                <c:pt idx="2617" c:formatCode="yyyy/m/d">
                  <c:v>45362</c:v>
                </c:pt>
                <c:pt idx="2618" c:formatCode="yyyy/m/d">
                  <c:v>45363</c:v>
                </c:pt>
                <c:pt idx="2619" c:formatCode="yyyy/m/d">
                  <c:v>45364</c:v>
                </c:pt>
                <c:pt idx="2620" c:formatCode="yyyy/m/d">
                  <c:v>45365</c:v>
                </c:pt>
                <c:pt idx="2621" c:formatCode="yyyy/m/d">
                  <c:v>45366</c:v>
                </c:pt>
                <c:pt idx="2622" c:formatCode="yyyy/m/d">
                  <c:v>45369</c:v>
                </c:pt>
                <c:pt idx="2623" c:formatCode="yyyy/m/d">
                  <c:v>45370</c:v>
                </c:pt>
                <c:pt idx="2624" c:formatCode="yyyy/m/d">
                  <c:v>45371</c:v>
                </c:pt>
                <c:pt idx="2625" c:formatCode="yyyy/m/d">
                  <c:v>45372</c:v>
                </c:pt>
                <c:pt idx="2626" c:formatCode="yyyy/m/d">
                  <c:v>45373</c:v>
                </c:pt>
                <c:pt idx="2627" c:formatCode="yyyy/m/d">
                  <c:v>45376</c:v>
                </c:pt>
                <c:pt idx="2628" c:formatCode="yyyy/m/d">
                  <c:v>45377</c:v>
                </c:pt>
                <c:pt idx="2629" c:formatCode="yyyy/m/d">
                  <c:v>45378</c:v>
                </c:pt>
                <c:pt idx="2630" c:formatCode="yyyy/m/d">
                  <c:v>45379</c:v>
                </c:pt>
                <c:pt idx="2631" c:formatCode="yyyy/m/d">
                  <c:v>45380</c:v>
                </c:pt>
                <c:pt idx="2632" c:formatCode="yyyy/m/d">
                  <c:v>45383</c:v>
                </c:pt>
                <c:pt idx="2633" c:formatCode="yyyy/m/d">
                  <c:v>45384</c:v>
                </c:pt>
                <c:pt idx="2634" c:formatCode="yyyy/m/d">
                  <c:v>45385</c:v>
                </c:pt>
                <c:pt idx="2635" c:formatCode="yyyy/m/d">
                  <c:v>45390</c:v>
                </c:pt>
                <c:pt idx="2636" c:formatCode="yyyy/m/d">
                  <c:v>45391</c:v>
                </c:pt>
                <c:pt idx="2637" c:formatCode="yyyy/m/d">
                  <c:v>45392</c:v>
                </c:pt>
                <c:pt idx="2638" c:formatCode="yyyy/m/d">
                  <c:v>45393</c:v>
                </c:pt>
                <c:pt idx="2639" c:formatCode="yyyy/m/d">
                  <c:v>45394</c:v>
                </c:pt>
                <c:pt idx="2640" c:formatCode="yyyy/m/d">
                  <c:v>45397</c:v>
                </c:pt>
                <c:pt idx="2641" c:formatCode="yyyy/m/d">
                  <c:v>45398</c:v>
                </c:pt>
                <c:pt idx="2642" c:formatCode="yyyy/m/d">
                  <c:v>45399</c:v>
                </c:pt>
                <c:pt idx="2643" c:formatCode="yyyy/m/d">
                  <c:v>45400</c:v>
                </c:pt>
                <c:pt idx="2644" c:formatCode="yyyy/m/d">
                  <c:v>45401</c:v>
                </c:pt>
                <c:pt idx="2645" c:formatCode="yyyy/m/d">
                  <c:v>45404</c:v>
                </c:pt>
                <c:pt idx="2646" c:formatCode="yyyy/m/d">
                  <c:v>45405</c:v>
                </c:pt>
                <c:pt idx="2647" c:formatCode="yyyy/m/d">
                  <c:v>45406</c:v>
                </c:pt>
                <c:pt idx="2648" c:formatCode="yyyy/m/d">
                  <c:v>45407</c:v>
                </c:pt>
                <c:pt idx="2649" c:formatCode="yyyy/m/d">
                  <c:v>45408</c:v>
                </c:pt>
                <c:pt idx="2650" c:formatCode="yyyy/m/d">
                  <c:v>45411</c:v>
                </c:pt>
                <c:pt idx="2651" c:formatCode="yyyy/m/d">
                  <c:v>45412</c:v>
                </c:pt>
                <c:pt idx="2652" c:formatCode="yyyy/m/d">
                  <c:v>45418</c:v>
                </c:pt>
                <c:pt idx="2653" c:formatCode="yyyy/m/d">
                  <c:v>45419</c:v>
                </c:pt>
                <c:pt idx="2654" c:formatCode="yyyy/m/d">
                  <c:v>45420</c:v>
                </c:pt>
                <c:pt idx="2655" c:formatCode="yyyy/m/d">
                  <c:v>45421</c:v>
                </c:pt>
                <c:pt idx="2656" c:formatCode="yyyy/m/d">
                  <c:v>45422</c:v>
                </c:pt>
                <c:pt idx="2657" c:formatCode="yyyy/m/d">
                  <c:v>45425</c:v>
                </c:pt>
                <c:pt idx="2658" c:formatCode="yyyy/m/d">
                  <c:v>45426</c:v>
                </c:pt>
                <c:pt idx="2659" c:formatCode="yyyy/m/d">
                  <c:v>45427</c:v>
                </c:pt>
                <c:pt idx="2660" c:formatCode="yyyy/m/d">
                  <c:v>45428</c:v>
                </c:pt>
                <c:pt idx="2661" c:formatCode="yyyy/m/d">
                  <c:v>45429</c:v>
                </c:pt>
                <c:pt idx="2662" c:formatCode="yyyy/m/d">
                  <c:v>45432</c:v>
                </c:pt>
                <c:pt idx="2663" c:formatCode="yyyy/m/d">
                  <c:v>45433</c:v>
                </c:pt>
                <c:pt idx="2664" c:formatCode="yyyy/m/d">
                  <c:v>45434</c:v>
                </c:pt>
                <c:pt idx="2665" c:formatCode="yyyy/m/d">
                  <c:v>45435</c:v>
                </c:pt>
                <c:pt idx="2666" c:formatCode="yyyy/m/d">
                  <c:v>45436</c:v>
                </c:pt>
                <c:pt idx="2667" c:formatCode="yyyy/m/d">
                  <c:v>45439</c:v>
                </c:pt>
                <c:pt idx="2668" c:formatCode="yyyy/m/d">
                  <c:v>45440</c:v>
                </c:pt>
                <c:pt idx="2669" c:formatCode="yyyy/m/d">
                  <c:v>45441</c:v>
                </c:pt>
                <c:pt idx="2670" c:formatCode="yyyy/m/d">
                  <c:v>45442</c:v>
                </c:pt>
                <c:pt idx="2671" c:formatCode="yyyy/m/d">
                  <c:v>45443</c:v>
                </c:pt>
                <c:pt idx="2672" c:formatCode="yyyy/m/d">
                  <c:v>45446</c:v>
                </c:pt>
                <c:pt idx="2673" c:formatCode="yyyy/m/d">
                  <c:v>45447</c:v>
                </c:pt>
                <c:pt idx="2674" c:formatCode="yyyy/m/d">
                  <c:v>45448</c:v>
                </c:pt>
                <c:pt idx="2675" c:formatCode="yyyy/m/d">
                  <c:v>45449</c:v>
                </c:pt>
                <c:pt idx="2676" c:formatCode="yyyy/m/d">
                  <c:v>45450</c:v>
                </c:pt>
                <c:pt idx="2677" c:formatCode="yyyy/m/d">
                  <c:v>45454</c:v>
                </c:pt>
                <c:pt idx="2678" c:formatCode="yyyy/m/d">
                  <c:v>45455</c:v>
                </c:pt>
                <c:pt idx="2679" c:formatCode="yyyy/m/d">
                  <c:v>45456</c:v>
                </c:pt>
                <c:pt idx="2680" c:formatCode="yyyy/m/d">
                  <c:v>45457</c:v>
                </c:pt>
                <c:pt idx="2681" c:formatCode="yyyy/m/d">
                  <c:v>45460</c:v>
                </c:pt>
                <c:pt idx="2682" c:formatCode="yyyy/m/d">
                  <c:v>45461</c:v>
                </c:pt>
                <c:pt idx="2683" c:formatCode="yyyy/m/d">
                  <c:v>45462</c:v>
                </c:pt>
                <c:pt idx="2684" c:formatCode="yyyy/m/d">
                  <c:v>45463</c:v>
                </c:pt>
                <c:pt idx="2685" c:formatCode="yyyy/m/d">
                  <c:v>45464</c:v>
                </c:pt>
                <c:pt idx="2686" c:formatCode="yyyy/m/d">
                  <c:v>45467</c:v>
                </c:pt>
                <c:pt idx="2687" c:formatCode="yyyy/m/d">
                  <c:v>45468</c:v>
                </c:pt>
                <c:pt idx="2688" c:formatCode="yyyy/m/d">
                  <c:v>45469</c:v>
                </c:pt>
                <c:pt idx="2689" c:formatCode="yyyy/m/d">
                  <c:v>45470</c:v>
                </c:pt>
                <c:pt idx="2690" c:formatCode="yyyy/m/d">
                  <c:v>45471</c:v>
                </c:pt>
                <c:pt idx="2691" c:formatCode="yyyy/m/d">
                  <c:v>45474</c:v>
                </c:pt>
                <c:pt idx="2692" c:formatCode="yyyy/m/d">
                  <c:v>45475</c:v>
                </c:pt>
                <c:pt idx="2693" c:formatCode="yyyy/m/d">
                  <c:v>45476</c:v>
                </c:pt>
                <c:pt idx="2694" c:formatCode="yyyy/m/d">
                  <c:v>45477</c:v>
                </c:pt>
                <c:pt idx="2695" c:formatCode="yyyy/m/d">
                  <c:v>45478</c:v>
                </c:pt>
                <c:pt idx="2696" c:formatCode="yyyy/m/d">
                  <c:v>45481</c:v>
                </c:pt>
                <c:pt idx="2697" c:formatCode="yyyy/m/d">
                  <c:v>45482</c:v>
                </c:pt>
                <c:pt idx="2698" c:formatCode="yyyy/m/d">
                  <c:v>45483</c:v>
                </c:pt>
                <c:pt idx="2699" c:formatCode="yyyy/m/d">
                  <c:v>45484</c:v>
                </c:pt>
                <c:pt idx="2700" c:formatCode="yyyy/m/d">
                  <c:v>45485</c:v>
                </c:pt>
                <c:pt idx="2701" c:formatCode="yyyy/m/d">
                  <c:v>45488</c:v>
                </c:pt>
                <c:pt idx="2702" c:formatCode="yyyy/m/d">
                  <c:v>45489</c:v>
                </c:pt>
                <c:pt idx="2703" c:formatCode="yyyy/m/d">
                  <c:v>45490</c:v>
                </c:pt>
                <c:pt idx="2704" c:formatCode="yyyy/m/d">
                  <c:v>45491</c:v>
                </c:pt>
                <c:pt idx="2705" c:formatCode="yyyy/m/d">
                  <c:v>45492</c:v>
                </c:pt>
                <c:pt idx="2706" c:formatCode="yyyy/m/d">
                  <c:v>45495</c:v>
                </c:pt>
                <c:pt idx="2707" c:formatCode="yyyy/m/d">
                  <c:v>45496</c:v>
                </c:pt>
                <c:pt idx="2708" c:formatCode="yyyy/m/d">
                  <c:v>45497</c:v>
                </c:pt>
                <c:pt idx="2709" c:formatCode="yyyy/m/d">
                  <c:v>45498</c:v>
                </c:pt>
                <c:pt idx="2710" c:formatCode="yyyy/m/d">
                  <c:v>45499</c:v>
                </c:pt>
                <c:pt idx="2711" c:formatCode="yyyy/m/d">
                  <c:v>45502</c:v>
                </c:pt>
                <c:pt idx="2712" c:formatCode="yyyy/m/d">
                  <c:v>45503</c:v>
                </c:pt>
                <c:pt idx="2713" c:formatCode="yyyy/m/d">
                  <c:v>45504</c:v>
                </c:pt>
                <c:pt idx="2714" c:formatCode="yyyy/m/d">
                  <c:v>45505</c:v>
                </c:pt>
                <c:pt idx="2715" c:formatCode="yyyy/m/d">
                  <c:v>45506</c:v>
                </c:pt>
                <c:pt idx="2716" c:formatCode="yyyy/m/d">
                  <c:v>45509</c:v>
                </c:pt>
                <c:pt idx="2717" c:formatCode="yyyy/m/d">
                  <c:v>45510</c:v>
                </c:pt>
                <c:pt idx="2718" c:formatCode="yyyy/m/d">
                  <c:v>45511</c:v>
                </c:pt>
                <c:pt idx="2719" c:formatCode="yyyy/m/d">
                  <c:v>45512</c:v>
                </c:pt>
                <c:pt idx="2720" c:formatCode="yyyy/m/d">
                  <c:v>45513</c:v>
                </c:pt>
                <c:pt idx="2721" c:formatCode="yyyy/m/d">
                  <c:v>45516</c:v>
                </c:pt>
                <c:pt idx="2722" c:formatCode="yyyy/m/d">
                  <c:v>45517</c:v>
                </c:pt>
                <c:pt idx="2723" c:formatCode="yyyy/m/d">
                  <c:v>45518</c:v>
                </c:pt>
                <c:pt idx="2724" c:formatCode="yyyy/m/d">
                  <c:v>45519</c:v>
                </c:pt>
                <c:pt idx="2725" c:formatCode="yyyy/m/d">
                  <c:v>45520</c:v>
                </c:pt>
                <c:pt idx="2726" c:formatCode="yyyy/m/d">
                  <c:v>45523</c:v>
                </c:pt>
                <c:pt idx="2727" c:formatCode="yyyy/m/d">
                  <c:v>45524</c:v>
                </c:pt>
                <c:pt idx="2728" c:formatCode="yyyy/m/d">
                  <c:v>45525</c:v>
                </c:pt>
                <c:pt idx="2729" c:formatCode="yyyy/m/d">
                  <c:v>45526</c:v>
                </c:pt>
                <c:pt idx="2730" c:formatCode="yyyy/m/d">
                  <c:v>45527</c:v>
                </c:pt>
                <c:pt idx="2731" c:formatCode="yyyy/m/d">
                  <c:v>45530</c:v>
                </c:pt>
                <c:pt idx="2732" c:formatCode="yyyy/m/d">
                  <c:v>45531</c:v>
                </c:pt>
                <c:pt idx="2733" c:formatCode="yyyy/m/d">
                  <c:v>45532</c:v>
                </c:pt>
                <c:pt idx="2734" c:formatCode="yyyy/m/d">
                  <c:v>45533</c:v>
                </c:pt>
                <c:pt idx="2735" c:formatCode="yyyy/m/d">
                  <c:v>45534</c:v>
                </c:pt>
                <c:pt idx="2736" c:formatCode="yyyy/m/d">
                  <c:v>45537</c:v>
                </c:pt>
                <c:pt idx="2737" c:formatCode="yyyy/m/d">
                  <c:v>45538</c:v>
                </c:pt>
                <c:pt idx="2738" c:formatCode="yyyy/m/d">
                  <c:v>45539</c:v>
                </c:pt>
                <c:pt idx="2739" c:formatCode="yyyy/m/d">
                  <c:v>45540</c:v>
                </c:pt>
                <c:pt idx="2740" c:formatCode="yyyy/m/d">
                  <c:v>45541</c:v>
                </c:pt>
                <c:pt idx="2741" c:formatCode="yyyy/m/d">
                  <c:v>45544</c:v>
                </c:pt>
                <c:pt idx="2742" c:formatCode="yyyy/m/d">
                  <c:v>45545</c:v>
                </c:pt>
                <c:pt idx="2743" c:formatCode="yyyy/m/d">
                  <c:v>45546</c:v>
                </c:pt>
                <c:pt idx="2744" c:formatCode="yyyy/m/d">
                  <c:v>45547</c:v>
                </c:pt>
                <c:pt idx="2745" c:formatCode="yyyy/m/d">
                  <c:v>45548</c:v>
                </c:pt>
                <c:pt idx="2746" c:formatCode="yyyy/m/d">
                  <c:v>45553</c:v>
                </c:pt>
                <c:pt idx="2747" c:formatCode="yyyy/m/d">
                  <c:v>45554</c:v>
                </c:pt>
                <c:pt idx="2748" c:formatCode="yyyy/m/d">
                  <c:v>45555</c:v>
                </c:pt>
                <c:pt idx="2749" c:formatCode="yyyy/m/d">
                  <c:v>45558</c:v>
                </c:pt>
                <c:pt idx="2750" c:formatCode="yyyy/m/d">
                  <c:v>45559</c:v>
                </c:pt>
                <c:pt idx="2751" c:formatCode="yyyy/m/d">
                  <c:v>45560</c:v>
                </c:pt>
                <c:pt idx="2752" c:formatCode="yyyy/m/d">
                  <c:v>45561</c:v>
                </c:pt>
                <c:pt idx="2753" c:formatCode="yyyy/m/d">
                  <c:v>45562</c:v>
                </c:pt>
                <c:pt idx="2754" c:formatCode="yyyy/m/d">
                  <c:v>45565</c:v>
                </c:pt>
                <c:pt idx="2755" c:formatCode="yyyy/m/d">
                  <c:v>45573</c:v>
                </c:pt>
                <c:pt idx="2756" c:formatCode="yyyy/m/d">
                  <c:v>45574</c:v>
                </c:pt>
                <c:pt idx="2757" c:formatCode="yyyy/m/d">
                  <c:v>45575</c:v>
                </c:pt>
                <c:pt idx="2758" c:formatCode="yyyy/m/d">
                  <c:v>45576</c:v>
                </c:pt>
                <c:pt idx="2759" c:formatCode="yyyy/m/d">
                  <c:v>45579</c:v>
                </c:pt>
                <c:pt idx="2760" c:formatCode="yyyy/m/d">
                  <c:v>45580</c:v>
                </c:pt>
                <c:pt idx="2761" c:formatCode="yyyy/m/d">
                  <c:v>45581</c:v>
                </c:pt>
                <c:pt idx="2762" c:formatCode="yyyy/m/d">
                  <c:v>45582</c:v>
                </c:pt>
                <c:pt idx="2763" c:formatCode="yyyy/m/d">
                  <c:v>45583</c:v>
                </c:pt>
                <c:pt idx="2764" c:formatCode="yyyy/m/d">
                  <c:v>45586</c:v>
                </c:pt>
                <c:pt idx="2765" c:formatCode="yyyy/m/d">
                  <c:v>45587</c:v>
                </c:pt>
                <c:pt idx="2766" c:formatCode="yyyy/m/d">
                  <c:v>45588</c:v>
                </c:pt>
                <c:pt idx="2767" c:formatCode="yyyy/m/d">
                  <c:v>45589</c:v>
                </c:pt>
                <c:pt idx="2768" c:formatCode="yyyy/m/d">
                  <c:v>45590</c:v>
                </c:pt>
                <c:pt idx="2769" c:formatCode="yyyy/m/d">
                  <c:v>45593</c:v>
                </c:pt>
                <c:pt idx="2770" c:formatCode="yyyy/m/d">
                  <c:v>45594</c:v>
                </c:pt>
                <c:pt idx="2771" c:formatCode="yyyy/m/d">
                  <c:v>45595</c:v>
                </c:pt>
                <c:pt idx="2772" c:formatCode="yyyy/m/d">
                  <c:v>45596</c:v>
                </c:pt>
                <c:pt idx="2773" c:formatCode="yyyy/m/d">
                  <c:v>45597</c:v>
                </c:pt>
                <c:pt idx="2774" c:formatCode="yyyy/m/d">
                  <c:v>45600</c:v>
                </c:pt>
                <c:pt idx="2775" c:formatCode="yyyy/m/d">
                  <c:v>45601</c:v>
                </c:pt>
                <c:pt idx="2776" c:formatCode="yyyy/m/d">
                  <c:v>45602</c:v>
                </c:pt>
                <c:pt idx="2777" c:formatCode="yyyy/m/d">
                  <c:v>45603</c:v>
                </c:pt>
                <c:pt idx="2778" c:formatCode="yyyy/m/d">
                  <c:v>45604</c:v>
                </c:pt>
                <c:pt idx="2779" c:formatCode="yyyy/m/d">
                  <c:v>45607</c:v>
                </c:pt>
                <c:pt idx="2780" c:formatCode="yyyy/m/d">
                  <c:v>45608</c:v>
                </c:pt>
                <c:pt idx="2781" c:formatCode="yyyy/m/d">
                  <c:v>45609</c:v>
                </c:pt>
                <c:pt idx="2782" c:formatCode="yyyy/m/d">
                  <c:v>45610</c:v>
                </c:pt>
                <c:pt idx="2783" c:formatCode="yyyy/m/d">
                  <c:v>45611</c:v>
                </c:pt>
                <c:pt idx="2784" c:formatCode="yyyy/m/d">
                  <c:v>45614</c:v>
                </c:pt>
                <c:pt idx="2785" c:formatCode="yyyy/m/d">
                  <c:v>45615</c:v>
                </c:pt>
                <c:pt idx="2786" c:formatCode="yyyy/m/d">
                  <c:v>45616</c:v>
                </c:pt>
                <c:pt idx="2787" c:formatCode="yyyy/m/d">
                  <c:v>45617</c:v>
                </c:pt>
                <c:pt idx="2788" c:formatCode="yyyy/m/d">
                  <c:v>45618</c:v>
                </c:pt>
                <c:pt idx="2789" c:formatCode="yyyy/m/d">
                  <c:v>45621</c:v>
                </c:pt>
                <c:pt idx="2790" c:formatCode="yyyy/m/d">
                  <c:v>45622</c:v>
                </c:pt>
                <c:pt idx="2791" c:formatCode="yyyy/m/d">
                  <c:v>45623</c:v>
                </c:pt>
                <c:pt idx="2792" c:formatCode="yyyy/m/d">
                  <c:v>45624</c:v>
                </c:pt>
                <c:pt idx="2793" c:formatCode="yyyy/m/d">
                  <c:v>45625</c:v>
                </c:pt>
                <c:pt idx="2794" c:formatCode="yyyy/m/d">
                  <c:v>45628</c:v>
                </c:pt>
                <c:pt idx="2795" c:formatCode="yyyy/m/d">
                  <c:v>45629</c:v>
                </c:pt>
                <c:pt idx="2796" c:formatCode="yyyy/m/d">
                  <c:v>45630</c:v>
                </c:pt>
                <c:pt idx="2797" c:formatCode="yyyy/m/d">
                  <c:v>45631</c:v>
                </c:pt>
                <c:pt idx="2798" c:formatCode="yyyy/m/d">
                  <c:v>45632</c:v>
                </c:pt>
                <c:pt idx="2799" c:formatCode="yyyy/m/d">
                  <c:v>45635</c:v>
                </c:pt>
                <c:pt idx="2800" c:formatCode="yyyy/m/d">
                  <c:v>45636</c:v>
                </c:pt>
                <c:pt idx="2801" c:formatCode="yyyy/m/d">
                  <c:v>45637</c:v>
                </c:pt>
                <c:pt idx="2802" c:formatCode="yyyy/m/d">
                  <c:v>45638</c:v>
                </c:pt>
              </c:numCache>
            </c:numRef>
          </c:cat>
          <c:val>
            <c:numRef>
              <c:f>Sheet1!$B$2:$B$2804</c:f>
              <c:numCache>
                <c:formatCode>#,##0.00</c:formatCode>
                <c:ptCount val="2803"/>
                <c:pt idx="0">
                  <c:v>2037.754417</c:v>
                </c:pt>
                <c:pt idx="1">
                  <c:v>2037.784843</c:v>
                </c:pt>
                <c:pt idx="2">
                  <c:v>2037.815269</c:v>
                </c:pt>
                <c:pt idx="3">
                  <c:v>2037.99782</c:v>
                </c:pt>
                <c:pt idx="4">
                  <c:v>2039.279369</c:v>
                </c:pt>
                <c:pt idx="5">
                  <c:v>2039.370698</c:v>
                </c:pt>
                <c:pt idx="6">
                  <c:v>2039.401141</c:v>
                </c:pt>
                <c:pt idx="7">
                  <c:v>2039.431584</c:v>
                </c:pt>
                <c:pt idx="8">
                  <c:v>2039.462027</c:v>
                </c:pt>
                <c:pt idx="9">
                  <c:v>2039.492487</c:v>
                </c:pt>
                <c:pt idx="10">
                  <c:v>2039.583852</c:v>
                </c:pt>
                <c:pt idx="11">
                  <c:v>2040.140985</c:v>
                </c:pt>
                <c:pt idx="12">
                  <c:v>2040.171448</c:v>
                </c:pt>
                <c:pt idx="13">
                  <c:v>2040.201911</c:v>
                </c:pt>
                <c:pt idx="14">
                  <c:v>2040.232374</c:v>
                </c:pt>
                <c:pt idx="15">
                  <c:v>2040.323761</c:v>
                </c:pt>
                <c:pt idx="16">
                  <c:v>2040.354223</c:v>
                </c:pt>
                <c:pt idx="17">
                  <c:v>4075.280074</c:v>
                </c:pt>
                <c:pt idx="18">
                  <c:v>4074.638197</c:v>
                </c:pt>
                <c:pt idx="19">
                  <c:v>4075.675352</c:v>
                </c:pt>
                <c:pt idx="20">
                  <c:v>4076.390375</c:v>
                </c:pt>
                <c:pt idx="21">
                  <c:v>4077.335912</c:v>
                </c:pt>
                <c:pt idx="22">
                  <c:v>4076.579363</c:v>
                </c:pt>
                <c:pt idx="23">
                  <c:v>4077.026256</c:v>
                </c:pt>
                <c:pt idx="24">
                  <c:v>13226.144689</c:v>
                </c:pt>
                <c:pt idx="25">
                  <c:v>13231.836698</c:v>
                </c:pt>
                <c:pt idx="26">
                  <c:v>13232.991264</c:v>
                </c:pt>
                <c:pt idx="27">
                  <c:v>13235.271266</c:v>
                </c:pt>
                <c:pt idx="28">
                  <c:v>13233.63384</c:v>
                </c:pt>
                <c:pt idx="29">
                  <c:v>13236.105153</c:v>
                </c:pt>
                <c:pt idx="30">
                  <c:v>13239.642375</c:v>
                </c:pt>
                <c:pt idx="31">
                  <c:v>13243.088649</c:v>
                </c:pt>
                <c:pt idx="32">
                  <c:v>13243.62381</c:v>
                </c:pt>
                <c:pt idx="33">
                  <c:v>13243.716186</c:v>
                </c:pt>
                <c:pt idx="34">
                  <c:v>13285.609361</c:v>
                </c:pt>
                <c:pt idx="35">
                  <c:v>13289.686106</c:v>
                </c:pt>
                <c:pt idx="36">
                  <c:v>13291.30074</c:v>
                </c:pt>
                <c:pt idx="37">
                  <c:v>13296.780895</c:v>
                </c:pt>
                <c:pt idx="38">
                  <c:v>13301.163096</c:v>
                </c:pt>
                <c:pt idx="39">
                  <c:v>13306.343693</c:v>
                </c:pt>
                <c:pt idx="40">
                  <c:v>13309.059834</c:v>
                </c:pt>
                <c:pt idx="41">
                  <c:v>13310.007705</c:v>
                </c:pt>
                <c:pt idx="42">
                  <c:v>13312.192797</c:v>
                </c:pt>
                <c:pt idx="43">
                  <c:v>13314.260056</c:v>
                </c:pt>
                <c:pt idx="44">
                  <c:v>13719.344175</c:v>
                </c:pt>
                <c:pt idx="45">
                  <c:v>13724.904324</c:v>
                </c:pt>
                <c:pt idx="46">
                  <c:v>13728.358616</c:v>
                </c:pt>
                <c:pt idx="47">
                  <c:v>13730.013451</c:v>
                </c:pt>
                <c:pt idx="48">
                  <c:v>13731.109804</c:v>
                </c:pt>
                <c:pt idx="49">
                  <c:v>13728.841716</c:v>
                </c:pt>
                <c:pt idx="50">
                  <c:v>13733.849115</c:v>
                </c:pt>
                <c:pt idx="51">
                  <c:v>13737.894692</c:v>
                </c:pt>
                <c:pt idx="52">
                  <c:v>13735.24837</c:v>
                </c:pt>
                <c:pt idx="53">
                  <c:v>13739.919306</c:v>
                </c:pt>
                <c:pt idx="54">
                  <c:v>13741.724994</c:v>
                </c:pt>
                <c:pt idx="55">
                  <c:v>13745.189111</c:v>
                </c:pt>
                <c:pt idx="56">
                  <c:v>13687.297941</c:v>
                </c:pt>
                <c:pt idx="57">
                  <c:v>13689.227665</c:v>
                </c:pt>
                <c:pt idx="58">
                  <c:v>13693.142546</c:v>
                </c:pt>
                <c:pt idx="59">
                  <c:v>13695.935727</c:v>
                </c:pt>
                <c:pt idx="60">
                  <c:v>13701.895557</c:v>
                </c:pt>
                <c:pt idx="61">
                  <c:v>13703.289664</c:v>
                </c:pt>
                <c:pt idx="62">
                  <c:v>14106.623873</c:v>
                </c:pt>
                <c:pt idx="63">
                  <c:v>14109.332393</c:v>
                </c:pt>
                <c:pt idx="64">
                  <c:v>14113.590206</c:v>
                </c:pt>
                <c:pt idx="65">
                  <c:v>14118.026142</c:v>
                </c:pt>
                <c:pt idx="66">
                  <c:v>14119.412724</c:v>
                </c:pt>
                <c:pt idx="67">
                  <c:v>14119.919962</c:v>
                </c:pt>
                <c:pt idx="68">
                  <c:v>14122.625376</c:v>
                </c:pt>
                <c:pt idx="69">
                  <c:v>14125.120625</c:v>
                </c:pt>
                <c:pt idx="70">
                  <c:v>14129.172804</c:v>
                </c:pt>
                <c:pt idx="71">
                  <c:v>14127.545652</c:v>
                </c:pt>
                <c:pt idx="72">
                  <c:v>14132.138138</c:v>
                </c:pt>
                <c:pt idx="73">
                  <c:v>14139.835645</c:v>
                </c:pt>
                <c:pt idx="74">
                  <c:v>14141.780535</c:v>
                </c:pt>
                <c:pt idx="75">
                  <c:v>14144.142891</c:v>
                </c:pt>
                <c:pt idx="76">
                  <c:v>14075.608546</c:v>
                </c:pt>
                <c:pt idx="77">
                  <c:v>14076.78469</c:v>
                </c:pt>
                <c:pt idx="78">
                  <c:v>14086.528454</c:v>
                </c:pt>
                <c:pt idx="79">
                  <c:v>14099.532016</c:v>
                </c:pt>
                <c:pt idx="80">
                  <c:v>14101.74494</c:v>
                </c:pt>
                <c:pt idx="81">
                  <c:v>14504.439369</c:v>
                </c:pt>
                <c:pt idx="82">
                  <c:v>14508.960607</c:v>
                </c:pt>
                <c:pt idx="83">
                  <c:v>14514.276317</c:v>
                </c:pt>
                <c:pt idx="84">
                  <c:v>14517.788314</c:v>
                </c:pt>
                <c:pt idx="85">
                  <c:v>14517.750721</c:v>
                </c:pt>
                <c:pt idx="86">
                  <c:v>14519.480743</c:v>
                </c:pt>
                <c:pt idx="87">
                  <c:v>14522.314955</c:v>
                </c:pt>
                <c:pt idx="88">
                  <c:v>14527.406761</c:v>
                </c:pt>
                <c:pt idx="89">
                  <c:v>14450.43031</c:v>
                </c:pt>
                <c:pt idx="90">
                  <c:v>14453.116231</c:v>
                </c:pt>
                <c:pt idx="91">
                  <c:v>14453.674023</c:v>
                </c:pt>
                <c:pt idx="92">
                  <c:v>14453.411417</c:v>
                </c:pt>
                <c:pt idx="93">
                  <c:v>14457.590522</c:v>
                </c:pt>
                <c:pt idx="94">
                  <c:v>14458.270744</c:v>
                </c:pt>
                <c:pt idx="95">
                  <c:v>14460.631662</c:v>
                </c:pt>
                <c:pt idx="96">
                  <c:v>14461.971034</c:v>
                </c:pt>
                <c:pt idx="97">
                  <c:v>14463.133321</c:v>
                </c:pt>
                <c:pt idx="98">
                  <c:v>14468.166866</c:v>
                </c:pt>
                <c:pt idx="99">
                  <c:v>14870.276637</c:v>
                </c:pt>
                <c:pt idx="100">
                  <c:v>14872.427465</c:v>
                </c:pt>
                <c:pt idx="101">
                  <c:v>14873.701744</c:v>
                </c:pt>
                <c:pt idx="102">
                  <c:v>14875.825887</c:v>
                </c:pt>
                <c:pt idx="103">
                  <c:v>14878.78275</c:v>
                </c:pt>
                <c:pt idx="104">
                  <c:v>14881.447607</c:v>
                </c:pt>
                <c:pt idx="105">
                  <c:v>14881.391618</c:v>
                </c:pt>
                <c:pt idx="106">
                  <c:v>14883.367895</c:v>
                </c:pt>
                <c:pt idx="107">
                  <c:v>14884.4587</c:v>
                </c:pt>
                <c:pt idx="108">
                  <c:v>14888.958025</c:v>
                </c:pt>
                <c:pt idx="109">
                  <c:v>14891.136003</c:v>
                </c:pt>
                <c:pt idx="110">
                  <c:v>14807.298282</c:v>
                </c:pt>
                <c:pt idx="111">
                  <c:v>14808.909177</c:v>
                </c:pt>
                <c:pt idx="112">
                  <c:v>14811.430625</c:v>
                </c:pt>
                <c:pt idx="113">
                  <c:v>14817.674852</c:v>
                </c:pt>
                <c:pt idx="114">
                  <c:v>14818.787933</c:v>
                </c:pt>
                <c:pt idx="115">
                  <c:v>14819.736021</c:v>
                </c:pt>
                <c:pt idx="116">
                  <c:v>14820.739024</c:v>
                </c:pt>
                <c:pt idx="117">
                  <c:v>14823.361474</c:v>
                </c:pt>
                <c:pt idx="118">
                  <c:v>14827.801372</c:v>
                </c:pt>
                <c:pt idx="119">
                  <c:v>14829.530332</c:v>
                </c:pt>
                <c:pt idx="120">
                  <c:v>15920.231901</c:v>
                </c:pt>
                <c:pt idx="121">
                  <c:v>15921.475914</c:v>
                </c:pt>
                <c:pt idx="122">
                  <c:v>15924.069316</c:v>
                </c:pt>
                <c:pt idx="123">
                  <c:v>15929.487763</c:v>
                </c:pt>
                <c:pt idx="124">
                  <c:v>15931.638165</c:v>
                </c:pt>
                <c:pt idx="125">
                  <c:v>15933.465914</c:v>
                </c:pt>
                <c:pt idx="126">
                  <c:v>15934.974144</c:v>
                </c:pt>
                <c:pt idx="127">
                  <c:v>15937.246971</c:v>
                </c:pt>
                <c:pt idx="128">
                  <c:v>15943.193459</c:v>
                </c:pt>
                <c:pt idx="129">
                  <c:v>15944.863678</c:v>
                </c:pt>
                <c:pt idx="130">
                  <c:v>15946.519942</c:v>
                </c:pt>
                <c:pt idx="131">
                  <c:v>15945.690404</c:v>
                </c:pt>
                <c:pt idx="132">
                  <c:v>15947.105174</c:v>
                </c:pt>
                <c:pt idx="133">
                  <c:v>15951.582244</c:v>
                </c:pt>
                <c:pt idx="134">
                  <c:v>15956.506867</c:v>
                </c:pt>
                <c:pt idx="135">
                  <c:v>15874.419959</c:v>
                </c:pt>
                <c:pt idx="136">
                  <c:v>15876.792978</c:v>
                </c:pt>
                <c:pt idx="137">
                  <c:v>16519.879667</c:v>
                </c:pt>
                <c:pt idx="138">
                  <c:v>16525.071093</c:v>
                </c:pt>
                <c:pt idx="139">
                  <c:v>16530.175454</c:v>
                </c:pt>
                <c:pt idx="140">
                  <c:v>16536.515762</c:v>
                </c:pt>
                <c:pt idx="141">
                  <c:v>16538.874907</c:v>
                </c:pt>
                <c:pt idx="142">
                  <c:v>16540.0973</c:v>
                </c:pt>
                <c:pt idx="143">
                  <c:v>16540.586017</c:v>
                </c:pt>
                <c:pt idx="144">
                  <c:v>16546.07525</c:v>
                </c:pt>
                <c:pt idx="145">
                  <c:v>16547.104423</c:v>
                </c:pt>
                <c:pt idx="146">
                  <c:v>16549.688406</c:v>
                </c:pt>
                <c:pt idx="147">
                  <c:v>16555.929211</c:v>
                </c:pt>
                <c:pt idx="148">
                  <c:v>16558.257634</c:v>
                </c:pt>
                <c:pt idx="149">
                  <c:v>16560.595721</c:v>
                </c:pt>
                <c:pt idx="150">
                  <c:v>16563.233071</c:v>
                </c:pt>
                <c:pt idx="151">
                  <c:v>16564.627661</c:v>
                </c:pt>
                <c:pt idx="152">
                  <c:v>16568.627074</c:v>
                </c:pt>
                <c:pt idx="153">
                  <c:v>16568.762417</c:v>
                </c:pt>
                <c:pt idx="154">
                  <c:v>16570.014366</c:v>
                </c:pt>
                <c:pt idx="155">
                  <c:v>16573.997899</c:v>
                </c:pt>
                <c:pt idx="156">
                  <c:v>16579.317579</c:v>
                </c:pt>
                <c:pt idx="157">
                  <c:v>16591.457674</c:v>
                </c:pt>
                <c:pt idx="158">
                  <c:v>16593.146407</c:v>
                </c:pt>
                <c:pt idx="159">
                  <c:v>16595.304214</c:v>
                </c:pt>
                <c:pt idx="160">
                  <c:v>16601.052733</c:v>
                </c:pt>
                <c:pt idx="161">
                  <c:v>16622.44346</c:v>
                </c:pt>
                <c:pt idx="162">
                  <c:v>16630.239815</c:v>
                </c:pt>
                <c:pt idx="163">
                  <c:v>17116.308419</c:v>
                </c:pt>
                <c:pt idx="164">
                  <c:v>17120.45036</c:v>
                </c:pt>
                <c:pt idx="165">
                  <c:v>17122.909958</c:v>
                </c:pt>
                <c:pt idx="166">
                  <c:v>17128.996649</c:v>
                </c:pt>
                <c:pt idx="167">
                  <c:v>17136.973735</c:v>
                </c:pt>
                <c:pt idx="168">
                  <c:v>17139.805291</c:v>
                </c:pt>
                <c:pt idx="169">
                  <c:v>17144.541941</c:v>
                </c:pt>
                <c:pt idx="170">
                  <c:v>17146.545716</c:v>
                </c:pt>
                <c:pt idx="171">
                  <c:v>17151.899593</c:v>
                </c:pt>
                <c:pt idx="172">
                  <c:v>17159.547981</c:v>
                </c:pt>
                <c:pt idx="173">
                  <c:v>17162.668105</c:v>
                </c:pt>
                <c:pt idx="174">
                  <c:v>17164.115843</c:v>
                </c:pt>
                <c:pt idx="175">
                  <c:v>17166.268588</c:v>
                </c:pt>
                <c:pt idx="176">
                  <c:v>17169.753587</c:v>
                </c:pt>
                <c:pt idx="177">
                  <c:v>17175.973811</c:v>
                </c:pt>
                <c:pt idx="178">
                  <c:v>17178.391926</c:v>
                </c:pt>
                <c:pt idx="179">
                  <c:v>17659.715571</c:v>
                </c:pt>
                <c:pt idx="180">
                  <c:v>17662.114636</c:v>
                </c:pt>
                <c:pt idx="181">
                  <c:v>17665.675274</c:v>
                </c:pt>
                <c:pt idx="182">
                  <c:v>17671.134277</c:v>
                </c:pt>
                <c:pt idx="183">
                  <c:v>17674.175309</c:v>
                </c:pt>
                <c:pt idx="184">
                  <c:v>17676.459608</c:v>
                </c:pt>
                <c:pt idx="185">
                  <c:v>17679.19938</c:v>
                </c:pt>
                <c:pt idx="186">
                  <c:v>17681.579023</c:v>
                </c:pt>
                <c:pt idx="187">
                  <c:v>17688.046974</c:v>
                </c:pt>
                <c:pt idx="188">
                  <c:v>17690.489905</c:v>
                </c:pt>
                <c:pt idx="189">
                  <c:v>17692.224033</c:v>
                </c:pt>
                <c:pt idx="190">
                  <c:v>17693.670589</c:v>
                </c:pt>
                <c:pt idx="191">
                  <c:v>17697.765808</c:v>
                </c:pt>
                <c:pt idx="192">
                  <c:v>17704.039293</c:v>
                </c:pt>
                <c:pt idx="193">
                  <c:v>17706.894756</c:v>
                </c:pt>
                <c:pt idx="194">
                  <c:v>17708.738469</c:v>
                </c:pt>
                <c:pt idx="195">
                  <c:v>17711.543711</c:v>
                </c:pt>
                <c:pt idx="196">
                  <c:v>17713.483873</c:v>
                </c:pt>
                <c:pt idx="197">
                  <c:v>17721.548461</c:v>
                </c:pt>
                <c:pt idx="198">
                  <c:v>17724.514607</c:v>
                </c:pt>
                <c:pt idx="199">
                  <c:v>17726.795163</c:v>
                </c:pt>
                <c:pt idx="200">
                  <c:v>17964.506778</c:v>
                </c:pt>
                <c:pt idx="201">
                  <c:v>17966.370297</c:v>
                </c:pt>
                <c:pt idx="202">
                  <c:v>17974.985788</c:v>
                </c:pt>
                <c:pt idx="203">
                  <c:v>17977.440777</c:v>
                </c:pt>
                <c:pt idx="204">
                  <c:v>17980.232087</c:v>
                </c:pt>
                <c:pt idx="205">
                  <c:v>17982.559194</c:v>
                </c:pt>
                <c:pt idx="206">
                  <c:v>17987.777844</c:v>
                </c:pt>
                <c:pt idx="207">
                  <c:v>17991.093228</c:v>
                </c:pt>
                <c:pt idx="208">
                  <c:v>17994.40271</c:v>
                </c:pt>
                <c:pt idx="209">
                  <c:v>17996.774095</c:v>
                </c:pt>
                <c:pt idx="210">
                  <c:v>18001.065623</c:v>
                </c:pt>
                <c:pt idx="211">
                  <c:v>18006.468037</c:v>
                </c:pt>
                <c:pt idx="212">
                  <c:v>18009.673854</c:v>
                </c:pt>
                <c:pt idx="213">
                  <c:v>18012.060345</c:v>
                </c:pt>
                <c:pt idx="214">
                  <c:v>18014.567278</c:v>
                </c:pt>
                <c:pt idx="215">
                  <c:v>18018.242993</c:v>
                </c:pt>
                <c:pt idx="216">
                  <c:v>18025.254662</c:v>
                </c:pt>
                <c:pt idx="217">
                  <c:v>18027.648498</c:v>
                </c:pt>
                <c:pt idx="218">
                  <c:v>18031.852498</c:v>
                </c:pt>
                <c:pt idx="219">
                  <c:v>18044.841055</c:v>
                </c:pt>
                <c:pt idx="220">
                  <c:v>18047.858348</c:v>
                </c:pt>
                <c:pt idx="221">
                  <c:v>18051.230846</c:v>
                </c:pt>
                <c:pt idx="222">
                  <c:v>18053.546111</c:v>
                </c:pt>
                <c:pt idx="223">
                  <c:v>18057.708253</c:v>
                </c:pt>
                <c:pt idx="224">
                  <c:v>18541.802793</c:v>
                </c:pt>
                <c:pt idx="225">
                  <c:v>18544.948288</c:v>
                </c:pt>
                <c:pt idx="226">
                  <c:v>18547.247687</c:v>
                </c:pt>
                <c:pt idx="227">
                  <c:v>18550.630751</c:v>
                </c:pt>
                <c:pt idx="228">
                  <c:v>18553.398098</c:v>
                </c:pt>
                <c:pt idx="229">
                  <c:v>18560.885455</c:v>
                </c:pt>
                <c:pt idx="230">
                  <c:v>18563.440595</c:v>
                </c:pt>
                <c:pt idx="231">
                  <c:v>18566.655673</c:v>
                </c:pt>
                <c:pt idx="232">
                  <c:v>18568.610945</c:v>
                </c:pt>
                <c:pt idx="233">
                  <c:v>18571.61783</c:v>
                </c:pt>
                <c:pt idx="234">
                  <c:v>18579.151592</c:v>
                </c:pt>
                <c:pt idx="235">
                  <c:v>18582.217829</c:v>
                </c:pt>
                <c:pt idx="236">
                  <c:v>18584.858655</c:v>
                </c:pt>
                <c:pt idx="237">
                  <c:v>18588.480688</c:v>
                </c:pt>
                <c:pt idx="238">
                  <c:v>18591.751838</c:v>
                </c:pt>
                <c:pt idx="239">
                  <c:v>18603.773848</c:v>
                </c:pt>
                <c:pt idx="240">
                  <c:v>18606.50641</c:v>
                </c:pt>
                <c:pt idx="241">
                  <c:v>19082.44956</c:v>
                </c:pt>
                <c:pt idx="242">
                  <c:v>19085.607216</c:v>
                </c:pt>
                <c:pt idx="243">
                  <c:v>19093.120504</c:v>
                </c:pt>
                <c:pt idx="244">
                  <c:v>19096.189735</c:v>
                </c:pt>
                <c:pt idx="245">
                  <c:v>19098.850094</c:v>
                </c:pt>
                <c:pt idx="246">
                  <c:v>19102.704505</c:v>
                </c:pt>
                <c:pt idx="247">
                  <c:v>19109.21738</c:v>
                </c:pt>
                <c:pt idx="248">
                  <c:v>19113.896056</c:v>
                </c:pt>
                <c:pt idx="249">
                  <c:v>19115.983833</c:v>
                </c:pt>
                <c:pt idx="250">
                  <c:v>19065.979795</c:v>
                </c:pt>
                <c:pt idx="251">
                  <c:v>19068.431588</c:v>
                </c:pt>
                <c:pt idx="252">
                  <c:v>19071.48523</c:v>
                </c:pt>
                <c:pt idx="253">
                  <c:v>19078.891869</c:v>
                </c:pt>
                <c:pt idx="254">
                  <c:v>19084.922205</c:v>
                </c:pt>
                <c:pt idx="255">
                  <c:v>19086.768267</c:v>
                </c:pt>
                <c:pt idx="256">
                  <c:v>19091.147281</c:v>
                </c:pt>
                <c:pt idx="257">
                  <c:v>19099.262662</c:v>
                </c:pt>
                <c:pt idx="258">
                  <c:v>19109.437913</c:v>
                </c:pt>
                <c:pt idx="259">
                  <c:v>19108.025738</c:v>
                </c:pt>
                <c:pt idx="260">
                  <c:v>19114.049162</c:v>
                </c:pt>
                <c:pt idx="261">
                  <c:v>19589.086415</c:v>
                </c:pt>
                <c:pt idx="262">
                  <c:v>19592.236847</c:v>
                </c:pt>
                <c:pt idx="263">
                  <c:v>19597.949766</c:v>
                </c:pt>
                <c:pt idx="264">
                  <c:v>19600.872817</c:v>
                </c:pt>
                <c:pt idx="265">
                  <c:v>19599.394368</c:v>
                </c:pt>
                <c:pt idx="266">
                  <c:v>19602.051181</c:v>
                </c:pt>
                <c:pt idx="267">
                  <c:v>19606.326107</c:v>
                </c:pt>
                <c:pt idx="268">
                  <c:v>19619.33148</c:v>
                </c:pt>
                <c:pt idx="269">
                  <c:v>19621.614252</c:v>
                </c:pt>
                <c:pt idx="270">
                  <c:v>19621.852493</c:v>
                </c:pt>
                <c:pt idx="271">
                  <c:v>19622.262346</c:v>
                </c:pt>
                <c:pt idx="272">
                  <c:v>19623.850013</c:v>
                </c:pt>
                <c:pt idx="273">
                  <c:v>19628.657078</c:v>
                </c:pt>
                <c:pt idx="274">
                  <c:v>19629.699488</c:v>
                </c:pt>
                <c:pt idx="275">
                  <c:v>19633.027253</c:v>
                </c:pt>
                <c:pt idx="276">
                  <c:v>19634.547342</c:v>
                </c:pt>
                <c:pt idx="277">
                  <c:v>19647.716766</c:v>
                </c:pt>
                <c:pt idx="278">
                  <c:v>19665.265578</c:v>
                </c:pt>
                <c:pt idx="279">
                  <c:v>19684.926073</c:v>
                </c:pt>
                <c:pt idx="280">
                  <c:v>19682.642476</c:v>
                </c:pt>
                <c:pt idx="281">
                  <c:v>19693.626386</c:v>
                </c:pt>
                <c:pt idx="282">
                  <c:v>19708.38678</c:v>
                </c:pt>
                <c:pt idx="283">
                  <c:v>19954.030338</c:v>
                </c:pt>
                <c:pt idx="284">
                  <c:v>19951.855649</c:v>
                </c:pt>
                <c:pt idx="285">
                  <c:v>19957.960991</c:v>
                </c:pt>
                <c:pt idx="286">
                  <c:v>19963.22597</c:v>
                </c:pt>
                <c:pt idx="287">
                  <c:v>19977.512306</c:v>
                </c:pt>
                <c:pt idx="288">
                  <c:v>19991.464066</c:v>
                </c:pt>
                <c:pt idx="289">
                  <c:v>20012.531201</c:v>
                </c:pt>
                <c:pt idx="290">
                  <c:v>20018.878825</c:v>
                </c:pt>
                <c:pt idx="291">
                  <c:v>20023.518666</c:v>
                </c:pt>
                <c:pt idx="292">
                  <c:v>20035.722119</c:v>
                </c:pt>
                <c:pt idx="293">
                  <c:v>20032.682755</c:v>
                </c:pt>
                <c:pt idx="294">
                  <c:v>20039.23217</c:v>
                </c:pt>
                <c:pt idx="295">
                  <c:v>20040.24903</c:v>
                </c:pt>
                <c:pt idx="296">
                  <c:v>20048.722447</c:v>
                </c:pt>
                <c:pt idx="297">
                  <c:v>20062.212461</c:v>
                </c:pt>
                <c:pt idx="298">
                  <c:v>20073.476499</c:v>
                </c:pt>
                <c:pt idx="299">
                  <c:v>20078.505178</c:v>
                </c:pt>
                <c:pt idx="300">
                  <c:v>20082.599207</c:v>
                </c:pt>
                <c:pt idx="301">
                  <c:v>20068.967519</c:v>
                </c:pt>
                <c:pt idx="302">
                  <c:v>20103.674315</c:v>
                </c:pt>
                <c:pt idx="303">
                  <c:v>20127.987505</c:v>
                </c:pt>
                <c:pt idx="304">
                  <c:v>20387.001356</c:v>
                </c:pt>
                <c:pt idx="305">
                  <c:v>20397.03254</c:v>
                </c:pt>
                <c:pt idx="306">
                  <c:v>20404.607641</c:v>
                </c:pt>
                <c:pt idx="307">
                  <c:v>20411.977436</c:v>
                </c:pt>
                <c:pt idx="308">
                  <c:v>20415.145426</c:v>
                </c:pt>
                <c:pt idx="309">
                  <c:v>20408.415608</c:v>
                </c:pt>
                <c:pt idx="310">
                  <c:v>20413.90491</c:v>
                </c:pt>
                <c:pt idx="311">
                  <c:v>20426.761298</c:v>
                </c:pt>
                <c:pt idx="312">
                  <c:v>20433.352323</c:v>
                </c:pt>
                <c:pt idx="313">
                  <c:v>20423.863651</c:v>
                </c:pt>
                <c:pt idx="314">
                  <c:v>20427.49001</c:v>
                </c:pt>
                <c:pt idx="315">
                  <c:v>20432.782852</c:v>
                </c:pt>
                <c:pt idx="316">
                  <c:v>20447.791164</c:v>
                </c:pt>
                <c:pt idx="317">
                  <c:v>20455.466428</c:v>
                </c:pt>
                <c:pt idx="318">
                  <c:v>20464.449266</c:v>
                </c:pt>
                <c:pt idx="319">
                  <c:v>20468.041568</c:v>
                </c:pt>
                <c:pt idx="320">
                  <c:v>20483.954793</c:v>
                </c:pt>
                <c:pt idx="321">
                  <c:v>20502.329261</c:v>
                </c:pt>
                <c:pt idx="322">
                  <c:v>20520.282605</c:v>
                </c:pt>
                <c:pt idx="323">
                  <c:v>20548.925671</c:v>
                </c:pt>
                <c:pt idx="324">
                  <c:v>20593.776153</c:v>
                </c:pt>
                <c:pt idx="325">
                  <c:v>21273.489893</c:v>
                </c:pt>
                <c:pt idx="326">
                  <c:v>21273.361634</c:v>
                </c:pt>
                <c:pt idx="327">
                  <c:v>21286.412052</c:v>
                </c:pt>
                <c:pt idx="328">
                  <c:v>21288.141677</c:v>
                </c:pt>
                <c:pt idx="329">
                  <c:v>21324.447394</c:v>
                </c:pt>
                <c:pt idx="330">
                  <c:v>21337.708779</c:v>
                </c:pt>
                <c:pt idx="331">
                  <c:v>21352.841067</c:v>
                </c:pt>
                <c:pt idx="332">
                  <c:v>21384.301592</c:v>
                </c:pt>
                <c:pt idx="333">
                  <c:v>21396.24376</c:v>
                </c:pt>
                <c:pt idx="334">
                  <c:v>21439.38953</c:v>
                </c:pt>
                <c:pt idx="335">
                  <c:v>21462.123827</c:v>
                </c:pt>
                <c:pt idx="336">
                  <c:v>21471.90252</c:v>
                </c:pt>
                <c:pt idx="337">
                  <c:v>21478.493779</c:v>
                </c:pt>
                <c:pt idx="338">
                  <c:v>21488.942197</c:v>
                </c:pt>
                <c:pt idx="339">
                  <c:v>21521.728586</c:v>
                </c:pt>
                <c:pt idx="340">
                  <c:v>21535.985772</c:v>
                </c:pt>
                <c:pt idx="341">
                  <c:v>21545.898507</c:v>
                </c:pt>
                <c:pt idx="342">
                  <c:v>21574.603998</c:v>
                </c:pt>
                <c:pt idx="343">
                  <c:v>21869.405453</c:v>
                </c:pt>
                <c:pt idx="344">
                  <c:v>21890.619741</c:v>
                </c:pt>
                <c:pt idx="345">
                  <c:v>21923.871288</c:v>
                </c:pt>
                <c:pt idx="346">
                  <c:v>21943.656743</c:v>
                </c:pt>
                <c:pt idx="347">
                  <c:v>21955.886754</c:v>
                </c:pt>
                <c:pt idx="348">
                  <c:v>21983.678397</c:v>
                </c:pt>
                <c:pt idx="349">
                  <c:v>21980.377941</c:v>
                </c:pt>
                <c:pt idx="350">
                  <c:v>21941.515965</c:v>
                </c:pt>
                <c:pt idx="351">
                  <c:v>21939.481775</c:v>
                </c:pt>
                <c:pt idx="352">
                  <c:v>21943.040451</c:v>
                </c:pt>
                <c:pt idx="353">
                  <c:v>21928.949342</c:v>
                </c:pt>
                <c:pt idx="354">
                  <c:v>21926.967824</c:v>
                </c:pt>
                <c:pt idx="355">
                  <c:v>21925.102968</c:v>
                </c:pt>
                <c:pt idx="356">
                  <c:v>21927.720809</c:v>
                </c:pt>
                <c:pt idx="357">
                  <c:v>21935.714832</c:v>
                </c:pt>
                <c:pt idx="358">
                  <c:v>21930.890222</c:v>
                </c:pt>
                <c:pt idx="359">
                  <c:v>21950.875067</c:v>
                </c:pt>
                <c:pt idx="360">
                  <c:v>21972.167535</c:v>
                </c:pt>
                <c:pt idx="361">
                  <c:v>22005.326696</c:v>
                </c:pt>
                <c:pt idx="362">
                  <c:v>21997.415491</c:v>
                </c:pt>
                <c:pt idx="363">
                  <c:v>22008.389734</c:v>
                </c:pt>
                <c:pt idx="364">
                  <c:v>21991.669929</c:v>
                </c:pt>
                <c:pt idx="365">
                  <c:v>21955.205741</c:v>
                </c:pt>
                <c:pt idx="366">
                  <c:v>21880.618525</c:v>
                </c:pt>
                <c:pt idx="367">
                  <c:v>21871.245834</c:v>
                </c:pt>
                <c:pt idx="368">
                  <c:v>21682.352781</c:v>
                </c:pt>
                <c:pt idx="369">
                  <c:v>21778.465569</c:v>
                </c:pt>
                <c:pt idx="370">
                  <c:v>21791.601695</c:v>
                </c:pt>
                <c:pt idx="371">
                  <c:v>21823.715597</c:v>
                </c:pt>
                <c:pt idx="372">
                  <c:v>21810.133604</c:v>
                </c:pt>
                <c:pt idx="373">
                  <c:v>21816.216358</c:v>
                </c:pt>
                <c:pt idx="374">
                  <c:v>21811.977371</c:v>
                </c:pt>
                <c:pt idx="375">
                  <c:v>21811.311547</c:v>
                </c:pt>
                <c:pt idx="376">
                  <c:v>21831.096555</c:v>
                </c:pt>
                <c:pt idx="377">
                  <c:v>22152.121007</c:v>
                </c:pt>
                <c:pt idx="378">
                  <c:v>22181.573837</c:v>
                </c:pt>
                <c:pt idx="379">
                  <c:v>22207.18268</c:v>
                </c:pt>
                <c:pt idx="380">
                  <c:v>22250.496782</c:v>
                </c:pt>
                <c:pt idx="381">
                  <c:v>22285.818186</c:v>
                </c:pt>
                <c:pt idx="382">
                  <c:v>22574.302562</c:v>
                </c:pt>
                <c:pt idx="383">
                  <c:v>22582.706213</c:v>
                </c:pt>
                <c:pt idx="384">
                  <c:v>22591.251845</c:v>
                </c:pt>
                <c:pt idx="385">
                  <c:v>22665.294844</c:v>
                </c:pt>
                <c:pt idx="386">
                  <c:v>22637.718013</c:v>
                </c:pt>
                <c:pt idx="387">
                  <c:v>22652.636905</c:v>
                </c:pt>
                <c:pt idx="388">
                  <c:v>22639.656153</c:v>
                </c:pt>
                <c:pt idx="389">
                  <c:v>22664.373798</c:v>
                </c:pt>
                <c:pt idx="390">
                  <c:v>22185.541929</c:v>
                </c:pt>
                <c:pt idx="391">
                  <c:v>22213.507218</c:v>
                </c:pt>
                <c:pt idx="392">
                  <c:v>22232.982929</c:v>
                </c:pt>
                <c:pt idx="393">
                  <c:v>22279.969638</c:v>
                </c:pt>
                <c:pt idx="394">
                  <c:v>22307.268955</c:v>
                </c:pt>
                <c:pt idx="395">
                  <c:v>22237.199427</c:v>
                </c:pt>
                <c:pt idx="396">
                  <c:v>22275.210244</c:v>
                </c:pt>
                <c:pt idx="397">
                  <c:v>22330.143898</c:v>
                </c:pt>
                <c:pt idx="398">
                  <c:v>22348.53506</c:v>
                </c:pt>
                <c:pt idx="399">
                  <c:v>22363.47358</c:v>
                </c:pt>
                <c:pt idx="400">
                  <c:v>22374.614641</c:v>
                </c:pt>
                <c:pt idx="401">
                  <c:v>22362.27017</c:v>
                </c:pt>
                <c:pt idx="402">
                  <c:v>22341.455292</c:v>
                </c:pt>
                <c:pt idx="403">
                  <c:v>22348.87007</c:v>
                </c:pt>
                <c:pt idx="404">
                  <c:v>22344.250851</c:v>
                </c:pt>
                <c:pt idx="405">
                  <c:v>22329.327587</c:v>
                </c:pt>
                <c:pt idx="406">
                  <c:v>22359.175767</c:v>
                </c:pt>
                <c:pt idx="407">
                  <c:v>22322.002772</c:v>
                </c:pt>
                <c:pt idx="408">
                  <c:v>22330.968198</c:v>
                </c:pt>
                <c:pt idx="409">
                  <c:v>22335.221929</c:v>
                </c:pt>
                <c:pt idx="410">
                  <c:v>22349.481193</c:v>
                </c:pt>
                <c:pt idx="411">
                  <c:v>22343.659344</c:v>
                </c:pt>
                <c:pt idx="412">
                  <c:v>22354.475749</c:v>
                </c:pt>
                <c:pt idx="413">
                  <c:v>22366.141003</c:v>
                </c:pt>
                <c:pt idx="414">
                  <c:v>22423.954845</c:v>
                </c:pt>
                <c:pt idx="415">
                  <c:v>22460.758328</c:v>
                </c:pt>
                <c:pt idx="416">
                  <c:v>22090.461272</c:v>
                </c:pt>
                <c:pt idx="417">
                  <c:v>22118.351959</c:v>
                </c:pt>
                <c:pt idx="418">
                  <c:v>22158.974868</c:v>
                </c:pt>
                <c:pt idx="419">
                  <c:v>22169.166212</c:v>
                </c:pt>
                <c:pt idx="420">
                  <c:v>22193.613924</c:v>
                </c:pt>
                <c:pt idx="421">
                  <c:v>22165.371401</c:v>
                </c:pt>
                <c:pt idx="422">
                  <c:v>22170.215029</c:v>
                </c:pt>
                <c:pt idx="423">
                  <c:v>22175.748352</c:v>
                </c:pt>
                <c:pt idx="424">
                  <c:v>22171.598886</c:v>
                </c:pt>
                <c:pt idx="425">
                  <c:v>22181.64858</c:v>
                </c:pt>
                <c:pt idx="426">
                  <c:v>22186.994091</c:v>
                </c:pt>
                <c:pt idx="427">
                  <c:v>22195.539637</c:v>
                </c:pt>
                <c:pt idx="428">
                  <c:v>22219.102136</c:v>
                </c:pt>
                <c:pt idx="429">
                  <c:v>22246.794038</c:v>
                </c:pt>
                <c:pt idx="430">
                  <c:v>22292.822654</c:v>
                </c:pt>
                <c:pt idx="431">
                  <c:v>22141.259173</c:v>
                </c:pt>
                <c:pt idx="432">
                  <c:v>22168.969076</c:v>
                </c:pt>
                <c:pt idx="433">
                  <c:v>22181.18934</c:v>
                </c:pt>
                <c:pt idx="434">
                  <c:v>22213.442996</c:v>
                </c:pt>
                <c:pt idx="435">
                  <c:v>22228.007921</c:v>
                </c:pt>
                <c:pt idx="436">
                  <c:v>22188.667545</c:v>
                </c:pt>
                <c:pt idx="437">
                  <c:v>22176.854541</c:v>
                </c:pt>
                <c:pt idx="438">
                  <c:v>22177.801261</c:v>
                </c:pt>
                <c:pt idx="439">
                  <c:v>22195.894177</c:v>
                </c:pt>
                <c:pt idx="440">
                  <c:v>22207.861423</c:v>
                </c:pt>
                <c:pt idx="441">
                  <c:v>22192.734036</c:v>
                </c:pt>
                <c:pt idx="442">
                  <c:v>22216.738646</c:v>
                </c:pt>
                <c:pt idx="443">
                  <c:v>22214.165603</c:v>
                </c:pt>
                <c:pt idx="444">
                  <c:v>22259.744747</c:v>
                </c:pt>
                <c:pt idx="445">
                  <c:v>22327.038605</c:v>
                </c:pt>
                <c:pt idx="446">
                  <c:v>22310.477228</c:v>
                </c:pt>
                <c:pt idx="447">
                  <c:v>22279.833027</c:v>
                </c:pt>
                <c:pt idx="448">
                  <c:v>22342.581482</c:v>
                </c:pt>
                <c:pt idx="449">
                  <c:v>22387.076832</c:v>
                </c:pt>
                <c:pt idx="450">
                  <c:v>22393.819898</c:v>
                </c:pt>
                <c:pt idx="451">
                  <c:v>22234.928906</c:v>
                </c:pt>
                <c:pt idx="452">
                  <c:v>22297.685335</c:v>
                </c:pt>
                <c:pt idx="453">
                  <c:v>22357.737425</c:v>
                </c:pt>
                <c:pt idx="454">
                  <c:v>22293.944939</c:v>
                </c:pt>
                <c:pt idx="455">
                  <c:v>22381.738999</c:v>
                </c:pt>
                <c:pt idx="456">
                  <c:v>22491.042563</c:v>
                </c:pt>
                <c:pt idx="457">
                  <c:v>22522.796581</c:v>
                </c:pt>
                <c:pt idx="458">
                  <c:v>22499.110637</c:v>
                </c:pt>
                <c:pt idx="459">
                  <c:v>22540.653086</c:v>
                </c:pt>
                <c:pt idx="460">
                  <c:v>22487.232135</c:v>
                </c:pt>
                <c:pt idx="461">
                  <c:v>22542.296207</c:v>
                </c:pt>
                <c:pt idx="462">
                  <c:v>22552.018122</c:v>
                </c:pt>
                <c:pt idx="463">
                  <c:v>22560.222868</c:v>
                </c:pt>
                <c:pt idx="464">
                  <c:v>22485.202015</c:v>
                </c:pt>
                <c:pt idx="465">
                  <c:v>22447.798117</c:v>
                </c:pt>
                <c:pt idx="466">
                  <c:v>22439.322532</c:v>
                </c:pt>
                <c:pt idx="467">
                  <c:v>22515.357948</c:v>
                </c:pt>
                <c:pt idx="468">
                  <c:v>22608.020607</c:v>
                </c:pt>
                <c:pt idx="469">
                  <c:v>22617.773327</c:v>
                </c:pt>
                <c:pt idx="470">
                  <c:v>22523.296493</c:v>
                </c:pt>
                <c:pt idx="471">
                  <c:v>22539.754148</c:v>
                </c:pt>
                <c:pt idx="472">
                  <c:v>22506.894502</c:v>
                </c:pt>
                <c:pt idx="473">
                  <c:v>22529.97704</c:v>
                </c:pt>
                <c:pt idx="474">
                  <c:v>22630.407128</c:v>
                </c:pt>
                <c:pt idx="475">
                  <c:v>22660.615059</c:v>
                </c:pt>
                <c:pt idx="476">
                  <c:v>22753.622339</c:v>
                </c:pt>
                <c:pt idx="477">
                  <c:v>22863.705743</c:v>
                </c:pt>
                <c:pt idx="478">
                  <c:v>22981.594485</c:v>
                </c:pt>
                <c:pt idx="479">
                  <c:v>23097.34629</c:v>
                </c:pt>
                <c:pt idx="480">
                  <c:v>23123.346792</c:v>
                </c:pt>
                <c:pt idx="481">
                  <c:v>22892.515721</c:v>
                </c:pt>
                <c:pt idx="482">
                  <c:v>22904.476465</c:v>
                </c:pt>
                <c:pt idx="483">
                  <c:v>23083.815884</c:v>
                </c:pt>
                <c:pt idx="484">
                  <c:v>23207.666338</c:v>
                </c:pt>
                <c:pt idx="485">
                  <c:v>23162.736588</c:v>
                </c:pt>
                <c:pt idx="486">
                  <c:v>23155.775986</c:v>
                </c:pt>
                <c:pt idx="487">
                  <c:v>23193.290579</c:v>
                </c:pt>
                <c:pt idx="488">
                  <c:v>23214.948213</c:v>
                </c:pt>
                <c:pt idx="489">
                  <c:v>23185.283533</c:v>
                </c:pt>
                <c:pt idx="490">
                  <c:v>23206.072787</c:v>
                </c:pt>
                <c:pt idx="491">
                  <c:v>23211.960116</c:v>
                </c:pt>
                <c:pt idx="492">
                  <c:v>23222.5521</c:v>
                </c:pt>
                <c:pt idx="493">
                  <c:v>23108.293305</c:v>
                </c:pt>
                <c:pt idx="494">
                  <c:v>22873.575431</c:v>
                </c:pt>
                <c:pt idx="495">
                  <c:v>22960.79039</c:v>
                </c:pt>
                <c:pt idx="496">
                  <c:v>22765.740706</c:v>
                </c:pt>
                <c:pt idx="497">
                  <c:v>22515.072271</c:v>
                </c:pt>
                <c:pt idx="498">
                  <c:v>22577.760498</c:v>
                </c:pt>
                <c:pt idx="499">
                  <c:v>22610.600016</c:v>
                </c:pt>
                <c:pt idx="500">
                  <c:v>22456.055543</c:v>
                </c:pt>
                <c:pt idx="501">
                  <c:v>22180.27123</c:v>
                </c:pt>
                <c:pt idx="502">
                  <c:v>21967.530268</c:v>
                </c:pt>
                <c:pt idx="503">
                  <c:v>21900.582578</c:v>
                </c:pt>
                <c:pt idx="504">
                  <c:v>21818.975869</c:v>
                </c:pt>
                <c:pt idx="505">
                  <c:v>21762.937822</c:v>
                </c:pt>
                <c:pt idx="506">
                  <c:v>21707.477808</c:v>
                </c:pt>
                <c:pt idx="507">
                  <c:v>21705.193054</c:v>
                </c:pt>
                <c:pt idx="508">
                  <c:v>21727.012897</c:v>
                </c:pt>
                <c:pt idx="509">
                  <c:v>21575.862234</c:v>
                </c:pt>
                <c:pt idx="510">
                  <c:v>21592.820074</c:v>
                </c:pt>
                <c:pt idx="511">
                  <c:v>21618.012744</c:v>
                </c:pt>
                <c:pt idx="512">
                  <c:v>21648.55031</c:v>
                </c:pt>
                <c:pt idx="513">
                  <c:v>21587.391588</c:v>
                </c:pt>
                <c:pt idx="514">
                  <c:v>21583.087176</c:v>
                </c:pt>
                <c:pt idx="515">
                  <c:v>21584.713995</c:v>
                </c:pt>
                <c:pt idx="516">
                  <c:v>21593.87912</c:v>
                </c:pt>
                <c:pt idx="517">
                  <c:v>21629.631806</c:v>
                </c:pt>
                <c:pt idx="518">
                  <c:v>21649.223377</c:v>
                </c:pt>
                <c:pt idx="519">
                  <c:v>21653.967749</c:v>
                </c:pt>
                <c:pt idx="520">
                  <c:v>21671.86409</c:v>
                </c:pt>
                <c:pt idx="521">
                  <c:v>21685.726065</c:v>
                </c:pt>
                <c:pt idx="522">
                  <c:v>21698.311219</c:v>
                </c:pt>
                <c:pt idx="523">
                  <c:v>21680.310804</c:v>
                </c:pt>
                <c:pt idx="524">
                  <c:v>21684.273135</c:v>
                </c:pt>
                <c:pt idx="525">
                  <c:v>21690.476243</c:v>
                </c:pt>
                <c:pt idx="526">
                  <c:v>21695.855161</c:v>
                </c:pt>
                <c:pt idx="527">
                  <c:v>21708.483673</c:v>
                </c:pt>
                <c:pt idx="528">
                  <c:v>21721.199976</c:v>
                </c:pt>
                <c:pt idx="529">
                  <c:v>21734.950159</c:v>
                </c:pt>
                <c:pt idx="530">
                  <c:v>21756.015533</c:v>
                </c:pt>
                <c:pt idx="531">
                  <c:v>21776.277943</c:v>
                </c:pt>
                <c:pt idx="532">
                  <c:v>21808.738973</c:v>
                </c:pt>
                <c:pt idx="533">
                  <c:v>21821.89304</c:v>
                </c:pt>
                <c:pt idx="534">
                  <c:v>21812.523044</c:v>
                </c:pt>
                <c:pt idx="535">
                  <c:v>21814.787681</c:v>
                </c:pt>
                <c:pt idx="536">
                  <c:v>21849.522724</c:v>
                </c:pt>
                <c:pt idx="537">
                  <c:v>21865.146437</c:v>
                </c:pt>
                <c:pt idx="538">
                  <c:v>21864.857414</c:v>
                </c:pt>
                <c:pt idx="539">
                  <c:v>21860.6773</c:v>
                </c:pt>
                <c:pt idx="540">
                  <c:v>21861.21284</c:v>
                </c:pt>
                <c:pt idx="541">
                  <c:v>21835.852352</c:v>
                </c:pt>
                <c:pt idx="542">
                  <c:v>21798.340612</c:v>
                </c:pt>
                <c:pt idx="543">
                  <c:v>21759.036643</c:v>
                </c:pt>
                <c:pt idx="544">
                  <c:v>21747.575668</c:v>
                </c:pt>
                <c:pt idx="545">
                  <c:v>21788.252351</c:v>
                </c:pt>
                <c:pt idx="546">
                  <c:v>21795.049575</c:v>
                </c:pt>
                <c:pt idx="547">
                  <c:v>21813.56635</c:v>
                </c:pt>
                <c:pt idx="548">
                  <c:v>21812.379122</c:v>
                </c:pt>
                <c:pt idx="549">
                  <c:v>21812.40806</c:v>
                </c:pt>
                <c:pt idx="550">
                  <c:v>21785.958162</c:v>
                </c:pt>
                <c:pt idx="551">
                  <c:v>21793.072395</c:v>
                </c:pt>
                <c:pt idx="552">
                  <c:v>21825.602418</c:v>
                </c:pt>
                <c:pt idx="553">
                  <c:v>21843.540983</c:v>
                </c:pt>
                <c:pt idx="554">
                  <c:v>21840.644269</c:v>
                </c:pt>
                <c:pt idx="555">
                  <c:v>21838.497775</c:v>
                </c:pt>
                <c:pt idx="556">
                  <c:v>21788.708851</c:v>
                </c:pt>
                <c:pt idx="557">
                  <c:v>21777.590027</c:v>
                </c:pt>
                <c:pt idx="558">
                  <c:v>21822.079548</c:v>
                </c:pt>
                <c:pt idx="559">
                  <c:v>21822.347809</c:v>
                </c:pt>
                <c:pt idx="560">
                  <c:v>21851.869943</c:v>
                </c:pt>
                <c:pt idx="561">
                  <c:v>21836.350396</c:v>
                </c:pt>
                <c:pt idx="562">
                  <c:v>21841.386447</c:v>
                </c:pt>
                <c:pt idx="563">
                  <c:v>21820.540659</c:v>
                </c:pt>
                <c:pt idx="564">
                  <c:v>21822.552921</c:v>
                </c:pt>
                <c:pt idx="565">
                  <c:v>21822.999582</c:v>
                </c:pt>
                <c:pt idx="566">
                  <c:v>21840.824783</c:v>
                </c:pt>
                <c:pt idx="567">
                  <c:v>21837.413025</c:v>
                </c:pt>
                <c:pt idx="568">
                  <c:v>21872.671011</c:v>
                </c:pt>
                <c:pt idx="569">
                  <c:v>21899.69776</c:v>
                </c:pt>
                <c:pt idx="570">
                  <c:v>21839.303549</c:v>
                </c:pt>
                <c:pt idx="571">
                  <c:v>21862.184106</c:v>
                </c:pt>
                <c:pt idx="572">
                  <c:v>21873.583626</c:v>
                </c:pt>
                <c:pt idx="573">
                  <c:v>21884.194941</c:v>
                </c:pt>
                <c:pt idx="574">
                  <c:v>21907.335573</c:v>
                </c:pt>
                <c:pt idx="575">
                  <c:v>21917.766418</c:v>
                </c:pt>
                <c:pt idx="576">
                  <c:v>21919.596841</c:v>
                </c:pt>
                <c:pt idx="577">
                  <c:v>21906.775683</c:v>
                </c:pt>
                <c:pt idx="578">
                  <c:v>21896.62307</c:v>
                </c:pt>
                <c:pt idx="579">
                  <c:v>21952.410291</c:v>
                </c:pt>
                <c:pt idx="580">
                  <c:v>21983.865203</c:v>
                </c:pt>
                <c:pt idx="581">
                  <c:v>22002.185327</c:v>
                </c:pt>
                <c:pt idx="582">
                  <c:v>21979.358022</c:v>
                </c:pt>
                <c:pt idx="583">
                  <c:v>21973.046085</c:v>
                </c:pt>
                <c:pt idx="584">
                  <c:v>21978.709324</c:v>
                </c:pt>
                <c:pt idx="585">
                  <c:v>21969.385565</c:v>
                </c:pt>
                <c:pt idx="586">
                  <c:v>21964.156448</c:v>
                </c:pt>
                <c:pt idx="587">
                  <c:v>22024.497379</c:v>
                </c:pt>
                <c:pt idx="588">
                  <c:v>22020.199282</c:v>
                </c:pt>
                <c:pt idx="589">
                  <c:v>22056.685261</c:v>
                </c:pt>
                <c:pt idx="590">
                  <c:v>22076.59708</c:v>
                </c:pt>
                <c:pt idx="591">
                  <c:v>22071.666612</c:v>
                </c:pt>
                <c:pt idx="592">
                  <c:v>22119.832405</c:v>
                </c:pt>
                <c:pt idx="593">
                  <c:v>22094.741957</c:v>
                </c:pt>
                <c:pt idx="594">
                  <c:v>22063.98539</c:v>
                </c:pt>
                <c:pt idx="595">
                  <c:v>22010.140249</c:v>
                </c:pt>
                <c:pt idx="596">
                  <c:v>21981.810696</c:v>
                </c:pt>
                <c:pt idx="597">
                  <c:v>21955.60022</c:v>
                </c:pt>
                <c:pt idx="598">
                  <c:v>21993.717143</c:v>
                </c:pt>
                <c:pt idx="599">
                  <c:v>22002.022335</c:v>
                </c:pt>
                <c:pt idx="600">
                  <c:v>21985.652402</c:v>
                </c:pt>
                <c:pt idx="601">
                  <c:v>22013.986405</c:v>
                </c:pt>
                <c:pt idx="602">
                  <c:v>22047.924849</c:v>
                </c:pt>
                <c:pt idx="603">
                  <c:v>22038.061255</c:v>
                </c:pt>
                <c:pt idx="604">
                  <c:v>21918.407211</c:v>
                </c:pt>
                <c:pt idx="605">
                  <c:v>21959.296168</c:v>
                </c:pt>
                <c:pt idx="606">
                  <c:v>21973.061572</c:v>
                </c:pt>
                <c:pt idx="607">
                  <c:v>21989.143171</c:v>
                </c:pt>
                <c:pt idx="608">
                  <c:v>21958.830806</c:v>
                </c:pt>
                <c:pt idx="609">
                  <c:v>21940.810591</c:v>
                </c:pt>
                <c:pt idx="610">
                  <c:v>21949.880651</c:v>
                </c:pt>
                <c:pt idx="611">
                  <c:v>21916.553515</c:v>
                </c:pt>
                <c:pt idx="612">
                  <c:v>21926.009352</c:v>
                </c:pt>
                <c:pt idx="613">
                  <c:v>21910.994293</c:v>
                </c:pt>
                <c:pt idx="614">
                  <c:v>21874.427811</c:v>
                </c:pt>
                <c:pt idx="615">
                  <c:v>21906.229968</c:v>
                </c:pt>
                <c:pt idx="616">
                  <c:v>21823.912372</c:v>
                </c:pt>
                <c:pt idx="617">
                  <c:v>21761.415653</c:v>
                </c:pt>
                <c:pt idx="618">
                  <c:v>21786.343456</c:v>
                </c:pt>
                <c:pt idx="619">
                  <c:v>21788.703706</c:v>
                </c:pt>
                <c:pt idx="620">
                  <c:v>21816.881182</c:v>
                </c:pt>
                <c:pt idx="621">
                  <c:v>21839.320174</c:v>
                </c:pt>
                <c:pt idx="622">
                  <c:v>21833.782524</c:v>
                </c:pt>
                <c:pt idx="623">
                  <c:v>21834.202975</c:v>
                </c:pt>
                <c:pt idx="624">
                  <c:v>21844.530838</c:v>
                </c:pt>
                <c:pt idx="625">
                  <c:v>21827.976371</c:v>
                </c:pt>
                <c:pt idx="626">
                  <c:v>21856.67485</c:v>
                </c:pt>
                <c:pt idx="627">
                  <c:v>21867.886431</c:v>
                </c:pt>
                <c:pt idx="628">
                  <c:v>21862.236311</c:v>
                </c:pt>
                <c:pt idx="629">
                  <c:v>21744.972548</c:v>
                </c:pt>
                <c:pt idx="630">
                  <c:v>21739.452694</c:v>
                </c:pt>
                <c:pt idx="631">
                  <c:v>21760.469335</c:v>
                </c:pt>
                <c:pt idx="632">
                  <c:v>21662.365321</c:v>
                </c:pt>
                <c:pt idx="633">
                  <c:v>21683.53984</c:v>
                </c:pt>
                <c:pt idx="634">
                  <c:v>21554.005955</c:v>
                </c:pt>
                <c:pt idx="635">
                  <c:v>21572.305729</c:v>
                </c:pt>
                <c:pt idx="636">
                  <c:v>21556.468857</c:v>
                </c:pt>
                <c:pt idx="637">
                  <c:v>21591.582954</c:v>
                </c:pt>
                <c:pt idx="638">
                  <c:v>21552.989326</c:v>
                </c:pt>
                <c:pt idx="639">
                  <c:v>21561.870172</c:v>
                </c:pt>
                <c:pt idx="640">
                  <c:v>21598.874577</c:v>
                </c:pt>
                <c:pt idx="641">
                  <c:v>21586.115651</c:v>
                </c:pt>
                <c:pt idx="642">
                  <c:v>21555.310995</c:v>
                </c:pt>
                <c:pt idx="643">
                  <c:v>21575.748862</c:v>
                </c:pt>
                <c:pt idx="644">
                  <c:v>21609.899149</c:v>
                </c:pt>
                <c:pt idx="645">
                  <c:v>21538.235058</c:v>
                </c:pt>
                <c:pt idx="646">
                  <c:v>21526.304555</c:v>
                </c:pt>
                <c:pt idx="647">
                  <c:v>21498.791444</c:v>
                </c:pt>
                <c:pt idx="648">
                  <c:v>21551.087652</c:v>
                </c:pt>
                <c:pt idx="649">
                  <c:v>21540.354699</c:v>
                </c:pt>
                <c:pt idx="650">
                  <c:v>21511.050856</c:v>
                </c:pt>
                <c:pt idx="651">
                  <c:v>21516.870173</c:v>
                </c:pt>
                <c:pt idx="652">
                  <c:v>21538.064994</c:v>
                </c:pt>
                <c:pt idx="653">
                  <c:v>21530.405324</c:v>
                </c:pt>
                <c:pt idx="654">
                  <c:v>21540.467974</c:v>
                </c:pt>
                <c:pt idx="655">
                  <c:v>21595.38087</c:v>
                </c:pt>
                <c:pt idx="656">
                  <c:v>21611.948776</c:v>
                </c:pt>
                <c:pt idx="657">
                  <c:v>21594.159543</c:v>
                </c:pt>
                <c:pt idx="658">
                  <c:v>21601.015228</c:v>
                </c:pt>
                <c:pt idx="659">
                  <c:v>21634.131719</c:v>
                </c:pt>
                <c:pt idx="660">
                  <c:v>21622.709482</c:v>
                </c:pt>
                <c:pt idx="661">
                  <c:v>21630.940899</c:v>
                </c:pt>
                <c:pt idx="662">
                  <c:v>21511.463927</c:v>
                </c:pt>
                <c:pt idx="663">
                  <c:v>21531.684648</c:v>
                </c:pt>
                <c:pt idx="664">
                  <c:v>21480.939763</c:v>
                </c:pt>
                <c:pt idx="665">
                  <c:v>21533.044197</c:v>
                </c:pt>
                <c:pt idx="666">
                  <c:v>21621.052102</c:v>
                </c:pt>
                <c:pt idx="667">
                  <c:v>21630.500964</c:v>
                </c:pt>
                <c:pt idx="668">
                  <c:v>21650.111757</c:v>
                </c:pt>
                <c:pt idx="669">
                  <c:v>21669.698019</c:v>
                </c:pt>
                <c:pt idx="670">
                  <c:v>21683.037499</c:v>
                </c:pt>
                <c:pt idx="671">
                  <c:v>21665.672933</c:v>
                </c:pt>
                <c:pt idx="672">
                  <c:v>21647.166028</c:v>
                </c:pt>
                <c:pt idx="673">
                  <c:v>21660.601564</c:v>
                </c:pt>
                <c:pt idx="674">
                  <c:v>21605.141739</c:v>
                </c:pt>
                <c:pt idx="675">
                  <c:v>21607.49614</c:v>
                </c:pt>
                <c:pt idx="676">
                  <c:v>21627.603034</c:v>
                </c:pt>
                <c:pt idx="677">
                  <c:v>21660.903888</c:v>
                </c:pt>
                <c:pt idx="678">
                  <c:v>21703.634057</c:v>
                </c:pt>
                <c:pt idx="679">
                  <c:v>21736.109902</c:v>
                </c:pt>
                <c:pt idx="680">
                  <c:v>21731.474307</c:v>
                </c:pt>
                <c:pt idx="681">
                  <c:v>21743.151425</c:v>
                </c:pt>
                <c:pt idx="682">
                  <c:v>21721.03744</c:v>
                </c:pt>
                <c:pt idx="683">
                  <c:v>21734.623581</c:v>
                </c:pt>
                <c:pt idx="684">
                  <c:v>21714.779643</c:v>
                </c:pt>
                <c:pt idx="685">
                  <c:v>21687.939665</c:v>
                </c:pt>
                <c:pt idx="686">
                  <c:v>21750.018773</c:v>
                </c:pt>
                <c:pt idx="687">
                  <c:v>21769.10448</c:v>
                </c:pt>
                <c:pt idx="688">
                  <c:v>21771.466293</c:v>
                </c:pt>
                <c:pt idx="689">
                  <c:v>21810.700724</c:v>
                </c:pt>
                <c:pt idx="690">
                  <c:v>21832.701316</c:v>
                </c:pt>
                <c:pt idx="691">
                  <c:v>21803.526574</c:v>
                </c:pt>
                <c:pt idx="692">
                  <c:v>21785.439815</c:v>
                </c:pt>
                <c:pt idx="693">
                  <c:v>21734.284759</c:v>
                </c:pt>
                <c:pt idx="694">
                  <c:v>21725.599401</c:v>
                </c:pt>
                <c:pt idx="695">
                  <c:v>21742.247881</c:v>
                </c:pt>
                <c:pt idx="696">
                  <c:v>21760.877565</c:v>
                </c:pt>
                <c:pt idx="697">
                  <c:v>21766.005122</c:v>
                </c:pt>
                <c:pt idx="698">
                  <c:v>21725.474995</c:v>
                </c:pt>
                <c:pt idx="699">
                  <c:v>21726.950245</c:v>
                </c:pt>
                <c:pt idx="700">
                  <c:v>21683.98996</c:v>
                </c:pt>
                <c:pt idx="701">
                  <c:v>21668.316996</c:v>
                </c:pt>
                <c:pt idx="702">
                  <c:v>21669.672885</c:v>
                </c:pt>
                <c:pt idx="703">
                  <c:v>21668.058655</c:v>
                </c:pt>
                <c:pt idx="704">
                  <c:v>21696.703744</c:v>
                </c:pt>
                <c:pt idx="705">
                  <c:v>21688.008589</c:v>
                </c:pt>
                <c:pt idx="706">
                  <c:v>21672.86934</c:v>
                </c:pt>
                <c:pt idx="707">
                  <c:v>21667.358415</c:v>
                </c:pt>
                <c:pt idx="708">
                  <c:v>21703.346089</c:v>
                </c:pt>
                <c:pt idx="709">
                  <c:v>21690.325252</c:v>
                </c:pt>
                <c:pt idx="710">
                  <c:v>21634.095697</c:v>
                </c:pt>
                <c:pt idx="711">
                  <c:v>21584.012801</c:v>
                </c:pt>
                <c:pt idx="712">
                  <c:v>21546.798432</c:v>
                </c:pt>
                <c:pt idx="713">
                  <c:v>21561.36212</c:v>
                </c:pt>
                <c:pt idx="714">
                  <c:v>21581.17256</c:v>
                </c:pt>
                <c:pt idx="715">
                  <c:v>21584.50728</c:v>
                </c:pt>
                <c:pt idx="716">
                  <c:v>21587.306308</c:v>
                </c:pt>
                <c:pt idx="717">
                  <c:v>21595.182279</c:v>
                </c:pt>
                <c:pt idx="718">
                  <c:v>21476.719319</c:v>
                </c:pt>
                <c:pt idx="719">
                  <c:v>21465.08554</c:v>
                </c:pt>
                <c:pt idx="720">
                  <c:v>21470.414704</c:v>
                </c:pt>
                <c:pt idx="721">
                  <c:v>21477.697359</c:v>
                </c:pt>
                <c:pt idx="722">
                  <c:v>21486.659267</c:v>
                </c:pt>
                <c:pt idx="723">
                  <c:v>21481.391046</c:v>
                </c:pt>
                <c:pt idx="724">
                  <c:v>21477.64304</c:v>
                </c:pt>
                <c:pt idx="725">
                  <c:v>21494.057827</c:v>
                </c:pt>
                <c:pt idx="726">
                  <c:v>21509.801991</c:v>
                </c:pt>
                <c:pt idx="727">
                  <c:v>21504.650287</c:v>
                </c:pt>
                <c:pt idx="728">
                  <c:v>21555.241325</c:v>
                </c:pt>
                <c:pt idx="729">
                  <c:v>21565.580566</c:v>
                </c:pt>
                <c:pt idx="730">
                  <c:v>21556.462991</c:v>
                </c:pt>
                <c:pt idx="731">
                  <c:v>21568.861884</c:v>
                </c:pt>
                <c:pt idx="732">
                  <c:v>21578.781597</c:v>
                </c:pt>
                <c:pt idx="733">
                  <c:v>21578.905525</c:v>
                </c:pt>
                <c:pt idx="734">
                  <c:v>21584.221849</c:v>
                </c:pt>
                <c:pt idx="735">
                  <c:v>21550.871756</c:v>
                </c:pt>
                <c:pt idx="736">
                  <c:v>21534.975449</c:v>
                </c:pt>
                <c:pt idx="737">
                  <c:v>21501.683408</c:v>
                </c:pt>
                <c:pt idx="738">
                  <c:v>21489.600963</c:v>
                </c:pt>
                <c:pt idx="739">
                  <c:v>21516.65682</c:v>
                </c:pt>
                <c:pt idx="740">
                  <c:v>21525.70376</c:v>
                </c:pt>
                <c:pt idx="741">
                  <c:v>21521.696854</c:v>
                </c:pt>
                <c:pt idx="742">
                  <c:v>21543.932146</c:v>
                </c:pt>
                <c:pt idx="743">
                  <c:v>21531.869522</c:v>
                </c:pt>
                <c:pt idx="744">
                  <c:v>21512.687642</c:v>
                </c:pt>
                <c:pt idx="745">
                  <c:v>21561.161053</c:v>
                </c:pt>
                <c:pt idx="746">
                  <c:v>21563.177019</c:v>
                </c:pt>
                <c:pt idx="747">
                  <c:v>21565.958615</c:v>
                </c:pt>
                <c:pt idx="748">
                  <c:v>21574.794277</c:v>
                </c:pt>
                <c:pt idx="749">
                  <c:v>21585.909667</c:v>
                </c:pt>
                <c:pt idx="750">
                  <c:v>21614.335144</c:v>
                </c:pt>
                <c:pt idx="751">
                  <c:v>21629.160036</c:v>
                </c:pt>
                <c:pt idx="752">
                  <c:v>21640.616591</c:v>
                </c:pt>
                <c:pt idx="753">
                  <c:v>21661.19331</c:v>
                </c:pt>
                <c:pt idx="754">
                  <c:v>21672.977118</c:v>
                </c:pt>
                <c:pt idx="755">
                  <c:v>21681.751474</c:v>
                </c:pt>
                <c:pt idx="756">
                  <c:v>21668.235088</c:v>
                </c:pt>
                <c:pt idx="757">
                  <c:v>21675.905731</c:v>
                </c:pt>
                <c:pt idx="758">
                  <c:v>21666.24704</c:v>
                </c:pt>
                <c:pt idx="759">
                  <c:v>21672.209089</c:v>
                </c:pt>
                <c:pt idx="760">
                  <c:v>21660.184692</c:v>
                </c:pt>
                <c:pt idx="761">
                  <c:v>21658.957781</c:v>
                </c:pt>
                <c:pt idx="762">
                  <c:v>21661.06469</c:v>
                </c:pt>
                <c:pt idx="763">
                  <c:v>21689.071537</c:v>
                </c:pt>
                <c:pt idx="764">
                  <c:v>21664.553457</c:v>
                </c:pt>
                <c:pt idx="765">
                  <c:v>21688.493286</c:v>
                </c:pt>
                <c:pt idx="766">
                  <c:v>21733.480284</c:v>
                </c:pt>
                <c:pt idx="767">
                  <c:v>21715.034785</c:v>
                </c:pt>
                <c:pt idx="768">
                  <c:v>21768.932604</c:v>
                </c:pt>
                <c:pt idx="769">
                  <c:v>21757.423148</c:v>
                </c:pt>
                <c:pt idx="770">
                  <c:v>21757.084384</c:v>
                </c:pt>
                <c:pt idx="771">
                  <c:v>21772.394509</c:v>
                </c:pt>
                <c:pt idx="772">
                  <c:v>21786.034195</c:v>
                </c:pt>
                <c:pt idx="773">
                  <c:v>21806.447077</c:v>
                </c:pt>
                <c:pt idx="774">
                  <c:v>22771.012116</c:v>
                </c:pt>
                <c:pt idx="775">
                  <c:v>22747.881573</c:v>
                </c:pt>
                <c:pt idx="776">
                  <c:v>22781.505078</c:v>
                </c:pt>
                <c:pt idx="777">
                  <c:v>22798.395997</c:v>
                </c:pt>
                <c:pt idx="778">
                  <c:v>22797.356707</c:v>
                </c:pt>
                <c:pt idx="779">
                  <c:v>22826.788001</c:v>
                </c:pt>
                <c:pt idx="780">
                  <c:v>22809.240775</c:v>
                </c:pt>
                <c:pt idx="781">
                  <c:v>22787.538567</c:v>
                </c:pt>
                <c:pt idx="782">
                  <c:v>22787.181757</c:v>
                </c:pt>
                <c:pt idx="783">
                  <c:v>22779.309517</c:v>
                </c:pt>
                <c:pt idx="784">
                  <c:v>22772.825007</c:v>
                </c:pt>
                <c:pt idx="785">
                  <c:v>22773.00157</c:v>
                </c:pt>
                <c:pt idx="786">
                  <c:v>22782.198774</c:v>
                </c:pt>
                <c:pt idx="787">
                  <c:v>22762.43308</c:v>
                </c:pt>
                <c:pt idx="788">
                  <c:v>22750.140506</c:v>
                </c:pt>
                <c:pt idx="789">
                  <c:v>22765.685519</c:v>
                </c:pt>
                <c:pt idx="790">
                  <c:v>22772.127375</c:v>
                </c:pt>
                <c:pt idx="791">
                  <c:v>22784.853905</c:v>
                </c:pt>
                <c:pt idx="792">
                  <c:v>22789.25044</c:v>
                </c:pt>
                <c:pt idx="793">
                  <c:v>22770.931988</c:v>
                </c:pt>
                <c:pt idx="794">
                  <c:v>23732.352192</c:v>
                </c:pt>
                <c:pt idx="795">
                  <c:v>23759.145772</c:v>
                </c:pt>
                <c:pt idx="796">
                  <c:v>23782.449418</c:v>
                </c:pt>
                <c:pt idx="797">
                  <c:v>23788.97426</c:v>
                </c:pt>
                <c:pt idx="798">
                  <c:v>23806.66544</c:v>
                </c:pt>
                <c:pt idx="799">
                  <c:v>23801.884821</c:v>
                </c:pt>
                <c:pt idx="800">
                  <c:v>23677.166715</c:v>
                </c:pt>
                <c:pt idx="801">
                  <c:v>23685.463192</c:v>
                </c:pt>
                <c:pt idx="802">
                  <c:v>23681.012347</c:v>
                </c:pt>
                <c:pt idx="803">
                  <c:v>23715.646278</c:v>
                </c:pt>
                <c:pt idx="804">
                  <c:v>23726.660437</c:v>
                </c:pt>
                <c:pt idx="805">
                  <c:v>23727.793506</c:v>
                </c:pt>
                <c:pt idx="806">
                  <c:v>23763.622022</c:v>
                </c:pt>
                <c:pt idx="807">
                  <c:v>23781.760323</c:v>
                </c:pt>
                <c:pt idx="808">
                  <c:v>23769.964135</c:v>
                </c:pt>
                <c:pt idx="809">
                  <c:v>23775.613955</c:v>
                </c:pt>
                <c:pt idx="810">
                  <c:v>23770.173392</c:v>
                </c:pt>
                <c:pt idx="811">
                  <c:v>23795.972693</c:v>
                </c:pt>
                <c:pt idx="812">
                  <c:v>23819.173074</c:v>
                </c:pt>
                <c:pt idx="813">
                  <c:v>23888.551123</c:v>
                </c:pt>
                <c:pt idx="814">
                  <c:v>24736.728831</c:v>
                </c:pt>
                <c:pt idx="815">
                  <c:v>24744.222129</c:v>
                </c:pt>
                <c:pt idx="816">
                  <c:v>24736.943827</c:v>
                </c:pt>
                <c:pt idx="817">
                  <c:v>24740.637051</c:v>
                </c:pt>
                <c:pt idx="818">
                  <c:v>24740.175031</c:v>
                </c:pt>
                <c:pt idx="819">
                  <c:v>24770.104977</c:v>
                </c:pt>
                <c:pt idx="820">
                  <c:v>24782.6591</c:v>
                </c:pt>
                <c:pt idx="821">
                  <c:v>24808.78118</c:v>
                </c:pt>
                <c:pt idx="822">
                  <c:v>24818.245702</c:v>
                </c:pt>
                <c:pt idx="823">
                  <c:v>24836.506516</c:v>
                </c:pt>
                <c:pt idx="824">
                  <c:v>24829.237443</c:v>
                </c:pt>
                <c:pt idx="825">
                  <c:v>24802.445737</c:v>
                </c:pt>
                <c:pt idx="826">
                  <c:v>24798.596825</c:v>
                </c:pt>
                <c:pt idx="827">
                  <c:v>24780.835772</c:v>
                </c:pt>
                <c:pt idx="828">
                  <c:v>24782.601071</c:v>
                </c:pt>
                <c:pt idx="829">
                  <c:v>24787.831832</c:v>
                </c:pt>
                <c:pt idx="830">
                  <c:v>25717.877466</c:v>
                </c:pt>
                <c:pt idx="831">
                  <c:v>25742.493849</c:v>
                </c:pt>
                <c:pt idx="832">
                  <c:v>25730.585069</c:v>
                </c:pt>
                <c:pt idx="833">
                  <c:v>25732.797313</c:v>
                </c:pt>
                <c:pt idx="834">
                  <c:v>25727.205119</c:v>
                </c:pt>
                <c:pt idx="835">
                  <c:v>25712.7546</c:v>
                </c:pt>
                <c:pt idx="836">
                  <c:v>25733.072597</c:v>
                </c:pt>
                <c:pt idx="837">
                  <c:v>25718.676027</c:v>
                </c:pt>
                <c:pt idx="838">
                  <c:v>25705.55869</c:v>
                </c:pt>
                <c:pt idx="839">
                  <c:v>25574.51981</c:v>
                </c:pt>
                <c:pt idx="840">
                  <c:v>25565.633588</c:v>
                </c:pt>
                <c:pt idx="841">
                  <c:v>25545.668766</c:v>
                </c:pt>
                <c:pt idx="842">
                  <c:v>25540.415177</c:v>
                </c:pt>
                <c:pt idx="843">
                  <c:v>25553.788027</c:v>
                </c:pt>
                <c:pt idx="844">
                  <c:v>25570.785106</c:v>
                </c:pt>
                <c:pt idx="845">
                  <c:v>25627.725034</c:v>
                </c:pt>
                <c:pt idx="846">
                  <c:v>25645.344263</c:v>
                </c:pt>
                <c:pt idx="847">
                  <c:v>25683.338613</c:v>
                </c:pt>
                <c:pt idx="848">
                  <c:v>25698.020588</c:v>
                </c:pt>
                <c:pt idx="849">
                  <c:v>25692.380364</c:v>
                </c:pt>
                <c:pt idx="850">
                  <c:v>25660.63923</c:v>
                </c:pt>
                <c:pt idx="851">
                  <c:v>25684.394947</c:v>
                </c:pt>
                <c:pt idx="852">
                  <c:v>26625.229057</c:v>
                </c:pt>
                <c:pt idx="853">
                  <c:v>26533.720416</c:v>
                </c:pt>
                <c:pt idx="854">
                  <c:v>26543.272438</c:v>
                </c:pt>
                <c:pt idx="855">
                  <c:v>26542.791815</c:v>
                </c:pt>
                <c:pt idx="856">
                  <c:v>26550.487744</c:v>
                </c:pt>
                <c:pt idx="857">
                  <c:v>26562.85657</c:v>
                </c:pt>
                <c:pt idx="858">
                  <c:v>26384.299913</c:v>
                </c:pt>
                <c:pt idx="859">
                  <c:v>26369.130736</c:v>
                </c:pt>
                <c:pt idx="860">
                  <c:v>26353.170458</c:v>
                </c:pt>
                <c:pt idx="861">
                  <c:v>26222.964799</c:v>
                </c:pt>
                <c:pt idx="862">
                  <c:v>26237.374911</c:v>
                </c:pt>
                <c:pt idx="863">
                  <c:v>26200.623436</c:v>
                </c:pt>
                <c:pt idx="864">
                  <c:v>26203.472978</c:v>
                </c:pt>
                <c:pt idx="865">
                  <c:v>26226.236718</c:v>
                </c:pt>
                <c:pt idx="866">
                  <c:v>26252.912415</c:v>
                </c:pt>
                <c:pt idx="867">
                  <c:v>26229.106574</c:v>
                </c:pt>
                <c:pt idx="868">
                  <c:v>26267.470965</c:v>
                </c:pt>
                <c:pt idx="869">
                  <c:v>26256.456903</c:v>
                </c:pt>
                <c:pt idx="870">
                  <c:v>26243.19054</c:v>
                </c:pt>
                <c:pt idx="871">
                  <c:v>27189.604101</c:v>
                </c:pt>
                <c:pt idx="872">
                  <c:v>27215.50953</c:v>
                </c:pt>
                <c:pt idx="873">
                  <c:v>27259.013747</c:v>
                </c:pt>
                <c:pt idx="874">
                  <c:v>27286.495543</c:v>
                </c:pt>
                <c:pt idx="875">
                  <c:v>27298.566713</c:v>
                </c:pt>
                <c:pt idx="876">
                  <c:v>27292.911163</c:v>
                </c:pt>
                <c:pt idx="877">
                  <c:v>27324.499563</c:v>
                </c:pt>
                <c:pt idx="878">
                  <c:v>27294.855857</c:v>
                </c:pt>
                <c:pt idx="879">
                  <c:v>27247.496188</c:v>
                </c:pt>
                <c:pt idx="880">
                  <c:v>27249.439336</c:v>
                </c:pt>
                <c:pt idx="881">
                  <c:v>27277.081596</c:v>
                </c:pt>
                <c:pt idx="882">
                  <c:v>27269.628414</c:v>
                </c:pt>
                <c:pt idx="883">
                  <c:v>27184.689019</c:v>
                </c:pt>
                <c:pt idx="884">
                  <c:v>27201.656686</c:v>
                </c:pt>
                <c:pt idx="885">
                  <c:v>27194.110518</c:v>
                </c:pt>
                <c:pt idx="886">
                  <c:v>27223.823222</c:v>
                </c:pt>
                <c:pt idx="887">
                  <c:v>27239.543081</c:v>
                </c:pt>
                <c:pt idx="888">
                  <c:v>27262.023588</c:v>
                </c:pt>
                <c:pt idx="889">
                  <c:v>27284.755709</c:v>
                </c:pt>
                <c:pt idx="890">
                  <c:v>27292.138488</c:v>
                </c:pt>
                <c:pt idx="891">
                  <c:v>27280.027317</c:v>
                </c:pt>
                <c:pt idx="892">
                  <c:v>28261.538524</c:v>
                </c:pt>
                <c:pt idx="893">
                  <c:v>28228.108195</c:v>
                </c:pt>
                <c:pt idx="894">
                  <c:v>28229.151074</c:v>
                </c:pt>
                <c:pt idx="895">
                  <c:v>28251.563686</c:v>
                </c:pt>
                <c:pt idx="896">
                  <c:v>28270.793271</c:v>
                </c:pt>
                <c:pt idx="897">
                  <c:v>28290.177754</c:v>
                </c:pt>
                <c:pt idx="898">
                  <c:v>28288.441166</c:v>
                </c:pt>
                <c:pt idx="899">
                  <c:v>28262.13485</c:v>
                </c:pt>
                <c:pt idx="900">
                  <c:v>28300.04243</c:v>
                </c:pt>
                <c:pt idx="901">
                  <c:v>28287.640994</c:v>
                </c:pt>
                <c:pt idx="902">
                  <c:v>28378.18079</c:v>
                </c:pt>
                <c:pt idx="903">
                  <c:v>28377.455288</c:v>
                </c:pt>
                <c:pt idx="904">
                  <c:v>28288.412252</c:v>
                </c:pt>
                <c:pt idx="905">
                  <c:v>28277.554727</c:v>
                </c:pt>
                <c:pt idx="906">
                  <c:v>28278.690863</c:v>
                </c:pt>
                <c:pt idx="907">
                  <c:v>28247.256638</c:v>
                </c:pt>
                <c:pt idx="908">
                  <c:v>28257.005907</c:v>
                </c:pt>
                <c:pt idx="909">
                  <c:v>28262.187823</c:v>
                </c:pt>
                <c:pt idx="910">
                  <c:v>28231.21509</c:v>
                </c:pt>
                <c:pt idx="911">
                  <c:v>28226.44559</c:v>
                </c:pt>
                <c:pt idx="912">
                  <c:v>28276.593528</c:v>
                </c:pt>
                <c:pt idx="913">
                  <c:v>28291.691647</c:v>
                </c:pt>
                <c:pt idx="914">
                  <c:v>28293.457431</c:v>
                </c:pt>
                <c:pt idx="915">
                  <c:v>28260.727824</c:v>
                </c:pt>
                <c:pt idx="916">
                  <c:v>28247.057714</c:v>
                </c:pt>
                <c:pt idx="917">
                  <c:v>28241.158155</c:v>
                </c:pt>
                <c:pt idx="918">
                  <c:v>28244.665654</c:v>
                </c:pt>
                <c:pt idx="919">
                  <c:v>28263.046461</c:v>
                </c:pt>
                <c:pt idx="920">
                  <c:v>28277.899671</c:v>
                </c:pt>
                <c:pt idx="921">
                  <c:v>28243.669531</c:v>
                </c:pt>
                <c:pt idx="922">
                  <c:v>28277.231693</c:v>
                </c:pt>
                <c:pt idx="923">
                  <c:v>28221.515376</c:v>
                </c:pt>
                <c:pt idx="924">
                  <c:v>28219.169806</c:v>
                </c:pt>
                <c:pt idx="925">
                  <c:v>28240.037276</c:v>
                </c:pt>
                <c:pt idx="926">
                  <c:v>28603.533218</c:v>
                </c:pt>
                <c:pt idx="927">
                  <c:v>28573.079803</c:v>
                </c:pt>
                <c:pt idx="928">
                  <c:v>28583.42743</c:v>
                </c:pt>
                <c:pt idx="929">
                  <c:v>28540.727094</c:v>
                </c:pt>
                <c:pt idx="930">
                  <c:v>28500.292025</c:v>
                </c:pt>
                <c:pt idx="931">
                  <c:v>28515.68764</c:v>
                </c:pt>
                <c:pt idx="932">
                  <c:v>28580.956571</c:v>
                </c:pt>
                <c:pt idx="933">
                  <c:v>29128.5808</c:v>
                </c:pt>
                <c:pt idx="934">
                  <c:v>29144.193208</c:v>
                </c:pt>
                <c:pt idx="935">
                  <c:v>29167.344456</c:v>
                </c:pt>
                <c:pt idx="936">
                  <c:v>29173.210151</c:v>
                </c:pt>
                <c:pt idx="937">
                  <c:v>29165.926325</c:v>
                </c:pt>
                <c:pt idx="938">
                  <c:v>29189.608842</c:v>
                </c:pt>
                <c:pt idx="939">
                  <c:v>29169.510808</c:v>
                </c:pt>
                <c:pt idx="940">
                  <c:v>29087.910989</c:v>
                </c:pt>
                <c:pt idx="941">
                  <c:v>29078.140326</c:v>
                </c:pt>
                <c:pt idx="942">
                  <c:v>29081.597985</c:v>
                </c:pt>
                <c:pt idx="943">
                  <c:v>29109.999803</c:v>
                </c:pt>
                <c:pt idx="944">
                  <c:v>29088.421077</c:v>
                </c:pt>
                <c:pt idx="945">
                  <c:v>29061.210719</c:v>
                </c:pt>
                <c:pt idx="946">
                  <c:v>29091.399573</c:v>
                </c:pt>
                <c:pt idx="947">
                  <c:v>29107.277477</c:v>
                </c:pt>
                <c:pt idx="948">
                  <c:v>29105.192717</c:v>
                </c:pt>
                <c:pt idx="949">
                  <c:v>29081.449807</c:v>
                </c:pt>
                <c:pt idx="950">
                  <c:v>29061.557392</c:v>
                </c:pt>
                <c:pt idx="951">
                  <c:v>29055.581238</c:v>
                </c:pt>
                <c:pt idx="952">
                  <c:v>29561.702858</c:v>
                </c:pt>
                <c:pt idx="953">
                  <c:v>29524.965119</c:v>
                </c:pt>
                <c:pt idx="954">
                  <c:v>29473.005979</c:v>
                </c:pt>
                <c:pt idx="955">
                  <c:v>29458.364708</c:v>
                </c:pt>
                <c:pt idx="956">
                  <c:v>29424.529033</c:v>
                </c:pt>
                <c:pt idx="957">
                  <c:v>29441.602554</c:v>
                </c:pt>
                <c:pt idx="958">
                  <c:v>29473.203881</c:v>
                </c:pt>
                <c:pt idx="959">
                  <c:v>29481.856327</c:v>
                </c:pt>
                <c:pt idx="960">
                  <c:v>29533.145913</c:v>
                </c:pt>
                <c:pt idx="961">
                  <c:v>29490.446482</c:v>
                </c:pt>
                <c:pt idx="962">
                  <c:v>29497.964248</c:v>
                </c:pt>
                <c:pt idx="963">
                  <c:v>29510.47914</c:v>
                </c:pt>
                <c:pt idx="964">
                  <c:v>29523.74519</c:v>
                </c:pt>
                <c:pt idx="965">
                  <c:v>29435.714498</c:v>
                </c:pt>
                <c:pt idx="966">
                  <c:v>29426.207289</c:v>
                </c:pt>
                <c:pt idx="967">
                  <c:v>29479.056441</c:v>
                </c:pt>
                <c:pt idx="968">
                  <c:v>29491.613211</c:v>
                </c:pt>
                <c:pt idx="969">
                  <c:v>29546.506421</c:v>
                </c:pt>
                <c:pt idx="970">
                  <c:v>29563.807692</c:v>
                </c:pt>
                <c:pt idx="971">
                  <c:v>30066.874889</c:v>
                </c:pt>
                <c:pt idx="972">
                  <c:v>30041.532527</c:v>
                </c:pt>
                <c:pt idx="973">
                  <c:v>30044.941652</c:v>
                </c:pt>
                <c:pt idx="974">
                  <c:v>30082.143324</c:v>
                </c:pt>
                <c:pt idx="975">
                  <c:v>30127.993162</c:v>
                </c:pt>
                <c:pt idx="976">
                  <c:v>30146.44673</c:v>
                </c:pt>
                <c:pt idx="977">
                  <c:v>30191.916363</c:v>
                </c:pt>
                <c:pt idx="978">
                  <c:v>30205.605144</c:v>
                </c:pt>
                <c:pt idx="979">
                  <c:v>30171.352556</c:v>
                </c:pt>
                <c:pt idx="980">
                  <c:v>30210.062835</c:v>
                </c:pt>
                <c:pt idx="981">
                  <c:v>30104.908356</c:v>
                </c:pt>
                <c:pt idx="982">
                  <c:v>30177.175477</c:v>
                </c:pt>
                <c:pt idx="983">
                  <c:v>30219.099202</c:v>
                </c:pt>
                <c:pt idx="984">
                  <c:v>30275.967357</c:v>
                </c:pt>
                <c:pt idx="985">
                  <c:v>30267.200822</c:v>
                </c:pt>
                <c:pt idx="986">
                  <c:v>30301.551144</c:v>
                </c:pt>
                <c:pt idx="987">
                  <c:v>30359.733305</c:v>
                </c:pt>
                <c:pt idx="988">
                  <c:v>30395.652133</c:v>
                </c:pt>
                <c:pt idx="989">
                  <c:v>30381.742325</c:v>
                </c:pt>
                <c:pt idx="990">
                  <c:v>30420.60571</c:v>
                </c:pt>
                <c:pt idx="991">
                  <c:v>30437.358322</c:v>
                </c:pt>
                <c:pt idx="992">
                  <c:v>30431.373372</c:v>
                </c:pt>
                <c:pt idx="993">
                  <c:v>30412.384322</c:v>
                </c:pt>
                <c:pt idx="994">
                  <c:v>30978.987664</c:v>
                </c:pt>
                <c:pt idx="995">
                  <c:v>31010.939498</c:v>
                </c:pt>
                <c:pt idx="996">
                  <c:v>31010.985358</c:v>
                </c:pt>
                <c:pt idx="997">
                  <c:v>31032.80793</c:v>
                </c:pt>
                <c:pt idx="998">
                  <c:v>31069.346406</c:v>
                </c:pt>
                <c:pt idx="999">
                  <c:v>31075.90476</c:v>
                </c:pt>
                <c:pt idx="1000">
                  <c:v>31120.809718</c:v>
                </c:pt>
                <c:pt idx="1001">
                  <c:v>31164.203999</c:v>
                </c:pt>
                <c:pt idx="1002">
                  <c:v>31076.764892</c:v>
                </c:pt>
                <c:pt idx="1003">
                  <c:v>31069.191146</c:v>
                </c:pt>
                <c:pt idx="1004">
                  <c:v>31100.781087</c:v>
                </c:pt>
                <c:pt idx="1005">
                  <c:v>31151.253066</c:v>
                </c:pt>
                <c:pt idx="1006">
                  <c:v>31141.161181</c:v>
                </c:pt>
                <c:pt idx="1007">
                  <c:v>31169.843761</c:v>
                </c:pt>
                <c:pt idx="1008">
                  <c:v>31147.363617</c:v>
                </c:pt>
                <c:pt idx="1009">
                  <c:v>31099.004017</c:v>
                </c:pt>
                <c:pt idx="1010">
                  <c:v>31033.270474</c:v>
                </c:pt>
                <c:pt idx="1011">
                  <c:v>31055.457262</c:v>
                </c:pt>
                <c:pt idx="1012">
                  <c:v>31042.041625</c:v>
                </c:pt>
                <c:pt idx="1013">
                  <c:v>31088.711417</c:v>
                </c:pt>
                <c:pt idx="1014">
                  <c:v>32390.892022</c:v>
                </c:pt>
                <c:pt idx="1015">
                  <c:v>32352.660419</c:v>
                </c:pt>
                <c:pt idx="1016">
                  <c:v>32341.729149</c:v>
                </c:pt>
                <c:pt idx="1017">
                  <c:v>32365.989892</c:v>
                </c:pt>
                <c:pt idx="1018">
                  <c:v>32383.77612</c:v>
                </c:pt>
                <c:pt idx="1019">
                  <c:v>32380.509099</c:v>
                </c:pt>
                <c:pt idx="1020">
                  <c:v>32372.365109</c:v>
                </c:pt>
                <c:pt idx="1021">
                  <c:v>32311.987203</c:v>
                </c:pt>
                <c:pt idx="1022">
                  <c:v>32365.86195</c:v>
                </c:pt>
                <c:pt idx="1023">
                  <c:v>32382.65754</c:v>
                </c:pt>
                <c:pt idx="1024">
                  <c:v>32370.467675</c:v>
                </c:pt>
                <c:pt idx="1025">
                  <c:v>32369.116213</c:v>
                </c:pt>
                <c:pt idx="1026">
                  <c:v>32377.32311</c:v>
                </c:pt>
                <c:pt idx="1027">
                  <c:v>32298.881839</c:v>
                </c:pt>
                <c:pt idx="1028">
                  <c:v>32310.764267</c:v>
                </c:pt>
                <c:pt idx="1029">
                  <c:v>32323.453997</c:v>
                </c:pt>
                <c:pt idx="1030">
                  <c:v>32315.940193</c:v>
                </c:pt>
                <c:pt idx="1031">
                  <c:v>32374.62425</c:v>
                </c:pt>
                <c:pt idx="1032">
                  <c:v>32425.654819</c:v>
                </c:pt>
                <c:pt idx="1033">
                  <c:v>32439.891284</c:v>
                </c:pt>
                <c:pt idx="1034">
                  <c:v>32416.059169</c:v>
                </c:pt>
                <c:pt idx="1035">
                  <c:v>32389.308813</c:v>
                </c:pt>
                <c:pt idx="1036">
                  <c:v>32383.423786</c:v>
                </c:pt>
                <c:pt idx="1037">
                  <c:v>33727.096341</c:v>
                </c:pt>
                <c:pt idx="1038">
                  <c:v>33755.859183</c:v>
                </c:pt>
                <c:pt idx="1039">
                  <c:v>33747.170726</c:v>
                </c:pt>
                <c:pt idx="1040">
                  <c:v>33726.606629</c:v>
                </c:pt>
                <c:pt idx="1041">
                  <c:v>33729.718605</c:v>
                </c:pt>
                <c:pt idx="1042">
                  <c:v>33747.505945</c:v>
                </c:pt>
                <c:pt idx="1043">
                  <c:v>33761.997988</c:v>
                </c:pt>
                <c:pt idx="1044">
                  <c:v>33766.056711</c:v>
                </c:pt>
                <c:pt idx="1045">
                  <c:v>33766.622967</c:v>
                </c:pt>
                <c:pt idx="1046">
                  <c:v>33759.02668</c:v>
                </c:pt>
                <c:pt idx="1047">
                  <c:v>33778.368591</c:v>
                </c:pt>
                <c:pt idx="1048">
                  <c:v>33653.420146</c:v>
                </c:pt>
                <c:pt idx="1049">
                  <c:v>33664.585134</c:v>
                </c:pt>
                <c:pt idx="1050">
                  <c:v>33679.514239</c:v>
                </c:pt>
                <c:pt idx="1051">
                  <c:v>33700.749809</c:v>
                </c:pt>
                <c:pt idx="1052">
                  <c:v>33708.892267</c:v>
                </c:pt>
                <c:pt idx="1053">
                  <c:v>33693.617639</c:v>
                </c:pt>
                <c:pt idx="1054">
                  <c:v>33679.69076</c:v>
                </c:pt>
                <c:pt idx="1055">
                  <c:v>33679.074271</c:v>
                </c:pt>
                <c:pt idx="1056">
                  <c:v>33703.877488</c:v>
                </c:pt>
                <c:pt idx="1057">
                  <c:v>33763.770992</c:v>
                </c:pt>
                <c:pt idx="1058">
                  <c:v>35102.972554</c:v>
                </c:pt>
                <c:pt idx="1059">
                  <c:v>35141.000193</c:v>
                </c:pt>
                <c:pt idx="1060">
                  <c:v>35158.291648</c:v>
                </c:pt>
                <c:pt idx="1061">
                  <c:v>35170.491428</c:v>
                </c:pt>
                <c:pt idx="1062">
                  <c:v>35086.798686</c:v>
                </c:pt>
                <c:pt idx="1063">
                  <c:v>35116.388732</c:v>
                </c:pt>
                <c:pt idx="1064">
                  <c:v>35147.389779</c:v>
                </c:pt>
                <c:pt idx="1065">
                  <c:v>35140.289814</c:v>
                </c:pt>
                <c:pt idx="1066">
                  <c:v>35113.091222</c:v>
                </c:pt>
                <c:pt idx="1067">
                  <c:v>35137.662102</c:v>
                </c:pt>
                <c:pt idx="1068">
                  <c:v>35171.955493</c:v>
                </c:pt>
                <c:pt idx="1069">
                  <c:v>35181.018435</c:v>
                </c:pt>
                <c:pt idx="1070">
                  <c:v>35170.738133</c:v>
                </c:pt>
                <c:pt idx="1071">
                  <c:v>35210.463304</c:v>
                </c:pt>
                <c:pt idx="1072">
                  <c:v>35185.190643</c:v>
                </c:pt>
                <c:pt idx="1073">
                  <c:v>35166.641739</c:v>
                </c:pt>
                <c:pt idx="1074">
                  <c:v>35180.038868</c:v>
                </c:pt>
                <c:pt idx="1075">
                  <c:v>36487.444874</c:v>
                </c:pt>
                <c:pt idx="1076">
                  <c:v>36456.638671</c:v>
                </c:pt>
                <c:pt idx="1077">
                  <c:v>36471.752934</c:v>
                </c:pt>
                <c:pt idx="1078">
                  <c:v>36536.972807</c:v>
                </c:pt>
                <c:pt idx="1079">
                  <c:v>36525.578254</c:v>
                </c:pt>
                <c:pt idx="1080">
                  <c:v>36547.509872</c:v>
                </c:pt>
                <c:pt idx="1081">
                  <c:v>36607.116487</c:v>
                </c:pt>
                <c:pt idx="1082">
                  <c:v>36639.261804</c:v>
                </c:pt>
                <c:pt idx="1083">
                  <c:v>36604.117883</c:v>
                </c:pt>
                <c:pt idx="1084">
                  <c:v>36587.139528</c:v>
                </c:pt>
                <c:pt idx="1085">
                  <c:v>36629.70822</c:v>
                </c:pt>
                <c:pt idx="1086">
                  <c:v>36680.836706</c:v>
                </c:pt>
                <c:pt idx="1087">
                  <c:v>36623.711951</c:v>
                </c:pt>
                <c:pt idx="1088">
                  <c:v>36708.665981</c:v>
                </c:pt>
                <c:pt idx="1089">
                  <c:v>36716.940453</c:v>
                </c:pt>
                <c:pt idx="1090">
                  <c:v>36531.312522</c:v>
                </c:pt>
                <c:pt idx="1091">
                  <c:v>36533.604701</c:v>
                </c:pt>
                <c:pt idx="1092">
                  <c:v>36441.103113</c:v>
                </c:pt>
                <c:pt idx="1093">
                  <c:v>36449.662151</c:v>
                </c:pt>
                <c:pt idx="1094">
                  <c:v>36443.02515</c:v>
                </c:pt>
                <c:pt idx="1095">
                  <c:v>36341.472349</c:v>
                </c:pt>
                <c:pt idx="1096">
                  <c:v>36321.926721</c:v>
                </c:pt>
                <c:pt idx="1097">
                  <c:v>37653.281754</c:v>
                </c:pt>
                <c:pt idx="1098">
                  <c:v>37690.185616</c:v>
                </c:pt>
                <c:pt idx="1099">
                  <c:v>37656.209161</c:v>
                </c:pt>
                <c:pt idx="1100">
                  <c:v>37602.811151</c:v>
                </c:pt>
                <c:pt idx="1101">
                  <c:v>37664.194808</c:v>
                </c:pt>
                <c:pt idx="1102">
                  <c:v>37768.687306</c:v>
                </c:pt>
                <c:pt idx="1103">
                  <c:v>37689.087959</c:v>
                </c:pt>
                <c:pt idx="1104">
                  <c:v>37786.166931</c:v>
                </c:pt>
                <c:pt idx="1105">
                  <c:v>37682.287167</c:v>
                </c:pt>
                <c:pt idx="1106">
                  <c:v>37634.214149</c:v>
                </c:pt>
                <c:pt idx="1107">
                  <c:v>37634.653278</c:v>
                </c:pt>
                <c:pt idx="1108">
                  <c:v>37604.96937</c:v>
                </c:pt>
                <c:pt idx="1109">
                  <c:v>37599.455832</c:v>
                </c:pt>
                <c:pt idx="1110">
                  <c:v>37639.146831</c:v>
                </c:pt>
                <c:pt idx="1111">
                  <c:v>37641.737351</c:v>
                </c:pt>
                <c:pt idx="1112">
                  <c:v>37652.351042</c:v>
                </c:pt>
                <c:pt idx="1113">
                  <c:v>37670.687626</c:v>
                </c:pt>
                <c:pt idx="1114">
                  <c:v>37565.577642</c:v>
                </c:pt>
                <c:pt idx="1115">
                  <c:v>38751.779387</c:v>
                </c:pt>
                <c:pt idx="1116">
                  <c:v>38786.362171</c:v>
                </c:pt>
                <c:pt idx="1117">
                  <c:v>38889.71317</c:v>
                </c:pt>
                <c:pt idx="1118">
                  <c:v>38942.856939</c:v>
                </c:pt>
                <c:pt idx="1119">
                  <c:v>38957.257371</c:v>
                </c:pt>
                <c:pt idx="1120">
                  <c:v>38994.846488</c:v>
                </c:pt>
                <c:pt idx="1121">
                  <c:v>39041.813933</c:v>
                </c:pt>
                <c:pt idx="1122">
                  <c:v>39092.68611</c:v>
                </c:pt>
                <c:pt idx="1123">
                  <c:v>39160.269729</c:v>
                </c:pt>
                <c:pt idx="1124">
                  <c:v>39151.223829</c:v>
                </c:pt>
                <c:pt idx="1125">
                  <c:v>39193.044584</c:v>
                </c:pt>
                <c:pt idx="1126">
                  <c:v>39212.601885</c:v>
                </c:pt>
                <c:pt idx="1127">
                  <c:v>39269.301992</c:v>
                </c:pt>
                <c:pt idx="1128">
                  <c:v>39252.939296</c:v>
                </c:pt>
                <c:pt idx="1129">
                  <c:v>39325.217024</c:v>
                </c:pt>
                <c:pt idx="1130">
                  <c:v>39346.140358</c:v>
                </c:pt>
                <c:pt idx="1131">
                  <c:v>39448.601277</c:v>
                </c:pt>
                <c:pt idx="1132">
                  <c:v>39420.485381</c:v>
                </c:pt>
                <c:pt idx="1133">
                  <c:v>39439.364367</c:v>
                </c:pt>
                <c:pt idx="1134">
                  <c:v>39422.300549</c:v>
                </c:pt>
                <c:pt idx="1135">
                  <c:v>39481.052977</c:v>
                </c:pt>
                <c:pt idx="1136">
                  <c:v>39407.977328</c:v>
                </c:pt>
                <c:pt idx="1137">
                  <c:v>39313.179472</c:v>
                </c:pt>
                <c:pt idx="1138">
                  <c:v>39390.792171</c:v>
                </c:pt>
                <c:pt idx="1139">
                  <c:v>39378.753235</c:v>
                </c:pt>
                <c:pt idx="1140">
                  <c:v>39433.651521</c:v>
                </c:pt>
                <c:pt idx="1141">
                  <c:v>40873.888481</c:v>
                </c:pt>
                <c:pt idx="1142">
                  <c:v>40711.399889</c:v>
                </c:pt>
                <c:pt idx="1143">
                  <c:v>40547.764683</c:v>
                </c:pt>
                <c:pt idx="1144">
                  <c:v>40432.515984</c:v>
                </c:pt>
                <c:pt idx="1145">
                  <c:v>40200.892698</c:v>
                </c:pt>
                <c:pt idx="1146">
                  <c:v>40299.027686</c:v>
                </c:pt>
                <c:pt idx="1147">
                  <c:v>40391.021266</c:v>
                </c:pt>
                <c:pt idx="1148">
                  <c:v>40441.429723</c:v>
                </c:pt>
                <c:pt idx="1149">
                  <c:v>40636.921261</c:v>
                </c:pt>
                <c:pt idx="1150">
                  <c:v>40694.742199</c:v>
                </c:pt>
                <c:pt idx="1151">
                  <c:v>40640.011495</c:v>
                </c:pt>
                <c:pt idx="1152">
                  <c:v>40525.304839</c:v>
                </c:pt>
                <c:pt idx="1153">
                  <c:v>40465.84893</c:v>
                </c:pt>
                <c:pt idx="1154">
                  <c:v>40592.370095</c:v>
                </c:pt>
                <c:pt idx="1155">
                  <c:v>40531.455573</c:v>
                </c:pt>
                <c:pt idx="1156">
                  <c:v>41816.465507</c:v>
                </c:pt>
                <c:pt idx="1157">
                  <c:v>41925.677552</c:v>
                </c:pt>
                <c:pt idx="1158">
                  <c:v>41886.680623</c:v>
                </c:pt>
                <c:pt idx="1159">
                  <c:v>41970.632276</c:v>
                </c:pt>
                <c:pt idx="1160">
                  <c:v>42025.809203</c:v>
                </c:pt>
                <c:pt idx="1161">
                  <c:v>42032.101095</c:v>
                </c:pt>
                <c:pt idx="1162">
                  <c:v>41957.186067</c:v>
                </c:pt>
                <c:pt idx="1163">
                  <c:v>41914.396427</c:v>
                </c:pt>
                <c:pt idx="1164">
                  <c:v>41940.511196</c:v>
                </c:pt>
                <c:pt idx="1165">
                  <c:v>41918.85576</c:v>
                </c:pt>
                <c:pt idx="1166">
                  <c:v>41945.882723</c:v>
                </c:pt>
                <c:pt idx="1167">
                  <c:v>41836.219491</c:v>
                </c:pt>
                <c:pt idx="1168">
                  <c:v>41805.30454</c:v>
                </c:pt>
                <c:pt idx="1169">
                  <c:v>41760.448643</c:v>
                </c:pt>
                <c:pt idx="1170">
                  <c:v>41626.978587</c:v>
                </c:pt>
                <c:pt idx="1171">
                  <c:v>41579.478078</c:v>
                </c:pt>
                <c:pt idx="1172">
                  <c:v>41606.684764</c:v>
                </c:pt>
                <c:pt idx="1173">
                  <c:v>41501.794516</c:v>
                </c:pt>
                <c:pt idx="1174">
                  <c:v>41623.549028</c:v>
                </c:pt>
                <c:pt idx="1175">
                  <c:v>41601.598039</c:v>
                </c:pt>
                <c:pt idx="1176">
                  <c:v>41583.605818</c:v>
                </c:pt>
                <c:pt idx="1177">
                  <c:v>41576.333206</c:v>
                </c:pt>
                <c:pt idx="1178">
                  <c:v>41600.387666</c:v>
                </c:pt>
                <c:pt idx="1179">
                  <c:v>41648.762185</c:v>
                </c:pt>
                <c:pt idx="1180">
                  <c:v>41817.691498</c:v>
                </c:pt>
                <c:pt idx="1181">
                  <c:v>41766.265309</c:v>
                </c:pt>
                <c:pt idx="1182">
                  <c:v>41707.06601</c:v>
                </c:pt>
                <c:pt idx="1183">
                  <c:v>41671.714261</c:v>
                </c:pt>
                <c:pt idx="1184">
                  <c:v>41587.459624</c:v>
                </c:pt>
                <c:pt idx="1185">
                  <c:v>41377.042712</c:v>
                </c:pt>
                <c:pt idx="1186">
                  <c:v>41505.846344</c:v>
                </c:pt>
                <c:pt idx="1187">
                  <c:v>41565.244618</c:v>
                </c:pt>
                <c:pt idx="1188">
                  <c:v>41474.57175</c:v>
                </c:pt>
                <c:pt idx="1189">
                  <c:v>41478.978324</c:v>
                </c:pt>
                <c:pt idx="1190">
                  <c:v>41624.010864</c:v>
                </c:pt>
                <c:pt idx="1191">
                  <c:v>41565.789454</c:v>
                </c:pt>
                <c:pt idx="1192">
                  <c:v>41449.863573</c:v>
                </c:pt>
                <c:pt idx="1193">
                  <c:v>41484.875669</c:v>
                </c:pt>
                <c:pt idx="1194">
                  <c:v>41528.868313</c:v>
                </c:pt>
                <c:pt idx="1195">
                  <c:v>41589.911073</c:v>
                </c:pt>
                <c:pt idx="1196">
                  <c:v>42540.598166</c:v>
                </c:pt>
                <c:pt idx="1197">
                  <c:v>42653.068262</c:v>
                </c:pt>
                <c:pt idx="1198">
                  <c:v>42733.89174</c:v>
                </c:pt>
                <c:pt idx="1199">
                  <c:v>42722.764684</c:v>
                </c:pt>
                <c:pt idx="1200">
                  <c:v>42741.530502</c:v>
                </c:pt>
                <c:pt idx="1201">
                  <c:v>42711.31731</c:v>
                </c:pt>
                <c:pt idx="1202">
                  <c:v>42771.663023</c:v>
                </c:pt>
                <c:pt idx="1203">
                  <c:v>42770.572977</c:v>
                </c:pt>
                <c:pt idx="1204">
                  <c:v>42646.537712</c:v>
                </c:pt>
                <c:pt idx="1205">
                  <c:v>42633.942551</c:v>
                </c:pt>
                <c:pt idx="1206">
                  <c:v>42693.011931</c:v>
                </c:pt>
                <c:pt idx="1207">
                  <c:v>42735.077368</c:v>
                </c:pt>
                <c:pt idx="1208">
                  <c:v>42704.584999</c:v>
                </c:pt>
                <c:pt idx="1209">
                  <c:v>42637.318862</c:v>
                </c:pt>
                <c:pt idx="1210">
                  <c:v>42583.843853</c:v>
                </c:pt>
                <c:pt idx="1211">
                  <c:v>42574.052258</c:v>
                </c:pt>
                <c:pt idx="1212">
                  <c:v>42606.665933</c:v>
                </c:pt>
                <c:pt idx="1213">
                  <c:v>42558.402546</c:v>
                </c:pt>
                <c:pt idx="1214">
                  <c:v>42453.332431</c:v>
                </c:pt>
                <c:pt idx="1215">
                  <c:v>43032.985494</c:v>
                </c:pt>
                <c:pt idx="1216">
                  <c:v>43002.018775</c:v>
                </c:pt>
                <c:pt idx="1217">
                  <c:v>43073.073118</c:v>
                </c:pt>
                <c:pt idx="1218">
                  <c:v>43116.329009</c:v>
                </c:pt>
                <c:pt idx="1219">
                  <c:v>43095.749225</c:v>
                </c:pt>
                <c:pt idx="1220">
                  <c:v>43120.040435</c:v>
                </c:pt>
                <c:pt idx="1221">
                  <c:v>43041.774688</c:v>
                </c:pt>
                <c:pt idx="1222">
                  <c:v>43049.639975</c:v>
                </c:pt>
                <c:pt idx="1223">
                  <c:v>43121.834448</c:v>
                </c:pt>
                <c:pt idx="1224">
                  <c:v>43074.158915</c:v>
                </c:pt>
                <c:pt idx="1225">
                  <c:v>43064.444955</c:v>
                </c:pt>
                <c:pt idx="1226">
                  <c:v>43041.717655</c:v>
                </c:pt>
                <c:pt idx="1227">
                  <c:v>42889.29814</c:v>
                </c:pt>
                <c:pt idx="1228">
                  <c:v>42683.315959</c:v>
                </c:pt>
                <c:pt idx="1229">
                  <c:v>42622.816789</c:v>
                </c:pt>
                <c:pt idx="1230">
                  <c:v>43289.975793</c:v>
                </c:pt>
                <c:pt idx="1231">
                  <c:v>43222.289052</c:v>
                </c:pt>
                <c:pt idx="1232">
                  <c:v>43156.412952</c:v>
                </c:pt>
                <c:pt idx="1233">
                  <c:v>43019.009996</c:v>
                </c:pt>
                <c:pt idx="1234">
                  <c:v>42974.634077</c:v>
                </c:pt>
                <c:pt idx="1235">
                  <c:v>43110.723659</c:v>
                </c:pt>
                <c:pt idx="1236">
                  <c:v>42980.446357</c:v>
                </c:pt>
                <c:pt idx="1237">
                  <c:v>42992.891591</c:v>
                </c:pt>
                <c:pt idx="1238">
                  <c:v>42974.007734</c:v>
                </c:pt>
                <c:pt idx="1239">
                  <c:v>42974.640843</c:v>
                </c:pt>
                <c:pt idx="1240">
                  <c:v>43015.743576</c:v>
                </c:pt>
                <c:pt idx="1241">
                  <c:v>43177.38872</c:v>
                </c:pt>
                <c:pt idx="1242">
                  <c:v>43204.301391</c:v>
                </c:pt>
                <c:pt idx="1243">
                  <c:v>43140.100135</c:v>
                </c:pt>
                <c:pt idx="1244">
                  <c:v>43241.293581</c:v>
                </c:pt>
                <c:pt idx="1245">
                  <c:v>43262.0084</c:v>
                </c:pt>
                <c:pt idx="1246">
                  <c:v>43889.157302</c:v>
                </c:pt>
                <c:pt idx="1247">
                  <c:v>43738.092584</c:v>
                </c:pt>
                <c:pt idx="1248">
                  <c:v>43742.201845</c:v>
                </c:pt>
                <c:pt idx="1249">
                  <c:v>43786.698709</c:v>
                </c:pt>
                <c:pt idx="1250">
                  <c:v>43934.155986</c:v>
                </c:pt>
                <c:pt idx="1251">
                  <c:v>43970.626835</c:v>
                </c:pt>
                <c:pt idx="1252">
                  <c:v>44037.53489</c:v>
                </c:pt>
                <c:pt idx="1253">
                  <c:v>44037.684474</c:v>
                </c:pt>
                <c:pt idx="1254">
                  <c:v>43980.18754</c:v>
                </c:pt>
                <c:pt idx="1255">
                  <c:v>43988.174946</c:v>
                </c:pt>
                <c:pt idx="1256">
                  <c:v>43993.394492</c:v>
                </c:pt>
                <c:pt idx="1257">
                  <c:v>44063.329051</c:v>
                </c:pt>
                <c:pt idx="1258">
                  <c:v>43961.28722</c:v>
                </c:pt>
                <c:pt idx="1259">
                  <c:v>43879.135337</c:v>
                </c:pt>
                <c:pt idx="1260">
                  <c:v>43851.278571</c:v>
                </c:pt>
                <c:pt idx="1261">
                  <c:v>43842.570485</c:v>
                </c:pt>
                <c:pt idx="1262">
                  <c:v>44006.204055</c:v>
                </c:pt>
                <c:pt idx="1263">
                  <c:v>43933.712428</c:v>
                </c:pt>
                <c:pt idx="1264">
                  <c:v>44049.343258</c:v>
                </c:pt>
                <c:pt idx="1265">
                  <c:v>44050.563802</c:v>
                </c:pt>
                <c:pt idx="1266">
                  <c:v>44012.03805</c:v>
                </c:pt>
                <c:pt idx="1267">
                  <c:v>43981.888096</c:v>
                </c:pt>
                <c:pt idx="1268">
                  <c:v>43889.730112</c:v>
                </c:pt>
                <c:pt idx="1269">
                  <c:v>43859.564526</c:v>
                </c:pt>
                <c:pt idx="1270">
                  <c:v>43793.626195</c:v>
                </c:pt>
                <c:pt idx="1271">
                  <c:v>43853.373529</c:v>
                </c:pt>
                <c:pt idx="1272">
                  <c:v>43774.125603</c:v>
                </c:pt>
                <c:pt idx="1273">
                  <c:v>43763.979128</c:v>
                </c:pt>
                <c:pt idx="1274">
                  <c:v>43792.185967</c:v>
                </c:pt>
                <c:pt idx="1275">
                  <c:v>43832.259807</c:v>
                </c:pt>
                <c:pt idx="1276">
                  <c:v>44606.697393</c:v>
                </c:pt>
                <c:pt idx="1277">
                  <c:v>44602.285348</c:v>
                </c:pt>
                <c:pt idx="1278">
                  <c:v>44591.580383</c:v>
                </c:pt>
                <c:pt idx="1279">
                  <c:v>44520.155049</c:v>
                </c:pt>
                <c:pt idx="1280">
                  <c:v>44504.724846</c:v>
                </c:pt>
                <c:pt idx="1281">
                  <c:v>44498.747211</c:v>
                </c:pt>
                <c:pt idx="1282">
                  <c:v>44577.982205</c:v>
                </c:pt>
                <c:pt idx="1283">
                  <c:v>44483.893232</c:v>
                </c:pt>
                <c:pt idx="1284">
                  <c:v>44437.450535</c:v>
                </c:pt>
                <c:pt idx="1285">
                  <c:v>44471.769242</c:v>
                </c:pt>
                <c:pt idx="1286">
                  <c:v>44436.062602</c:v>
                </c:pt>
                <c:pt idx="1287">
                  <c:v>44418.734044</c:v>
                </c:pt>
                <c:pt idx="1288">
                  <c:v>44372.860368</c:v>
                </c:pt>
                <c:pt idx="1289">
                  <c:v>44420.180833</c:v>
                </c:pt>
                <c:pt idx="1290">
                  <c:v>45097.15858</c:v>
                </c:pt>
                <c:pt idx="1291">
                  <c:v>45058.067712</c:v>
                </c:pt>
                <c:pt idx="1292">
                  <c:v>45151.211284</c:v>
                </c:pt>
                <c:pt idx="1293">
                  <c:v>45262.350142</c:v>
                </c:pt>
                <c:pt idx="1294">
                  <c:v>45292.155162</c:v>
                </c:pt>
                <c:pt idx="1295">
                  <c:v>45459.441362</c:v>
                </c:pt>
                <c:pt idx="1296">
                  <c:v>45407.447685</c:v>
                </c:pt>
                <c:pt idx="1297">
                  <c:v>45371.440703</c:v>
                </c:pt>
                <c:pt idx="1298">
                  <c:v>45387.250787</c:v>
                </c:pt>
                <c:pt idx="1299">
                  <c:v>45457.635647</c:v>
                </c:pt>
                <c:pt idx="1300">
                  <c:v>45275.734261</c:v>
                </c:pt>
                <c:pt idx="1301">
                  <c:v>45319.598463</c:v>
                </c:pt>
                <c:pt idx="1302">
                  <c:v>45292.902238</c:v>
                </c:pt>
                <c:pt idx="1303">
                  <c:v>45100.953669</c:v>
                </c:pt>
                <c:pt idx="1304">
                  <c:v>45241.456408</c:v>
                </c:pt>
                <c:pt idx="1305">
                  <c:v>45160.432477</c:v>
                </c:pt>
                <c:pt idx="1306">
                  <c:v>45139.218023</c:v>
                </c:pt>
                <c:pt idx="1307">
                  <c:v>45181.239149</c:v>
                </c:pt>
                <c:pt idx="1308">
                  <c:v>45087.792986</c:v>
                </c:pt>
                <c:pt idx="1309">
                  <c:v>45265.916577</c:v>
                </c:pt>
                <c:pt idx="1310">
                  <c:v>46803.063745</c:v>
                </c:pt>
                <c:pt idx="1311">
                  <c:v>46666.20067</c:v>
                </c:pt>
                <c:pt idx="1312">
                  <c:v>46668.514742</c:v>
                </c:pt>
                <c:pt idx="1313">
                  <c:v>46701.95233</c:v>
                </c:pt>
                <c:pt idx="1314">
                  <c:v>46699.268805</c:v>
                </c:pt>
                <c:pt idx="1315">
                  <c:v>46574.573878</c:v>
                </c:pt>
                <c:pt idx="1316">
                  <c:v>46349.360368</c:v>
                </c:pt>
                <c:pt idx="1317">
                  <c:v>46409.660518</c:v>
                </c:pt>
                <c:pt idx="1318">
                  <c:v>46439.909791</c:v>
                </c:pt>
                <c:pt idx="1319">
                  <c:v>46615.542386</c:v>
                </c:pt>
                <c:pt idx="1320">
                  <c:v>46584.207158</c:v>
                </c:pt>
                <c:pt idx="1321">
                  <c:v>46566.053241</c:v>
                </c:pt>
                <c:pt idx="1322">
                  <c:v>46554.748009</c:v>
                </c:pt>
                <c:pt idx="1323">
                  <c:v>46576.952734</c:v>
                </c:pt>
                <c:pt idx="1324">
                  <c:v>46507.540664</c:v>
                </c:pt>
                <c:pt idx="1325">
                  <c:v>46577.176071</c:v>
                </c:pt>
                <c:pt idx="1326">
                  <c:v>46645.808579</c:v>
                </c:pt>
                <c:pt idx="1327">
                  <c:v>46642.591076</c:v>
                </c:pt>
                <c:pt idx="1328">
                  <c:v>46723.178325</c:v>
                </c:pt>
                <c:pt idx="1329">
                  <c:v>46815.429366</c:v>
                </c:pt>
                <c:pt idx="1330">
                  <c:v>46914.180158</c:v>
                </c:pt>
                <c:pt idx="1331">
                  <c:v>46516.169235</c:v>
                </c:pt>
                <c:pt idx="1332">
                  <c:v>46557.407376</c:v>
                </c:pt>
                <c:pt idx="1333">
                  <c:v>46546.9558</c:v>
                </c:pt>
                <c:pt idx="1334">
                  <c:v>47177.219405</c:v>
                </c:pt>
                <c:pt idx="1335">
                  <c:v>47200.388629</c:v>
                </c:pt>
                <c:pt idx="1336">
                  <c:v>47199.719782</c:v>
                </c:pt>
                <c:pt idx="1337">
                  <c:v>47279.454578</c:v>
                </c:pt>
                <c:pt idx="1338">
                  <c:v>47219.634593</c:v>
                </c:pt>
                <c:pt idx="1339">
                  <c:v>47304.770381</c:v>
                </c:pt>
                <c:pt idx="1340">
                  <c:v>47433.113805</c:v>
                </c:pt>
                <c:pt idx="1341">
                  <c:v>47440.489582</c:v>
                </c:pt>
                <c:pt idx="1342">
                  <c:v>47451.858338</c:v>
                </c:pt>
                <c:pt idx="1343">
                  <c:v>47377.218022</c:v>
                </c:pt>
                <c:pt idx="1344">
                  <c:v>47363.011135</c:v>
                </c:pt>
                <c:pt idx="1345">
                  <c:v>47326.019789</c:v>
                </c:pt>
                <c:pt idx="1346">
                  <c:v>47385.59829</c:v>
                </c:pt>
                <c:pt idx="1347">
                  <c:v>47417.838796</c:v>
                </c:pt>
                <c:pt idx="1348">
                  <c:v>47517.238744</c:v>
                </c:pt>
                <c:pt idx="1349">
                  <c:v>47431.388685</c:v>
                </c:pt>
                <c:pt idx="1350">
                  <c:v>47850.851533</c:v>
                </c:pt>
                <c:pt idx="1351">
                  <c:v>47766.323332</c:v>
                </c:pt>
                <c:pt idx="1352">
                  <c:v>47701.138285</c:v>
                </c:pt>
                <c:pt idx="1353">
                  <c:v>47657.51436</c:v>
                </c:pt>
                <c:pt idx="1354">
                  <c:v>47600.400529</c:v>
                </c:pt>
                <c:pt idx="1355">
                  <c:v>47559.729269</c:v>
                </c:pt>
                <c:pt idx="1356">
                  <c:v>47576.678025</c:v>
                </c:pt>
                <c:pt idx="1357">
                  <c:v>47544.778533</c:v>
                </c:pt>
                <c:pt idx="1358">
                  <c:v>48600.418664</c:v>
                </c:pt>
                <c:pt idx="1359">
                  <c:v>48663.388684</c:v>
                </c:pt>
                <c:pt idx="1360">
                  <c:v>48591.54753</c:v>
                </c:pt>
                <c:pt idx="1361">
                  <c:v>48617.911808</c:v>
                </c:pt>
                <c:pt idx="1362">
                  <c:v>48793.398483</c:v>
                </c:pt>
                <c:pt idx="1363">
                  <c:v>48850.402074</c:v>
                </c:pt>
                <c:pt idx="1364">
                  <c:v>48870.341795</c:v>
                </c:pt>
                <c:pt idx="1365">
                  <c:v>48960.277812</c:v>
                </c:pt>
                <c:pt idx="1366">
                  <c:v>48982.367054</c:v>
                </c:pt>
                <c:pt idx="1367">
                  <c:v>49015.645459</c:v>
                </c:pt>
                <c:pt idx="1368">
                  <c:v>48965.558195</c:v>
                </c:pt>
                <c:pt idx="1369">
                  <c:v>49094.288148</c:v>
                </c:pt>
                <c:pt idx="1370">
                  <c:v>49131.898277</c:v>
                </c:pt>
                <c:pt idx="1371">
                  <c:v>49105.904177</c:v>
                </c:pt>
                <c:pt idx="1372">
                  <c:v>49236.348386</c:v>
                </c:pt>
                <c:pt idx="1373">
                  <c:v>49313.93428</c:v>
                </c:pt>
                <c:pt idx="1374">
                  <c:v>48986.135382</c:v>
                </c:pt>
                <c:pt idx="1375">
                  <c:v>48996.804907</c:v>
                </c:pt>
                <c:pt idx="1376">
                  <c:v>49039.157977</c:v>
                </c:pt>
                <c:pt idx="1377">
                  <c:v>49137.63669</c:v>
                </c:pt>
                <c:pt idx="1378">
                  <c:v>49160.225194</c:v>
                </c:pt>
                <c:pt idx="1379">
                  <c:v>49227.645436</c:v>
                </c:pt>
                <c:pt idx="1380">
                  <c:v>49213.239468</c:v>
                </c:pt>
                <c:pt idx="1381">
                  <c:v>49296.119175</c:v>
                </c:pt>
                <c:pt idx="1382">
                  <c:v>49397.336137</c:v>
                </c:pt>
                <c:pt idx="1383">
                  <c:v>49550.510945</c:v>
                </c:pt>
                <c:pt idx="1384">
                  <c:v>49580.849117</c:v>
                </c:pt>
                <c:pt idx="1385">
                  <c:v>49707.250771</c:v>
                </c:pt>
                <c:pt idx="1386">
                  <c:v>49730.935434</c:v>
                </c:pt>
                <c:pt idx="1387">
                  <c:v>49603.791331</c:v>
                </c:pt>
                <c:pt idx="1388">
                  <c:v>49801.034078</c:v>
                </c:pt>
                <c:pt idx="1389">
                  <c:v>49809.290401</c:v>
                </c:pt>
                <c:pt idx="1390">
                  <c:v>49848.263595</c:v>
                </c:pt>
                <c:pt idx="1391">
                  <c:v>49855.32921</c:v>
                </c:pt>
                <c:pt idx="1392">
                  <c:v>49949.263643</c:v>
                </c:pt>
                <c:pt idx="1393">
                  <c:v>50354.537622</c:v>
                </c:pt>
                <c:pt idx="1394">
                  <c:v>49878.36047</c:v>
                </c:pt>
                <c:pt idx="1395">
                  <c:v>49861.527306</c:v>
                </c:pt>
                <c:pt idx="1396">
                  <c:v>49846.133959</c:v>
                </c:pt>
                <c:pt idx="1397">
                  <c:v>50029.261698</c:v>
                </c:pt>
                <c:pt idx="1398">
                  <c:v>50116.845096</c:v>
                </c:pt>
                <c:pt idx="1399">
                  <c:v>50150.26331</c:v>
                </c:pt>
                <c:pt idx="1400">
                  <c:v>50182.000032</c:v>
                </c:pt>
                <c:pt idx="1401">
                  <c:v>50031.422415</c:v>
                </c:pt>
                <c:pt idx="1402">
                  <c:v>49814.281955</c:v>
                </c:pt>
                <c:pt idx="1403">
                  <c:v>51734.050978</c:v>
                </c:pt>
                <c:pt idx="1404">
                  <c:v>51769.181835</c:v>
                </c:pt>
                <c:pt idx="1405">
                  <c:v>51731.910384</c:v>
                </c:pt>
                <c:pt idx="1406">
                  <c:v>51734.136602</c:v>
                </c:pt>
                <c:pt idx="1407">
                  <c:v>51845.900574</c:v>
                </c:pt>
                <c:pt idx="1408">
                  <c:v>51642.98309</c:v>
                </c:pt>
                <c:pt idx="1409">
                  <c:v>51630.733764</c:v>
                </c:pt>
                <c:pt idx="1410">
                  <c:v>51594.062016</c:v>
                </c:pt>
                <c:pt idx="1411">
                  <c:v>51619.161119</c:v>
                </c:pt>
                <c:pt idx="1412">
                  <c:v>51602.578168</c:v>
                </c:pt>
                <c:pt idx="1413">
                  <c:v>51464.050481</c:v>
                </c:pt>
                <c:pt idx="1414">
                  <c:v>51414.358278</c:v>
                </c:pt>
                <c:pt idx="1415">
                  <c:v>51505.171561</c:v>
                </c:pt>
                <c:pt idx="1416">
                  <c:v>51480.862935</c:v>
                </c:pt>
                <c:pt idx="1417">
                  <c:v>53515.76133</c:v>
                </c:pt>
                <c:pt idx="1418">
                  <c:v>53722.445942</c:v>
                </c:pt>
                <c:pt idx="1419">
                  <c:v>53734.954818</c:v>
                </c:pt>
                <c:pt idx="1420">
                  <c:v>53788.429014</c:v>
                </c:pt>
                <c:pt idx="1421">
                  <c:v>53863.566337</c:v>
                </c:pt>
                <c:pt idx="1422">
                  <c:v>53908.090713</c:v>
                </c:pt>
                <c:pt idx="1423">
                  <c:v>53923.187832</c:v>
                </c:pt>
                <c:pt idx="1424">
                  <c:v>53943.032491</c:v>
                </c:pt>
                <c:pt idx="1425">
                  <c:v>53811.585209</c:v>
                </c:pt>
                <c:pt idx="1426">
                  <c:v>53789.576179</c:v>
                </c:pt>
                <c:pt idx="1427">
                  <c:v>53827.762227</c:v>
                </c:pt>
                <c:pt idx="1428">
                  <c:v>54014.755055</c:v>
                </c:pt>
                <c:pt idx="1429">
                  <c:v>54052.621474</c:v>
                </c:pt>
                <c:pt idx="1430">
                  <c:v>54025.988985</c:v>
                </c:pt>
                <c:pt idx="1431">
                  <c:v>54107.318635</c:v>
                </c:pt>
                <c:pt idx="1432">
                  <c:v>53886.739977</c:v>
                </c:pt>
                <c:pt idx="1433">
                  <c:v>53529.490037</c:v>
                </c:pt>
                <c:pt idx="1434">
                  <c:v>53508.689435</c:v>
                </c:pt>
                <c:pt idx="1435">
                  <c:v>53391.071059</c:v>
                </c:pt>
                <c:pt idx="1436">
                  <c:v>53310.714589</c:v>
                </c:pt>
                <c:pt idx="1437">
                  <c:v>53415.663717</c:v>
                </c:pt>
                <c:pt idx="1438">
                  <c:v>55209.167289</c:v>
                </c:pt>
                <c:pt idx="1439">
                  <c:v>54838.553787</c:v>
                </c:pt>
                <c:pt idx="1440">
                  <c:v>54909.528413</c:v>
                </c:pt>
                <c:pt idx="1441">
                  <c:v>54849.023258</c:v>
                </c:pt>
                <c:pt idx="1442">
                  <c:v>54755.82346</c:v>
                </c:pt>
                <c:pt idx="1443">
                  <c:v>54996.096352</c:v>
                </c:pt>
                <c:pt idx="1444">
                  <c:v>54872.160782</c:v>
                </c:pt>
                <c:pt idx="1445">
                  <c:v>54859.055092</c:v>
                </c:pt>
                <c:pt idx="1446">
                  <c:v>55002.657558</c:v>
                </c:pt>
                <c:pt idx="1447">
                  <c:v>55030.667499</c:v>
                </c:pt>
                <c:pt idx="1448">
                  <c:v>54896.659602</c:v>
                </c:pt>
                <c:pt idx="1449">
                  <c:v>54452.145752</c:v>
                </c:pt>
                <c:pt idx="1450">
                  <c:v>54546.980961</c:v>
                </c:pt>
                <c:pt idx="1451">
                  <c:v>54539.717859</c:v>
                </c:pt>
                <c:pt idx="1452">
                  <c:v>54490.459188</c:v>
                </c:pt>
                <c:pt idx="1453">
                  <c:v>54522.088367</c:v>
                </c:pt>
                <c:pt idx="1454">
                  <c:v>54573.331968</c:v>
                </c:pt>
                <c:pt idx="1455">
                  <c:v>54639.316163</c:v>
                </c:pt>
                <c:pt idx="1456">
                  <c:v>54673.97939</c:v>
                </c:pt>
                <c:pt idx="1457">
                  <c:v>54622.888745</c:v>
                </c:pt>
                <c:pt idx="1458">
                  <c:v>54597.378205</c:v>
                </c:pt>
                <c:pt idx="1459">
                  <c:v>54596.3311</c:v>
                </c:pt>
                <c:pt idx="1460">
                  <c:v>54549.75075</c:v>
                </c:pt>
                <c:pt idx="1461">
                  <c:v>56304.385194</c:v>
                </c:pt>
                <c:pt idx="1462">
                  <c:v>56286.084308</c:v>
                </c:pt>
                <c:pt idx="1463">
                  <c:v>56400.335017</c:v>
                </c:pt>
                <c:pt idx="1464">
                  <c:v>56599.991474</c:v>
                </c:pt>
                <c:pt idx="1465">
                  <c:v>56560.608594</c:v>
                </c:pt>
                <c:pt idx="1466">
                  <c:v>56545.967461</c:v>
                </c:pt>
                <c:pt idx="1467">
                  <c:v>56503.736049</c:v>
                </c:pt>
                <c:pt idx="1468">
                  <c:v>56518.814004</c:v>
                </c:pt>
                <c:pt idx="1469">
                  <c:v>56542.049328</c:v>
                </c:pt>
                <c:pt idx="1470">
                  <c:v>56651.737676</c:v>
                </c:pt>
                <c:pt idx="1471">
                  <c:v>56862.637848</c:v>
                </c:pt>
                <c:pt idx="1472">
                  <c:v>56872.61031</c:v>
                </c:pt>
                <c:pt idx="1473">
                  <c:v>56911.261791</c:v>
                </c:pt>
                <c:pt idx="1474">
                  <c:v>56846.152807</c:v>
                </c:pt>
                <c:pt idx="1475">
                  <c:v>56439.695299</c:v>
                </c:pt>
                <c:pt idx="1476">
                  <c:v>56524.247577</c:v>
                </c:pt>
                <c:pt idx="1477">
                  <c:v>56531.787408</c:v>
                </c:pt>
                <c:pt idx="1478">
                  <c:v>56728.602737</c:v>
                </c:pt>
                <c:pt idx="1479">
                  <c:v>56736.736286</c:v>
                </c:pt>
                <c:pt idx="1480">
                  <c:v>56675.804296</c:v>
                </c:pt>
                <c:pt idx="1481">
                  <c:v>58386.619368</c:v>
                </c:pt>
                <c:pt idx="1482">
                  <c:v>58501.769004</c:v>
                </c:pt>
                <c:pt idx="1483">
                  <c:v>58356.479406</c:v>
                </c:pt>
                <c:pt idx="1484">
                  <c:v>58351.273473</c:v>
                </c:pt>
                <c:pt idx="1485">
                  <c:v>58345.995484</c:v>
                </c:pt>
                <c:pt idx="1486">
                  <c:v>58381.735035</c:v>
                </c:pt>
                <c:pt idx="1487">
                  <c:v>58471.879565</c:v>
                </c:pt>
                <c:pt idx="1488">
                  <c:v>58502.606287</c:v>
                </c:pt>
                <c:pt idx="1489">
                  <c:v>58471.471556</c:v>
                </c:pt>
                <c:pt idx="1490">
                  <c:v>58494.930877</c:v>
                </c:pt>
                <c:pt idx="1491">
                  <c:v>58473.3202</c:v>
                </c:pt>
                <c:pt idx="1492">
                  <c:v>58543.110174</c:v>
                </c:pt>
                <c:pt idx="1493">
                  <c:v>58550.926023</c:v>
                </c:pt>
                <c:pt idx="1494">
                  <c:v>58557.479783</c:v>
                </c:pt>
                <c:pt idx="1495">
                  <c:v>58628.058756</c:v>
                </c:pt>
                <c:pt idx="1496">
                  <c:v>58708.532261</c:v>
                </c:pt>
                <c:pt idx="1497">
                  <c:v>60090.766445</c:v>
                </c:pt>
                <c:pt idx="1498">
                  <c:v>60135.165466</c:v>
                </c:pt>
                <c:pt idx="1499">
                  <c:v>60192.106914</c:v>
                </c:pt>
                <c:pt idx="1500">
                  <c:v>61877.29692</c:v>
                </c:pt>
                <c:pt idx="1501">
                  <c:v>61826.985685</c:v>
                </c:pt>
                <c:pt idx="1502">
                  <c:v>61773.25831</c:v>
                </c:pt>
                <c:pt idx="1503">
                  <c:v>61702.525406</c:v>
                </c:pt>
                <c:pt idx="1504">
                  <c:v>61681.518636</c:v>
                </c:pt>
                <c:pt idx="1505">
                  <c:v>61692.981287</c:v>
                </c:pt>
                <c:pt idx="1506">
                  <c:v>61791.855082</c:v>
                </c:pt>
                <c:pt idx="1507">
                  <c:v>61744.795511</c:v>
                </c:pt>
                <c:pt idx="1508">
                  <c:v>61877.994946</c:v>
                </c:pt>
                <c:pt idx="1509">
                  <c:v>61796.518361</c:v>
                </c:pt>
                <c:pt idx="1510">
                  <c:v>61826.232149</c:v>
                </c:pt>
                <c:pt idx="1511">
                  <c:v>61870.439378</c:v>
                </c:pt>
                <c:pt idx="1512">
                  <c:v>61899.410757</c:v>
                </c:pt>
                <c:pt idx="1513">
                  <c:v>62029.372769</c:v>
                </c:pt>
                <c:pt idx="1514">
                  <c:v>62057.537027</c:v>
                </c:pt>
                <c:pt idx="1515">
                  <c:v>61660.479031</c:v>
                </c:pt>
                <c:pt idx="1516">
                  <c:v>61678.202933</c:v>
                </c:pt>
                <c:pt idx="1517">
                  <c:v>61769.674025</c:v>
                </c:pt>
                <c:pt idx="1518">
                  <c:v>61680.481935</c:v>
                </c:pt>
                <c:pt idx="1519">
                  <c:v>61754.327905</c:v>
                </c:pt>
                <c:pt idx="1520">
                  <c:v>61714.694182</c:v>
                </c:pt>
                <c:pt idx="1521">
                  <c:v>61728.744906</c:v>
                </c:pt>
                <c:pt idx="1522">
                  <c:v>61777.772016</c:v>
                </c:pt>
                <c:pt idx="1523">
                  <c:v>61883.063977</c:v>
                </c:pt>
                <c:pt idx="1524">
                  <c:v>61923.42225</c:v>
                </c:pt>
                <c:pt idx="1525">
                  <c:v>63991.900779</c:v>
                </c:pt>
                <c:pt idx="1526">
                  <c:v>64094.730756</c:v>
                </c:pt>
                <c:pt idx="1527">
                  <c:v>64158.71404</c:v>
                </c:pt>
                <c:pt idx="1528">
                  <c:v>64242.592671</c:v>
                </c:pt>
                <c:pt idx="1529">
                  <c:v>64200.565597</c:v>
                </c:pt>
                <c:pt idx="1530">
                  <c:v>64145.216798</c:v>
                </c:pt>
                <c:pt idx="1531">
                  <c:v>64233.358826</c:v>
                </c:pt>
                <c:pt idx="1532">
                  <c:v>64216.374957</c:v>
                </c:pt>
                <c:pt idx="1533">
                  <c:v>64112.878291</c:v>
                </c:pt>
                <c:pt idx="1534">
                  <c:v>64141.922083</c:v>
                </c:pt>
                <c:pt idx="1535">
                  <c:v>64165.911689</c:v>
                </c:pt>
                <c:pt idx="1536">
                  <c:v>64187.49798</c:v>
                </c:pt>
                <c:pt idx="1537">
                  <c:v>64126.074261</c:v>
                </c:pt>
                <c:pt idx="1538">
                  <c:v>63686.868477</c:v>
                </c:pt>
                <c:pt idx="1539">
                  <c:v>63660.106921</c:v>
                </c:pt>
                <c:pt idx="1540">
                  <c:v>63649.0958</c:v>
                </c:pt>
                <c:pt idx="1541">
                  <c:v>65660.974943</c:v>
                </c:pt>
                <c:pt idx="1542">
                  <c:v>65606.969967</c:v>
                </c:pt>
                <c:pt idx="1543">
                  <c:v>65737.586549</c:v>
                </c:pt>
                <c:pt idx="1544">
                  <c:v>65742.596961</c:v>
                </c:pt>
                <c:pt idx="1545">
                  <c:v>65779.401287</c:v>
                </c:pt>
                <c:pt idx="1546">
                  <c:v>65866.715053</c:v>
                </c:pt>
                <c:pt idx="1547">
                  <c:v>65981.029997</c:v>
                </c:pt>
                <c:pt idx="1548">
                  <c:v>65973.553933</c:v>
                </c:pt>
                <c:pt idx="1549">
                  <c:v>65963.695425</c:v>
                </c:pt>
                <c:pt idx="1550">
                  <c:v>65970.555998</c:v>
                </c:pt>
                <c:pt idx="1551">
                  <c:v>65883.16365</c:v>
                </c:pt>
                <c:pt idx="1552">
                  <c:v>65948.311192</c:v>
                </c:pt>
                <c:pt idx="1553">
                  <c:v>65960.225514</c:v>
                </c:pt>
                <c:pt idx="1554">
                  <c:v>65933.776478</c:v>
                </c:pt>
                <c:pt idx="1555">
                  <c:v>65955.147181</c:v>
                </c:pt>
                <c:pt idx="1556">
                  <c:v>65995.153249</c:v>
                </c:pt>
                <c:pt idx="1557">
                  <c:v>68008.641177</c:v>
                </c:pt>
                <c:pt idx="1558">
                  <c:v>67548.869585</c:v>
                </c:pt>
                <c:pt idx="1559">
                  <c:v>67532.934593</c:v>
                </c:pt>
                <c:pt idx="1560">
                  <c:v>67470.831713</c:v>
                </c:pt>
                <c:pt idx="1561">
                  <c:v>67647.70045</c:v>
                </c:pt>
                <c:pt idx="1562">
                  <c:v>67751.275928</c:v>
                </c:pt>
                <c:pt idx="1563">
                  <c:v>67817.810386</c:v>
                </c:pt>
                <c:pt idx="1564">
                  <c:v>67789.692935</c:v>
                </c:pt>
                <c:pt idx="1565">
                  <c:v>67838.78047</c:v>
                </c:pt>
                <c:pt idx="1566">
                  <c:v>67867.272593</c:v>
                </c:pt>
                <c:pt idx="1567">
                  <c:v>67774.238981</c:v>
                </c:pt>
                <c:pt idx="1568">
                  <c:v>67786.372438</c:v>
                </c:pt>
                <c:pt idx="1569">
                  <c:v>67782.60912</c:v>
                </c:pt>
                <c:pt idx="1570">
                  <c:v>67775.594833</c:v>
                </c:pt>
                <c:pt idx="1571">
                  <c:v>67727.007286</c:v>
                </c:pt>
                <c:pt idx="1572">
                  <c:v>67829.429168</c:v>
                </c:pt>
                <c:pt idx="1573">
                  <c:v>67934.691379</c:v>
                </c:pt>
                <c:pt idx="1574">
                  <c:v>67848.123783</c:v>
                </c:pt>
                <c:pt idx="1575">
                  <c:v>67867.37535</c:v>
                </c:pt>
                <c:pt idx="1576">
                  <c:v>67798.398741</c:v>
                </c:pt>
                <c:pt idx="1577">
                  <c:v>70143.181229</c:v>
                </c:pt>
                <c:pt idx="1578">
                  <c:v>70173.806353</c:v>
                </c:pt>
                <c:pt idx="1579">
                  <c:v>70144.99511</c:v>
                </c:pt>
                <c:pt idx="1580">
                  <c:v>70113.296817</c:v>
                </c:pt>
                <c:pt idx="1581">
                  <c:v>70021.015057</c:v>
                </c:pt>
                <c:pt idx="1582">
                  <c:v>70104.905391</c:v>
                </c:pt>
                <c:pt idx="1583">
                  <c:v>70114.94848</c:v>
                </c:pt>
                <c:pt idx="1584">
                  <c:v>70061.17922</c:v>
                </c:pt>
                <c:pt idx="1585">
                  <c:v>70175.353522</c:v>
                </c:pt>
                <c:pt idx="1586">
                  <c:v>70275.747266</c:v>
                </c:pt>
                <c:pt idx="1587">
                  <c:v>70294.329335</c:v>
                </c:pt>
                <c:pt idx="1588">
                  <c:v>70354.690328</c:v>
                </c:pt>
                <c:pt idx="1589">
                  <c:v>70374.841522</c:v>
                </c:pt>
                <c:pt idx="1590">
                  <c:v>70367.432949</c:v>
                </c:pt>
                <c:pt idx="1591">
                  <c:v>70538.736409</c:v>
                </c:pt>
                <c:pt idx="1592">
                  <c:v>73220.976768</c:v>
                </c:pt>
                <c:pt idx="1593">
                  <c:v>73330.225034</c:v>
                </c:pt>
                <c:pt idx="1594">
                  <c:v>73340.3576</c:v>
                </c:pt>
                <c:pt idx="1595">
                  <c:v>73327.544087</c:v>
                </c:pt>
                <c:pt idx="1596">
                  <c:v>73335.204491</c:v>
                </c:pt>
                <c:pt idx="1597">
                  <c:v>73297.524097</c:v>
                </c:pt>
                <c:pt idx="1598">
                  <c:v>72933.149272</c:v>
                </c:pt>
                <c:pt idx="1599">
                  <c:v>72970.12693</c:v>
                </c:pt>
                <c:pt idx="1600">
                  <c:v>73035.041693</c:v>
                </c:pt>
                <c:pt idx="1601">
                  <c:v>73122.949688</c:v>
                </c:pt>
                <c:pt idx="1602">
                  <c:v>75917.642993</c:v>
                </c:pt>
                <c:pt idx="1603">
                  <c:v>76000.191557</c:v>
                </c:pt>
                <c:pt idx="1604">
                  <c:v>76178.436628</c:v>
                </c:pt>
                <c:pt idx="1605">
                  <c:v>76167.053468</c:v>
                </c:pt>
                <c:pt idx="1606">
                  <c:v>76090.098803</c:v>
                </c:pt>
                <c:pt idx="1607">
                  <c:v>76139.104139</c:v>
                </c:pt>
                <c:pt idx="1608">
                  <c:v>76030.150529</c:v>
                </c:pt>
                <c:pt idx="1609">
                  <c:v>76172.496424</c:v>
                </c:pt>
                <c:pt idx="1610">
                  <c:v>76163.513797</c:v>
                </c:pt>
                <c:pt idx="1611">
                  <c:v>76274.935976</c:v>
                </c:pt>
                <c:pt idx="1612">
                  <c:v>76241.174718</c:v>
                </c:pt>
                <c:pt idx="1613">
                  <c:v>76223.986847</c:v>
                </c:pt>
                <c:pt idx="1614">
                  <c:v>76173.808386</c:v>
                </c:pt>
                <c:pt idx="1615">
                  <c:v>76205.784946</c:v>
                </c:pt>
                <c:pt idx="1616">
                  <c:v>76304.673392</c:v>
                </c:pt>
                <c:pt idx="1617">
                  <c:v>75698.170497</c:v>
                </c:pt>
                <c:pt idx="1618">
                  <c:v>75818.406107</c:v>
                </c:pt>
                <c:pt idx="1619">
                  <c:v>75494.08825</c:v>
                </c:pt>
                <c:pt idx="1620">
                  <c:v>74724.865484</c:v>
                </c:pt>
                <c:pt idx="1621">
                  <c:v>75048.919208</c:v>
                </c:pt>
                <c:pt idx="1622">
                  <c:v>75165.570112</c:v>
                </c:pt>
                <c:pt idx="1623">
                  <c:v>75292.069978</c:v>
                </c:pt>
                <c:pt idx="1624">
                  <c:v>75271.252279</c:v>
                </c:pt>
                <c:pt idx="1625">
                  <c:v>75368.705972</c:v>
                </c:pt>
                <c:pt idx="1626">
                  <c:v>75532.898838</c:v>
                </c:pt>
                <c:pt idx="1627">
                  <c:v>75601.136409</c:v>
                </c:pt>
                <c:pt idx="1628">
                  <c:v>75550.346248</c:v>
                </c:pt>
                <c:pt idx="1629">
                  <c:v>75600.720157</c:v>
                </c:pt>
                <c:pt idx="1630">
                  <c:v>75817.816441</c:v>
                </c:pt>
                <c:pt idx="1631">
                  <c:v>75747.042442</c:v>
                </c:pt>
                <c:pt idx="1632">
                  <c:v>75775.018985</c:v>
                </c:pt>
                <c:pt idx="1633">
                  <c:v>75995.259746</c:v>
                </c:pt>
                <c:pt idx="1634">
                  <c:v>76077.210588</c:v>
                </c:pt>
                <c:pt idx="1635">
                  <c:v>76069.297883</c:v>
                </c:pt>
                <c:pt idx="1636">
                  <c:v>76038.222704</c:v>
                </c:pt>
                <c:pt idx="1637">
                  <c:v>75512.625801</c:v>
                </c:pt>
                <c:pt idx="1638">
                  <c:v>75585.221031</c:v>
                </c:pt>
                <c:pt idx="1639">
                  <c:v>75296.913476</c:v>
                </c:pt>
                <c:pt idx="1640">
                  <c:v>75650.724079</c:v>
                </c:pt>
                <c:pt idx="1641">
                  <c:v>78996.424742</c:v>
                </c:pt>
                <c:pt idx="1642">
                  <c:v>79019.026282</c:v>
                </c:pt>
                <c:pt idx="1643">
                  <c:v>79355.690512</c:v>
                </c:pt>
                <c:pt idx="1644">
                  <c:v>79203.163962</c:v>
                </c:pt>
                <c:pt idx="1645">
                  <c:v>78867.099644</c:v>
                </c:pt>
                <c:pt idx="1646">
                  <c:v>79102.344488</c:v>
                </c:pt>
                <c:pt idx="1647">
                  <c:v>78999.265292</c:v>
                </c:pt>
                <c:pt idx="1648">
                  <c:v>78823.545257</c:v>
                </c:pt>
                <c:pt idx="1649">
                  <c:v>78650.434028</c:v>
                </c:pt>
                <c:pt idx="1650">
                  <c:v>78212.365903</c:v>
                </c:pt>
                <c:pt idx="1651">
                  <c:v>78064.316839</c:v>
                </c:pt>
                <c:pt idx="1652">
                  <c:v>77913.364116</c:v>
                </c:pt>
                <c:pt idx="1653">
                  <c:v>77722.098701</c:v>
                </c:pt>
                <c:pt idx="1654">
                  <c:v>81097.068541</c:v>
                </c:pt>
                <c:pt idx="1655">
                  <c:v>81072.698279</c:v>
                </c:pt>
                <c:pt idx="1656">
                  <c:v>80743.644272</c:v>
                </c:pt>
                <c:pt idx="1657">
                  <c:v>80850.194508</c:v>
                </c:pt>
                <c:pt idx="1658">
                  <c:v>80855.189109</c:v>
                </c:pt>
                <c:pt idx="1659">
                  <c:v>80834.159988</c:v>
                </c:pt>
                <c:pt idx="1660">
                  <c:v>80822.787999</c:v>
                </c:pt>
                <c:pt idx="1661">
                  <c:v>80821.664939</c:v>
                </c:pt>
                <c:pt idx="1662">
                  <c:v>80815.604905</c:v>
                </c:pt>
                <c:pt idx="1663">
                  <c:v>80855.677056</c:v>
                </c:pt>
                <c:pt idx="1664">
                  <c:v>84134.901674</c:v>
                </c:pt>
                <c:pt idx="1665">
                  <c:v>84237.28115</c:v>
                </c:pt>
                <c:pt idx="1666">
                  <c:v>84271.018537</c:v>
                </c:pt>
                <c:pt idx="1667">
                  <c:v>84301.955938</c:v>
                </c:pt>
                <c:pt idx="1668">
                  <c:v>84315.738838</c:v>
                </c:pt>
                <c:pt idx="1669">
                  <c:v>84318.731227</c:v>
                </c:pt>
                <c:pt idx="1670">
                  <c:v>84396.249348</c:v>
                </c:pt>
                <c:pt idx="1671">
                  <c:v>84359.118199</c:v>
                </c:pt>
                <c:pt idx="1672">
                  <c:v>84392.559417</c:v>
                </c:pt>
                <c:pt idx="1673">
                  <c:v>84061.199638</c:v>
                </c:pt>
                <c:pt idx="1674">
                  <c:v>84087.717048</c:v>
                </c:pt>
                <c:pt idx="1675">
                  <c:v>83970.805892</c:v>
                </c:pt>
                <c:pt idx="1676">
                  <c:v>84014.459383</c:v>
                </c:pt>
                <c:pt idx="1677">
                  <c:v>84023.898721</c:v>
                </c:pt>
                <c:pt idx="1678">
                  <c:v>84011.187083</c:v>
                </c:pt>
                <c:pt idx="1679">
                  <c:v>84074.089079</c:v>
                </c:pt>
                <c:pt idx="1680">
                  <c:v>84137.529418</c:v>
                </c:pt>
                <c:pt idx="1681">
                  <c:v>84165.555066</c:v>
                </c:pt>
                <c:pt idx="1682">
                  <c:v>84228.250358</c:v>
                </c:pt>
                <c:pt idx="1683">
                  <c:v>84276.188318</c:v>
                </c:pt>
                <c:pt idx="1684">
                  <c:v>84282.008685</c:v>
                </c:pt>
                <c:pt idx="1685">
                  <c:v>84322.556805</c:v>
                </c:pt>
                <c:pt idx="1686">
                  <c:v>84299.358467</c:v>
                </c:pt>
                <c:pt idx="1687">
                  <c:v>84283.978777</c:v>
                </c:pt>
                <c:pt idx="1688">
                  <c:v>84345.545337</c:v>
                </c:pt>
                <c:pt idx="1689">
                  <c:v>84246.889458</c:v>
                </c:pt>
                <c:pt idx="1690">
                  <c:v>84176.804546</c:v>
                </c:pt>
                <c:pt idx="1691">
                  <c:v>84243.596717</c:v>
                </c:pt>
                <c:pt idx="1692">
                  <c:v>84302.31811</c:v>
                </c:pt>
                <c:pt idx="1693">
                  <c:v>84248.530319</c:v>
                </c:pt>
                <c:pt idx="1694">
                  <c:v>84237.174168</c:v>
                </c:pt>
                <c:pt idx="1695">
                  <c:v>84117.741541</c:v>
                </c:pt>
                <c:pt idx="1696">
                  <c:v>84115.384045</c:v>
                </c:pt>
                <c:pt idx="1697">
                  <c:v>84172.580286</c:v>
                </c:pt>
                <c:pt idx="1698">
                  <c:v>84144.828029</c:v>
                </c:pt>
                <c:pt idx="1699">
                  <c:v>83806.817978</c:v>
                </c:pt>
                <c:pt idx="1700">
                  <c:v>83852.658294</c:v>
                </c:pt>
                <c:pt idx="1701">
                  <c:v>84045.310153</c:v>
                </c:pt>
                <c:pt idx="1702">
                  <c:v>84074.666392</c:v>
                </c:pt>
                <c:pt idx="1703">
                  <c:v>84037.686456</c:v>
                </c:pt>
                <c:pt idx="1704">
                  <c:v>84014.864781</c:v>
                </c:pt>
                <c:pt idx="1705">
                  <c:v>84049.830051</c:v>
                </c:pt>
                <c:pt idx="1706">
                  <c:v>84095.791892</c:v>
                </c:pt>
                <c:pt idx="1707">
                  <c:v>84143.560082</c:v>
                </c:pt>
                <c:pt idx="1708">
                  <c:v>84152.975359</c:v>
                </c:pt>
                <c:pt idx="1709">
                  <c:v>84059.235468</c:v>
                </c:pt>
                <c:pt idx="1710">
                  <c:v>84097.187701</c:v>
                </c:pt>
                <c:pt idx="1711">
                  <c:v>84033.612325</c:v>
                </c:pt>
                <c:pt idx="1712">
                  <c:v>84127.873545</c:v>
                </c:pt>
                <c:pt idx="1713">
                  <c:v>84169.690331</c:v>
                </c:pt>
                <c:pt idx="1714">
                  <c:v>84172.645768</c:v>
                </c:pt>
                <c:pt idx="1715">
                  <c:v>84341.026412</c:v>
                </c:pt>
                <c:pt idx="1716">
                  <c:v>83928.70116</c:v>
                </c:pt>
                <c:pt idx="1717">
                  <c:v>83960.76491</c:v>
                </c:pt>
                <c:pt idx="1718">
                  <c:v>84111.276051</c:v>
                </c:pt>
                <c:pt idx="1719">
                  <c:v>84026.094758</c:v>
                </c:pt>
                <c:pt idx="1720">
                  <c:v>84154.584579</c:v>
                </c:pt>
                <c:pt idx="1721">
                  <c:v>84502.71221</c:v>
                </c:pt>
                <c:pt idx="1722">
                  <c:v>84804.15073</c:v>
                </c:pt>
                <c:pt idx="1723">
                  <c:v>84995.500646</c:v>
                </c:pt>
                <c:pt idx="1724">
                  <c:v>85822.242136</c:v>
                </c:pt>
                <c:pt idx="1725">
                  <c:v>85894.693211</c:v>
                </c:pt>
                <c:pt idx="1726">
                  <c:v>86022.863346</c:v>
                </c:pt>
                <c:pt idx="1727">
                  <c:v>86250.104165</c:v>
                </c:pt>
                <c:pt idx="1728">
                  <c:v>85872.109085</c:v>
                </c:pt>
                <c:pt idx="1729">
                  <c:v>86135.602759</c:v>
                </c:pt>
                <c:pt idx="1730">
                  <c:v>85945.758104</c:v>
                </c:pt>
                <c:pt idx="1731">
                  <c:v>86077.393223</c:v>
                </c:pt>
                <c:pt idx="1732">
                  <c:v>86582.173074</c:v>
                </c:pt>
                <c:pt idx="1733">
                  <c:v>86720.687111</c:v>
                </c:pt>
                <c:pt idx="1734">
                  <c:v>87340.659456</c:v>
                </c:pt>
                <c:pt idx="1735">
                  <c:v>87527.380023</c:v>
                </c:pt>
                <c:pt idx="1736">
                  <c:v>87836.29426</c:v>
                </c:pt>
                <c:pt idx="1737">
                  <c:v>87767.816145</c:v>
                </c:pt>
                <c:pt idx="1738">
                  <c:v>87134.328344</c:v>
                </c:pt>
                <c:pt idx="1739">
                  <c:v>87180.657014</c:v>
                </c:pt>
                <c:pt idx="1740">
                  <c:v>86907.58986</c:v>
                </c:pt>
                <c:pt idx="1741">
                  <c:v>87379.963674</c:v>
                </c:pt>
                <c:pt idx="1742">
                  <c:v>87347.382334</c:v>
                </c:pt>
                <c:pt idx="1743">
                  <c:v>87529.380214</c:v>
                </c:pt>
                <c:pt idx="1744">
                  <c:v>87849.604882</c:v>
                </c:pt>
                <c:pt idx="1745">
                  <c:v>87906.526283</c:v>
                </c:pt>
                <c:pt idx="1746">
                  <c:v>87875.765216</c:v>
                </c:pt>
                <c:pt idx="1747">
                  <c:v>87767.937913</c:v>
                </c:pt>
                <c:pt idx="1748">
                  <c:v>87614.671422</c:v>
                </c:pt>
                <c:pt idx="1749">
                  <c:v>87704.713636</c:v>
                </c:pt>
                <c:pt idx="1750">
                  <c:v>87667.90088</c:v>
                </c:pt>
                <c:pt idx="1751">
                  <c:v>87346.304759</c:v>
                </c:pt>
                <c:pt idx="1752">
                  <c:v>87338.50792</c:v>
                </c:pt>
                <c:pt idx="1753">
                  <c:v>87577.375503</c:v>
                </c:pt>
                <c:pt idx="1754">
                  <c:v>88329.866747</c:v>
                </c:pt>
                <c:pt idx="1755">
                  <c:v>88561.888618</c:v>
                </c:pt>
                <c:pt idx="1756">
                  <c:v>88307.143244</c:v>
                </c:pt>
                <c:pt idx="1757">
                  <c:v>88150.499173</c:v>
                </c:pt>
                <c:pt idx="1758">
                  <c:v>88297.47447</c:v>
                </c:pt>
                <c:pt idx="1759">
                  <c:v>88440.337629</c:v>
                </c:pt>
                <c:pt idx="1760">
                  <c:v>88109.857205</c:v>
                </c:pt>
                <c:pt idx="1761">
                  <c:v>87996.430145</c:v>
                </c:pt>
                <c:pt idx="1762">
                  <c:v>88089.528097</c:v>
                </c:pt>
                <c:pt idx="1763">
                  <c:v>88511.841409</c:v>
                </c:pt>
                <c:pt idx="1764">
                  <c:v>88545.73079</c:v>
                </c:pt>
                <c:pt idx="1765">
                  <c:v>88589.169508</c:v>
                </c:pt>
                <c:pt idx="1766">
                  <c:v>88633.341474</c:v>
                </c:pt>
                <c:pt idx="1767">
                  <c:v>88604.413246</c:v>
                </c:pt>
                <c:pt idx="1768">
                  <c:v>88372.48366</c:v>
                </c:pt>
                <c:pt idx="1769">
                  <c:v>87962.500106</c:v>
                </c:pt>
                <c:pt idx="1770">
                  <c:v>87971.673758</c:v>
                </c:pt>
                <c:pt idx="1771">
                  <c:v>87586.15027</c:v>
                </c:pt>
                <c:pt idx="1772">
                  <c:v>87510.369289</c:v>
                </c:pt>
                <c:pt idx="1773">
                  <c:v>87719.156782</c:v>
                </c:pt>
                <c:pt idx="1774">
                  <c:v>87809.834546</c:v>
                </c:pt>
                <c:pt idx="1775">
                  <c:v>87986.359414</c:v>
                </c:pt>
                <c:pt idx="1776">
                  <c:v>87900.129356</c:v>
                </c:pt>
                <c:pt idx="1777">
                  <c:v>87838.682745</c:v>
                </c:pt>
                <c:pt idx="1778">
                  <c:v>88121.582131</c:v>
                </c:pt>
                <c:pt idx="1779">
                  <c:v>88018.582521</c:v>
                </c:pt>
                <c:pt idx="1780">
                  <c:v>87477.061758</c:v>
                </c:pt>
                <c:pt idx="1781">
                  <c:v>87594.35483</c:v>
                </c:pt>
                <c:pt idx="1782">
                  <c:v>87313.317944</c:v>
                </c:pt>
                <c:pt idx="1783">
                  <c:v>83040.601783</c:v>
                </c:pt>
                <c:pt idx="1784">
                  <c:v>83040.852862</c:v>
                </c:pt>
                <c:pt idx="1785">
                  <c:v>83094.780682</c:v>
                </c:pt>
                <c:pt idx="1786">
                  <c:v>83179.705332</c:v>
                </c:pt>
                <c:pt idx="1787">
                  <c:v>83556.831351</c:v>
                </c:pt>
                <c:pt idx="1788">
                  <c:v>83997.322274</c:v>
                </c:pt>
                <c:pt idx="1789">
                  <c:v>84188.947326</c:v>
                </c:pt>
                <c:pt idx="1790">
                  <c:v>84138.182772</c:v>
                </c:pt>
                <c:pt idx="1791">
                  <c:v>84105.268097</c:v>
                </c:pt>
                <c:pt idx="1792">
                  <c:v>84046.601717</c:v>
                </c:pt>
                <c:pt idx="1793">
                  <c:v>83888.564651</c:v>
                </c:pt>
                <c:pt idx="1794">
                  <c:v>84031.526712</c:v>
                </c:pt>
                <c:pt idx="1795">
                  <c:v>83796.072814</c:v>
                </c:pt>
                <c:pt idx="1796">
                  <c:v>83732.448443</c:v>
                </c:pt>
                <c:pt idx="1797">
                  <c:v>83082.98691</c:v>
                </c:pt>
                <c:pt idx="1798">
                  <c:v>82731.886825</c:v>
                </c:pt>
                <c:pt idx="1799">
                  <c:v>82231.37224</c:v>
                </c:pt>
                <c:pt idx="1800">
                  <c:v>82400.455058</c:v>
                </c:pt>
                <c:pt idx="1801">
                  <c:v>82566.564624</c:v>
                </c:pt>
                <c:pt idx="1802">
                  <c:v>82239.190851</c:v>
                </c:pt>
                <c:pt idx="1803">
                  <c:v>82285.020956</c:v>
                </c:pt>
                <c:pt idx="1804">
                  <c:v>82429.004331</c:v>
                </c:pt>
                <c:pt idx="1805">
                  <c:v>82626.655549</c:v>
                </c:pt>
                <c:pt idx="1806">
                  <c:v>82960.301972</c:v>
                </c:pt>
                <c:pt idx="1807">
                  <c:v>82991.796609</c:v>
                </c:pt>
                <c:pt idx="1808">
                  <c:v>83255.465343</c:v>
                </c:pt>
                <c:pt idx="1809">
                  <c:v>83190.4913</c:v>
                </c:pt>
                <c:pt idx="1810">
                  <c:v>83127.978518</c:v>
                </c:pt>
                <c:pt idx="1811">
                  <c:v>83201.384967</c:v>
                </c:pt>
                <c:pt idx="1812">
                  <c:v>82931.70108</c:v>
                </c:pt>
                <c:pt idx="1813">
                  <c:v>82968.260678</c:v>
                </c:pt>
                <c:pt idx="1814">
                  <c:v>82933.249539</c:v>
                </c:pt>
                <c:pt idx="1815">
                  <c:v>82946.21266</c:v>
                </c:pt>
                <c:pt idx="1816">
                  <c:v>83193.898787</c:v>
                </c:pt>
                <c:pt idx="1817">
                  <c:v>83153.191329</c:v>
                </c:pt>
                <c:pt idx="1818">
                  <c:v>82989.286364</c:v>
                </c:pt>
                <c:pt idx="1819">
                  <c:v>83003.116041</c:v>
                </c:pt>
                <c:pt idx="1820">
                  <c:v>82756.239256</c:v>
                </c:pt>
                <c:pt idx="1821">
                  <c:v>82783.972716</c:v>
                </c:pt>
                <c:pt idx="1822">
                  <c:v>83053.814323</c:v>
                </c:pt>
                <c:pt idx="1823">
                  <c:v>82950.816495</c:v>
                </c:pt>
                <c:pt idx="1824">
                  <c:v>83232.383769</c:v>
                </c:pt>
                <c:pt idx="1825">
                  <c:v>83266.635197</c:v>
                </c:pt>
                <c:pt idx="1826">
                  <c:v>83261.74316</c:v>
                </c:pt>
                <c:pt idx="1827">
                  <c:v>83334.185513</c:v>
                </c:pt>
                <c:pt idx="1828">
                  <c:v>83242.18707</c:v>
                </c:pt>
                <c:pt idx="1829">
                  <c:v>83171.506923</c:v>
                </c:pt>
                <c:pt idx="1830">
                  <c:v>82992.497724</c:v>
                </c:pt>
                <c:pt idx="1831">
                  <c:v>82989.963973</c:v>
                </c:pt>
                <c:pt idx="1832">
                  <c:v>82806.060092</c:v>
                </c:pt>
                <c:pt idx="1833">
                  <c:v>82986.296101</c:v>
                </c:pt>
                <c:pt idx="1834">
                  <c:v>83078.295536</c:v>
                </c:pt>
                <c:pt idx="1835">
                  <c:v>83210.092417</c:v>
                </c:pt>
                <c:pt idx="1836">
                  <c:v>83339.915119</c:v>
                </c:pt>
                <c:pt idx="1837">
                  <c:v>83318.81639</c:v>
                </c:pt>
                <c:pt idx="1838">
                  <c:v>83469.784059</c:v>
                </c:pt>
                <c:pt idx="1839">
                  <c:v>83355.748353</c:v>
                </c:pt>
                <c:pt idx="1840">
                  <c:v>83578.109705</c:v>
                </c:pt>
                <c:pt idx="1841">
                  <c:v>83243.035273</c:v>
                </c:pt>
                <c:pt idx="1842">
                  <c:v>83388.759853</c:v>
                </c:pt>
                <c:pt idx="1843">
                  <c:v>83469.654382</c:v>
                </c:pt>
                <c:pt idx="1844">
                  <c:v>83455.781153</c:v>
                </c:pt>
                <c:pt idx="1845">
                  <c:v>83792.006366</c:v>
                </c:pt>
                <c:pt idx="1846">
                  <c:v>84205.518207</c:v>
                </c:pt>
                <c:pt idx="1847">
                  <c:v>84457.356084</c:v>
                </c:pt>
                <c:pt idx="1848">
                  <c:v>84903.791487</c:v>
                </c:pt>
                <c:pt idx="1849">
                  <c:v>85065.880105</c:v>
                </c:pt>
                <c:pt idx="1850">
                  <c:v>85316.688826</c:v>
                </c:pt>
                <c:pt idx="1851">
                  <c:v>85278.680331</c:v>
                </c:pt>
                <c:pt idx="1852">
                  <c:v>85339.936698</c:v>
                </c:pt>
                <c:pt idx="1853">
                  <c:v>85721.556774</c:v>
                </c:pt>
                <c:pt idx="1854">
                  <c:v>85677.433483</c:v>
                </c:pt>
                <c:pt idx="1855">
                  <c:v>85385.520351</c:v>
                </c:pt>
                <c:pt idx="1856">
                  <c:v>85404.467866</c:v>
                </c:pt>
                <c:pt idx="1857">
                  <c:v>85670.435519</c:v>
                </c:pt>
                <c:pt idx="1858">
                  <c:v>85527.402748</c:v>
                </c:pt>
                <c:pt idx="1859">
                  <c:v>85656.703397</c:v>
                </c:pt>
                <c:pt idx="1860">
                  <c:v>86028.509487</c:v>
                </c:pt>
                <c:pt idx="1861">
                  <c:v>86202.953275</c:v>
                </c:pt>
                <c:pt idx="1862">
                  <c:v>86330.543641</c:v>
                </c:pt>
                <c:pt idx="1863">
                  <c:v>85485.002801</c:v>
                </c:pt>
                <c:pt idx="1864">
                  <c:v>85647.608951</c:v>
                </c:pt>
                <c:pt idx="1865">
                  <c:v>85082.461895</c:v>
                </c:pt>
                <c:pt idx="1866">
                  <c:v>84967.803648</c:v>
                </c:pt>
                <c:pt idx="1867">
                  <c:v>85268.938236</c:v>
                </c:pt>
                <c:pt idx="1868">
                  <c:v>85616.174361</c:v>
                </c:pt>
                <c:pt idx="1869">
                  <c:v>85587.143863</c:v>
                </c:pt>
                <c:pt idx="1870">
                  <c:v>85453.755155</c:v>
                </c:pt>
                <c:pt idx="1871">
                  <c:v>85103.386625</c:v>
                </c:pt>
                <c:pt idx="1872">
                  <c:v>85332.855133</c:v>
                </c:pt>
                <c:pt idx="1873">
                  <c:v>85868.545503</c:v>
                </c:pt>
                <c:pt idx="1874">
                  <c:v>87361.591726</c:v>
                </c:pt>
                <c:pt idx="1875">
                  <c:v>87235.684644</c:v>
                </c:pt>
                <c:pt idx="1876">
                  <c:v>87159.760947</c:v>
                </c:pt>
                <c:pt idx="1877">
                  <c:v>86657.255126</c:v>
                </c:pt>
                <c:pt idx="1878">
                  <c:v>86660.099314</c:v>
                </c:pt>
                <c:pt idx="1879">
                  <c:v>86214.604942</c:v>
                </c:pt>
                <c:pt idx="1880">
                  <c:v>86271.546404</c:v>
                </c:pt>
                <c:pt idx="1881">
                  <c:v>85819.000408</c:v>
                </c:pt>
                <c:pt idx="1882">
                  <c:v>86087.042143</c:v>
                </c:pt>
                <c:pt idx="1883">
                  <c:v>86021.762631</c:v>
                </c:pt>
                <c:pt idx="1884">
                  <c:v>86342.066932</c:v>
                </c:pt>
                <c:pt idx="1885">
                  <c:v>85812.049895</c:v>
                </c:pt>
                <c:pt idx="1886">
                  <c:v>85771.14669</c:v>
                </c:pt>
                <c:pt idx="1887">
                  <c:v>85150.369404</c:v>
                </c:pt>
                <c:pt idx="1888">
                  <c:v>84715.80342</c:v>
                </c:pt>
                <c:pt idx="1889">
                  <c:v>84888.160996</c:v>
                </c:pt>
                <c:pt idx="1890">
                  <c:v>85339.124688</c:v>
                </c:pt>
                <c:pt idx="1891">
                  <c:v>85462.591655</c:v>
                </c:pt>
                <c:pt idx="1892">
                  <c:v>84981.646329</c:v>
                </c:pt>
                <c:pt idx="1893">
                  <c:v>85155.682966</c:v>
                </c:pt>
                <c:pt idx="1894">
                  <c:v>85283.741848</c:v>
                </c:pt>
                <c:pt idx="1895">
                  <c:v>85447.620104</c:v>
                </c:pt>
                <c:pt idx="1896">
                  <c:v>86102.330053</c:v>
                </c:pt>
                <c:pt idx="1897">
                  <c:v>86157.685521</c:v>
                </c:pt>
                <c:pt idx="1898">
                  <c:v>85937.447748</c:v>
                </c:pt>
                <c:pt idx="1899">
                  <c:v>85597.386154</c:v>
                </c:pt>
                <c:pt idx="1900">
                  <c:v>85229.1037</c:v>
                </c:pt>
                <c:pt idx="1901">
                  <c:v>85650.771318</c:v>
                </c:pt>
                <c:pt idx="1902">
                  <c:v>85736.865518</c:v>
                </c:pt>
                <c:pt idx="1903">
                  <c:v>86010.620231</c:v>
                </c:pt>
                <c:pt idx="1904">
                  <c:v>85933.434947</c:v>
                </c:pt>
                <c:pt idx="1905">
                  <c:v>86183.41895</c:v>
                </c:pt>
                <c:pt idx="1906">
                  <c:v>86418.407637</c:v>
                </c:pt>
                <c:pt idx="1907">
                  <c:v>86367.620385</c:v>
                </c:pt>
                <c:pt idx="1908">
                  <c:v>86040.776728</c:v>
                </c:pt>
                <c:pt idx="1909">
                  <c:v>86037.636976</c:v>
                </c:pt>
                <c:pt idx="1910">
                  <c:v>85771.01427</c:v>
                </c:pt>
                <c:pt idx="1911">
                  <c:v>85489.760861</c:v>
                </c:pt>
                <c:pt idx="1912">
                  <c:v>85462.227138</c:v>
                </c:pt>
                <c:pt idx="1913">
                  <c:v>85645.649479</c:v>
                </c:pt>
                <c:pt idx="1914">
                  <c:v>85569.619431</c:v>
                </c:pt>
                <c:pt idx="1915">
                  <c:v>85675.844236</c:v>
                </c:pt>
                <c:pt idx="1916">
                  <c:v>86229.486773</c:v>
                </c:pt>
                <c:pt idx="1917">
                  <c:v>87282.891866</c:v>
                </c:pt>
                <c:pt idx="1918">
                  <c:v>87302.03382</c:v>
                </c:pt>
                <c:pt idx="1919">
                  <c:v>87333.506383</c:v>
                </c:pt>
                <c:pt idx="1920">
                  <c:v>87525.119104</c:v>
                </c:pt>
                <c:pt idx="1921">
                  <c:v>87364.157942</c:v>
                </c:pt>
                <c:pt idx="1922">
                  <c:v>87041.294038</c:v>
                </c:pt>
                <c:pt idx="1923">
                  <c:v>87082.074571</c:v>
                </c:pt>
                <c:pt idx="1924">
                  <c:v>87201.852495</c:v>
                </c:pt>
                <c:pt idx="1925">
                  <c:v>87163.177382</c:v>
                </c:pt>
                <c:pt idx="1926">
                  <c:v>86962.283663</c:v>
                </c:pt>
                <c:pt idx="1927">
                  <c:v>86692.31934</c:v>
                </c:pt>
                <c:pt idx="1928">
                  <c:v>86640.956318</c:v>
                </c:pt>
                <c:pt idx="1929">
                  <c:v>86785.331526</c:v>
                </c:pt>
                <c:pt idx="1930">
                  <c:v>86874.336816</c:v>
                </c:pt>
                <c:pt idx="1931">
                  <c:v>86677.490457</c:v>
                </c:pt>
                <c:pt idx="1932">
                  <c:v>87080.010038</c:v>
                </c:pt>
                <c:pt idx="1933">
                  <c:v>87386.670811</c:v>
                </c:pt>
                <c:pt idx="1934">
                  <c:v>87390.69243</c:v>
                </c:pt>
                <c:pt idx="1935">
                  <c:v>87489.402039</c:v>
                </c:pt>
                <c:pt idx="1936">
                  <c:v>87582.671258</c:v>
                </c:pt>
                <c:pt idx="1937">
                  <c:v>87447.506347</c:v>
                </c:pt>
                <c:pt idx="1938">
                  <c:v>89938.686898</c:v>
                </c:pt>
                <c:pt idx="1939">
                  <c:v>90533.069979</c:v>
                </c:pt>
                <c:pt idx="1940">
                  <c:v>90545.802899</c:v>
                </c:pt>
                <c:pt idx="1941">
                  <c:v>90589.109401</c:v>
                </c:pt>
                <c:pt idx="1942">
                  <c:v>90601.78363</c:v>
                </c:pt>
                <c:pt idx="1943">
                  <c:v>90215.712497</c:v>
                </c:pt>
                <c:pt idx="1944">
                  <c:v>90278.606331</c:v>
                </c:pt>
                <c:pt idx="1945">
                  <c:v>90157.405424</c:v>
                </c:pt>
                <c:pt idx="1946">
                  <c:v>90086.792265</c:v>
                </c:pt>
                <c:pt idx="1947">
                  <c:v>90246.96529</c:v>
                </c:pt>
                <c:pt idx="1948">
                  <c:v>90189.704609</c:v>
                </c:pt>
                <c:pt idx="1949">
                  <c:v>90158.163958</c:v>
                </c:pt>
                <c:pt idx="1950">
                  <c:v>90176.415749</c:v>
                </c:pt>
                <c:pt idx="1951">
                  <c:v>90274.350506</c:v>
                </c:pt>
                <c:pt idx="1952">
                  <c:v>90162.609484</c:v>
                </c:pt>
                <c:pt idx="1953">
                  <c:v>89970.600181</c:v>
                </c:pt>
                <c:pt idx="1954">
                  <c:v>89611.952362</c:v>
                </c:pt>
                <c:pt idx="1955">
                  <c:v>89661.794296</c:v>
                </c:pt>
                <c:pt idx="1956">
                  <c:v>91557.976011</c:v>
                </c:pt>
                <c:pt idx="1957">
                  <c:v>91720.363162</c:v>
                </c:pt>
                <c:pt idx="1958">
                  <c:v>91882.711115</c:v>
                </c:pt>
                <c:pt idx="1959">
                  <c:v>92169.959663</c:v>
                </c:pt>
                <c:pt idx="1960">
                  <c:v>92350.834703</c:v>
                </c:pt>
                <c:pt idx="1961">
                  <c:v>92666.491009</c:v>
                </c:pt>
                <c:pt idx="1962">
                  <c:v>92842.910628</c:v>
                </c:pt>
                <c:pt idx="1963">
                  <c:v>92921.165936</c:v>
                </c:pt>
                <c:pt idx="1964">
                  <c:v>92984.039459</c:v>
                </c:pt>
                <c:pt idx="1965">
                  <c:v>93016.439116</c:v>
                </c:pt>
                <c:pt idx="1966">
                  <c:v>92456.919948</c:v>
                </c:pt>
                <c:pt idx="1967">
                  <c:v>92501.646057</c:v>
                </c:pt>
                <c:pt idx="1968">
                  <c:v>92504.384693</c:v>
                </c:pt>
                <c:pt idx="1969">
                  <c:v>92726.549351</c:v>
                </c:pt>
                <c:pt idx="1970">
                  <c:v>92653.567089</c:v>
                </c:pt>
                <c:pt idx="1971">
                  <c:v>92537.375612</c:v>
                </c:pt>
                <c:pt idx="1972">
                  <c:v>92894.820011</c:v>
                </c:pt>
                <c:pt idx="1973">
                  <c:v>92992.495935</c:v>
                </c:pt>
                <c:pt idx="1974">
                  <c:v>92842.874623</c:v>
                </c:pt>
                <c:pt idx="1975">
                  <c:v>93088.14708</c:v>
                </c:pt>
                <c:pt idx="1976">
                  <c:v>92869.456553</c:v>
                </c:pt>
                <c:pt idx="1977">
                  <c:v>95336.817122</c:v>
                </c:pt>
                <c:pt idx="1978">
                  <c:v>95446.75194</c:v>
                </c:pt>
                <c:pt idx="1979">
                  <c:v>95188.490968</c:v>
                </c:pt>
                <c:pt idx="1980">
                  <c:v>95357.833767</c:v>
                </c:pt>
                <c:pt idx="1981">
                  <c:v>95071.243485</c:v>
                </c:pt>
                <c:pt idx="1982">
                  <c:v>94499.22157</c:v>
                </c:pt>
                <c:pt idx="1983">
                  <c:v>93822.014593</c:v>
                </c:pt>
                <c:pt idx="1984">
                  <c:v>93811.350636</c:v>
                </c:pt>
                <c:pt idx="1985">
                  <c:v>94365.102398</c:v>
                </c:pt>
                <c:pt idx="1986">
                  <c:v>94138.484634</c:v>
                </c:pt>
                <c:pt idx="1987">
                  <c:v>94680.372085</c:v>
                </c:pt>
                <c:pt idx="1988">
                  <c:v>94839.321877</c:v>
                </c:pt>
                <c:pt idx="1989">
                  <c:v>95153.751927</c:v>
                </c:pt>
                <c:pt idx="1990">
                  <c:v>95103.573923</c:v>
                </c:pt>
                <c:pt idx="1991">
                  <c:v>94970.425599</c:v>
                </c:pt>
                <c:pt idx="1992">
                  <c:v>95113.352795</c:v>
                </c:pt>
                <c:pt idx="1993">
                  <c:v>95320.608098</c:v>
                </c:pt>
                <c:pt idx="1994">
                  <c:v>95319.947219</c:v>
                </c:pt>
                <c:pt idx="1995">
                  <c:v>95131.644562</c:v>
                </c:pt>
                <c:pt idx="1996">
                  <c:v>96893.526148</c:v>
                </c:pt>
                <c:pt idx="1997">
                  <c:v>97006.943656</c:v>
                </c:pt>
                <c:pt idx="1998">
                  <c:v>96546.319896</c:v>
                </c:pt>
                <c:pt idx="1999">
                  <c:v>96739.957569</c:v>
                </c:pt>
                <c:pt idx="2000">
                  <c:v>96618.81439</c:v>
                </c:pt>
                <c:pt idx="2001">
                  <c:v>96269.83852</c:v>
                </c:pt>
                <c:pt idx="2002">
                  <c:v>96529.442986</c:v>
                </c:pt>
                <c:pt idx="2003">
                  <c:v>96737.846242</c:v>
                </c:pt>
                <c:pt idx="2004">
                  <c:v>96708.806283</c:v>
                </c:pt>
                <c:pt idx="2005">
                  <c:v>96321.665482</c:v>
                </c:pt>
                <c:pt idx="2006">
                  <c:v>95898.826756</c:v>
                </c:pt>
                <c:pt idx="2007">
                  <c:v>95801.728346</c:v>
                </c:pt>
                <c:pt idx="2008">
                  <c:v>95632.630429</c:v>
                </c:pt>
                <c:pt idx="2009">
                  <c:v>95911.253205</c:v>
                </c:pt>
                <c:pt idx="2010">
                  <c:v>97912.991345</c:v>
                </c:pt>
                <c:pt idx="2011">
                  <c:v>97886.739483</c:v>
                </c:pt>
                <c:pt idx="2012">
                  <c:v>98275.325121</c:v>
                </c:pt>
                <c:pt idx="2013">
                  <c:v>98488.134317</c:v>
                </c:pt>
                <c:pt idx="2014">
                  <c:v>98458.031991</c:v>
                </c:pt>
                <c:pt idx="2015">
                  <c:v>98484.641397</c:v>
                </c:pt>
                <c:pt idx="2016">
                  <c:v>100626.085293</c:v>
                </c:pt>
                <c:pt idx="2017">
                  <c:v>100619.501679</c:v>
                </c:pt>
                <c:pt idx="2018">
                  <c:v>100381.204053</c:v>
                </c:pt>
                <c:pt idx="2019">
                  <c:v>100213.583375</c:v>
                </c:pt>
                <c:pt idx="2020">
                  <c:v>99985.893309</c:v>
                </c:pt>
                <c:pt idx="2021">
                  <c:v>100142.69124</c:v>
                </c:pt>
                <c:pt idx="2022">
                  <c:v>99480.294527</c:v>
                </c:pt>
                <c:pt idx="2023">
                  <c:v>99651.826229</c:v>
                </c:pt>
                <c:pt idx="2024">
                  <c:v>99684.314083</c:v>
                </c:pt>
                <c:pt idx="2025">
                  <c:v>99970.281567</c:v>
                </c:pt>
                <c:pt idx="2026">
                  <c:v>99970.28049</c:v>
                </c:pt>
                <c:pt idx="2027">
                  <c:v>99773.25998</c:v>
                </c:pt>
                <c:pt idx="2028">
                  <c:v>99998.413148</c:v>
                </c:pt>
                <c:pt idx="2029">
                  <c:v>100249.781793</c:v>
                </c:pt>
                <c:pt idx="2030">
                  <c:v>100301.699863</c:v>
                </c:pt>
                <c:pt idx="2031">
                  <c:v>100107.214736</c:v>
                </c:pt>
                <c:pt idx="2032">
                  <c:v>100408.78821</c:v>
                </c:pt>
                <c:pt idx="2033">
                  <c:v>100352.121798</c:v>
                </c:pt>
                <c:pt idx="2034">
                  <c:v>102371.727924</c:v>
                </c:pt>
                <c:pt idx="2035">
                  <c:v>102103.280008</c:v>
                </c:pt>
                <c:pt idx="2036">
                  <c:v>102254.34165</c:v>
                </c:pt>
                <c:pt idx="2037">
                  <c:v>102162.15334</c:v>
                </c:pt>
                <c:pt idx="2038">
                  <c:v>102217.616585</c:v>
                </c:pt>
                <c:pt idx="2039">
                  <c:v>102385.815012</c:v>
                </c:pt>
                <c:pt idx="2040">
                  <c:v>102370.297258</c:v>
                </c:pt>
                <c:pt idx="2041">
                  <c:v>102003.273842</c:v>
                </c:pt>
                <c:pt idx="2042">
                  <c:v>101734.617223</c:v>
                </c:pt>
                <c:pt idx="2043">
                  <c:v>101507.85628</c:v>
                </c:pt>
                <c:pt idx="2044">
                  <c:v>101733.990326</c:v>
                </c:pt>
                <c:pt idx="2045">
                  <c:v>101674.439786</c:v>
                </c:pt>
                <c:pt idx="2046">
                  <c:v>101420.15449</c:v>
                </c:pt>
                <c:pt idx="2047">
                  <c:v>101345.320339</c:v>
                </c:pt>
                <c:pt idx="2048">
                  <c:v>101568.460983</c:v>
                </c:pt>
                <c:pt idx="2049">
                  <c:v>101614.998741</c:v>
                </c:pt>
                <c:pt idx="2050">
                  <c:v>101663.064398</c:v>
                </c:pt>
                <c:pt idx="2051">
                  <c:v>101671.992126</c:v>
                </c:pt>
                <c:pt idx="2052">
                  <c:v>101562.861967</c:v>
                </c:pt>
                <c:pt idx="2053">
                  <c:v>101898.102479</c:v>
                </c:pt>
                <c:pt idx="2054">
                  <c:v>101917.142184</c:v>
                </c:pt>
                <c:pt idx="2055">
                  <c:v>101934.046336</c:v>
                </c:pt>
                <c:pt idx="2056">
                  <c:v>103821.797965</c:v>
                </c:pt>
                <c:pt idx="2057">
                  <c:v>103858.908921</c:v>
                </c:pt>
                <c:pt idx="2058">
                  <c:v>103649.699031</c:v>
                </c:pt>
                <c:pt idx="2059">
                  <c:v>103896.342334</c:v>
                </c:pt>
                <c:pt idx="2060">
                  <c:v>104086.586019</c:v>
                </c:pt>
                <c:pt idx="2061">
                  <c:v>104021.218837</c:v>
                </c:pt>
                <c:pt idx="2062">
                  <c:v>104174.007738</c:v>
                </c:pt>
                <c:pt idx="2063">
                  <c:v>104137.421033</c:v>
                </c:pt>
                <c:pt idx="2064">
                  <c:v>104060.294961</c:v>
                </c:pt>
                <c:pt idx="2065">
                  <c:v>103661.664239</c:v>
                </c:pt>
                <c:pt idx="2066">
                  <c:v>103606.887656</c:v>
                </c:pt>
                <c:pt idx="2067">
                  <c:v>103700.102735</c:v>
                </c:pt>
                <c:pt idx="2068">
                  <c:v>103698.097528</c:v>
                </c:pt>
                <c:pt idx="2069">
                  <c:v>103826.115129</c:v>
                </c:pt>
                <c:pt idx="2070">
                  <c:v>103850.017815</c:v>
                </c:pt>
                <c:pt idx="2071">
                  <c:v>103908.912091</c:v>
                </c:pt>
                <c:pt idx="2072">
                  <c:v>104291.535042</c:v>
                </c:pt>
                <c:pt idx="2073">
                  <c:v>104700.62561</c:v>
                </c:pt>
                <c:pt idx="2074">
                  <c:v>104683.936578</c:v>
                </c:pt>
                <c:pt idx="2075">
                  <c:v>104852.338275</c:v>
                </c:pt>
                <c:pt idx="2076">
                  <c:v>104797.326951</c:v>
                </c:pt>
                <c:pt idx="2077">
                  <c:v>104577.014749</c:v>
                </c:pt>
                <c:pt idx="2078">
                  <c:v>104758.701774</c:v>
                </c:pt>
                <c:pt idx="2079">
                  <c:v>104387.443747</c:v>
                </c:pt>
                <c:pt idx="2080">
                  <c:v>104085.260312</c:v>
                </c:pt>
                <c:pt idx="2081">
                  <c:v>104237.026767</c:v>
                </c:pt>
                <c:pt idx="2082">
                  <c:v>104309.754031</c:v>
                </c:pt>
                <c:pt idx="2083">
                  <c:v>104499.285638</c:v>
                </c:pt>
                <c:pt idx="2084">
                  <c:v>104549.453977</c:v>
                </c:pt>
                <c:pt idx="2085">
                  <c:v>104427.575764</c:v>
                </c:pt>
                <c:pt idx="2086">
                  <c:v>106081.600282</c:v>
                </c:pt>
                <c:pt idx="2087">
                  <c:v>105823.232985</c:v>
                </c:pt>
                <c:pt idx="2088">
                  <c:v>107872.036204</c:v>
                </c:pt>
                <c:pt idx="2089">
                  <c:v>107952.154388</c:v>
                </c:pt>
                <c:pt idx="2090">
                  <c:v>107829.32317</c:v>
                </c:pt>
                <c:pt idx="2091">
                  <c:v>107619.775381</c:v>
                </c:pt>
                <c:pt idx="2092">
                  <c:v>107430.167061</c:v>
                </c:pt>
                <c:pt idx="2093">
                  <c:v>107404.382632</c:v>
                </c:pt>
                <c:pt idx="2094">
                  <c:v>107576.761663</c:v>
                </c:pt>
                <c:pt idx="2095">
                  <c:v>107467.28142</c:v>
                </c:pt>
                <c:pt idx="2096">
                  <c:v>107767.233816</c:v>
                </c:pt>
                <c:pt idx="2097">
                  <c:v>107381.718092</c:v>
                </c:pt>
                <c:pt idx="2098">
                  <c:v>107226.161428</c:v>
                </c:pt>
                <c:pt idx="2099">
                  <c:v>107338.723582</c:v>
                </c:pt>
                <c:pt idx="2100">
                  <c:v>107672.973806</c:v>
                </c:pt>
                <c:pt idx="2101">
                  <c:v>107601.140578</c:v>
                </c:pt>
                <c:pt idx="2102">
                  <c:v>107801.342681</c:v>
                </c:pt>
                <c:pt idx="2103">
                  <c:v>107633.603772</c:v>
                </c:pt>
                <c:pt idx="2104">
                  <c:v>107856.367982</c:v>
                </c:pt>
                <c:pt idx="2105">
                  <c:v>107038.173508</c:v>
                </c:pt>
                <c:pt idx="2106">
                  <c:v>107205.378945</c:v>
                </c:pt>
                <c:pt idx="2107">
                  <c:v>106909.431744</c:v>
                </c:pt>
                <c:pt idx="2108">
                  <c:v>106757.460476</c:v>
                </c:pt>
                <c:pt idx="2109">
                  <c:v>107011.098332</c:v>
                </c:pt>
                <c:pt idx="2110">
                  <c:v>106797.758016</c:v>
                </c:pt>
                <c:pt idx="2111">
                  <c:v>107084.78422</c:v>
                </c:pt>
                <c:pt idx="2112">
                  <c:v>107024.020854</c:v>
                </c:pt>
                <c:pt idx="2113">
                  <c:v>106696.547539</c:v>
                </c:pt>
                <c:pt idx="2114">
                  <c:v>106469.508343</c:v>
                </c:pt>
                <c:pt idx="2115">
                  <c:v>106646.6463</c:v>
                </c:pt>
                <c:pt idx="2116">
                  <c:v>106753.469823</c:v>
                </c:pt>
                <c:pt idx="2117">
                  <c:v>106882.281202</c:v>
                </c:pt>
                <c:pt idx="2118">
                  <c:v>106922.925281</c:v>
                </c:pt>
                <c:pt idx="2119">
                  <c:v>106794.301651</c:v>
                </c:pt>
                <c:pt idx="2120">
                  <c:v>106546.761442</c:v>
                </c:pt>
                <c:pt idx="2121">
                  <c:v>106835.298966</c:v>
                </c:pt>
                <c:pt idx="2122">
                  <c:v>106464.909681</c:v>
                </c:pt>
                <c:pt idx="2123">
                  <c:v>108061.67875</c:v>
                </c:pt>
                <c:pt idx="2124">
                  <c:v>108086.809605</c:v>
                </c:pt>
                <c:pt idx="2125">
                  <c:v>108259.102433</c:v>
                </c:pt>
                <c:pt idx="2126">
                  <c:v>107951.285976</c:v>
                </c:pt>
                <c:pt idx="2127">
                  <c:v>107706.898207</c:v>
                </c:pt>
                <c:pt idx="2128">
                  <c:v>107474.52954</c:v>
                </c:pt>
                <c:pt idx="2129">
                  <c:v>106792.319129</c:v>
                </c:pt>
                <c:pt idx="2130">
                  <c:v>106476.61582</c:v>
                </c:pt>
                <c:pt idx="2131">
                  <c:v>106310.996235</c:v>
                </c:pt>
                <c:pt idx="2132">
                  <c:v>106619.333562</c:v>
                </c:pt>
                <c:pt idx="2133">
                  <c:v>106658.689775</c:v>
                </c:pt>
                <c:pt idx="2134">
                  <c:v>106167.694045</c:v>
                </c:pt>
                <c:pt idx="2135">
                  <c:v>105474.359251</c:v>
                </c:pt>
                <c:pt idx="2136">
                  <c:v>106041.721421</c:v>
                </c:pt>
                <c:pt idx="2137">
                  <c:v>106549.706111</c:v>
                </c:pt>
                <c:pt idx="2138">
                  <c:v>108358.314495</c:v>
                </c:pt>
                <c:pt idx="2139">
                  <c:v>108362.143584</c:v>
                </c:pt>
                <c:pt idx="2140">
                  <c:v>108374.327568</c:v>
                </c:pt>
                <c:pt idx="2141">
                  <c:v>108473.020624</c:v>
                </c:pt>
                <c:pt idx="2142">
                  <c:v>108321.489061</c:v>
                </c:pt>
                <c:pt idx="2143">
                  <c:v>108043.598869</c:v>
                </c:pt>
                <c:pt idx="2144">
                  <c:v>107859.331279</c:v>
                </c:pt>
                <c:pt idx="2145">
                  <c:v>107362.454577</c:v>
                </c:pt>
                <c:pt idx="2146">
                  <c:v>107894.398518</c:v>
                </c:pt>
                <c:pt idx="2147">
                  <c:v>107826.917112</c:v>
                </c:pt>
                <c:pt idx="2148">
                  <c:v>108081.17608</c:v>
                </c:pt>
                <c:pt idx="2149">
                  <c:v>109821.512632</c:v>
                </c:pt>
                <c:pt idx="2150">
                  <c:v>109653.657413</c:v>
                </c:pt>
                <c:pt idx="2151">
                  <c:v>109686.131469</c:v>
                </c:pt>
                <c:pt idx="2152">
                  <c:v>109134.956829</c:v>
                </c:pt>
                <c:pt idx="2153">
                  <c:v>109440.202889</c:v>
                </c:pt>
                <c:pt idx="2154">
                  <c:v>109333.699928</c:v>
                </c:pt>
                <c:pt idx="2155">
                  <c:v>109567.51993</c:v>
                </c:pt>
                <c:pt idx="2156">
                  <c:v>109611.537081</c:v>
                </c:pt>
                <c:pt idx="2157">
                  <c:v>109585.244381</c:v>
                </c:pt>
                <c:pt idx="2158">
                  <c:v>109421.457616</c:v>
                </c:pt>
                <c:pt idx="2159">
                  <c:v>109246.366886</c:v>
                </c:pt>
                <c:pt idx="2160">
                  <c:v>108988.763143</c:v>
                </c:pt>
                <c:pt idx="2161">
                  <c:v>109056.076545</c:v>
                </c:pt>
                <c:pt idx="2162">
                  <c:v>107965.359153</c:v>
                </c:pt>
                <c:pt idx="2163">
                  <c:v>107799.868427</c:v>
                </c:pt>
                <c:pt idx="2164">
                  <c:v>108276.730041</c:v>
                </c:pt>
                <c:pt idx="2165">
                  <c:v>108410.027692</c:v>
                </c:pt>
                <c:pt idx="2166">
                  <c:v>108844.591561</c:v>
                </c:pt>
                <c:pt idx="2167">
                  <c:v>108806.091673</c:v>
                </c:pt>
                <c:pt idx="2168">
                  <c:v>108474.011357</c:v>
                </c:pt>
                <c:pt idx="2169">
                  <c:v>110372.713444</c:v>
                </c:pt>
                <c:pt idx="2170">
                  <c:v>110505.804142</c:v>
                </c:pt>
                <c:pt idx="2171">
                  <c:v>110797.688588</c:v>
                </c:pt>
                <c:pt idx="2172">
                  <c:v>110792.805313</c:v>
                </c:pt>
                <c:pt idx="2173">
                  <c:v>110860.979561</c:v>
                </c:pt>
                <c:pt idx="2174">
                  <c:v>110789.411116</c:v>
                </c:pt>
                <c:pt idx="2175">
                  <c:v>110963.623921</c:v>
                </c:pt>
                <c:pt idx="2176">
                  <c:v>110955.517874</c:v>
                </c:pt>
                <c:pt idx="2177">
                  <c:v>110938.630847</c:v>
                </c:pt>
                <c:pt idx="2178">
                  <c:v>111216.232988</c:v>
                </c:pt>
                <c:pt idx="2179">
                  <c:v>111186.036123</c:v>
                </c:pt>
                <c:pt idx="2180">
                  <c:v>110946.879303</c:v>
                </c:pt>
                <c:pt idx="2181">
                  <c:v>110965.873592</c:v>
                </c:pt>
                <c:pt idx="2182">
                  <c:v>111066.501217</c:v>
                </c:pt>
                <c:pt idx="2183">
                  <c:v>110716.609042</c:v>
                </c:pt>
                <c:pt idx="2184">
                  <c:v>110872.413155</c:v>
                </c:pt>
                <c:pt idx="2185">
                  <c:v>111151.10813</c:v>
                </c:pt>
                <c:pt idx="2186">
                  <c:v>111151.817057</c:v>
                </c:pt>
                <c:pt idx="2187">
                  <c:v>111126.230242</c:v>
                </c:pt>
                <c:pt idx="2188">
                  <c:v>113485.933731</c:v>
                </c:pt>
                <c:pt idx="2189">
                  <c:v>113589.134212</c:v>
                </c:pt>
                <c:pt idx="2190">
                  <c:v>113871.34103</c:v>
                </c:pt>
                <c:pt idx="2191">
                  <c:v>113732.894299</c:v>
                </c:pt>
                <c:pt idx="2192">
                  <c:v>113915.202894</c:v>
                </c:pt>
                <c:pt idx="2193">
                  <c:v>113659.529979</c:v>
                </c:pt>
                <c:pt idx="2194">
                  <c:v>113754.073982</c:v>
                </c:pt>
                <c:pt idx="2195">
                  <c:v>114077.66016</c:v>
                </c:pt>
                <c:pt idx="2196">
                  <c:v>114062.33298</c:v>
                </c:pt>
                <c:pt idx="2197">
                  <c:v>114236.968113</c:v>
                </c:pt>
                <c:pt idx="2198">
                  <c:v>114461.717107</c:v>
                </c:pt>
                <c:pt idx="2199">
                  <c:v>114522.233811</c:v>
                </c:pt>
                <c:pt idx="2200">
                  <c:v>114229.405176</c:v>
                </c:pt>
                <c:pt idx="2201">
                  <c:v>114507.550596</c:v>
                </c:pt>
                <c:pt idx="2202">
                  <c:v>114860.838352</c:v>
                </c:pt>
                <c:pt idx="2203">
                  <c:v>115147.02226</c:v>
                </c:pt>
                <c:pt idx="2204">
                  <c:v>114945.484031</c:v>
                </c:pt>
                <c:pt idx="2205">
                  <c:v>114752.40061</c:v>
                </c:pt>
                <c:pt idx="2206">
                  <c:v>115020.617034</c:v>
                </c:pt>
                <c:pt idx="2207">
                  <c:v>115002.245603</c:v>
                </c:pt>
                <c:pt idx="2208">
                  <c:v>116998.847942</c:v>
                </c:pt>
                <c:pt idx="2209">
                  <c:v>116995.038437</c:v>
                </c:pt>
                <c:pt idx="2210">
                  <c:v>116750.312135</c:v>
                </c:pt>
                <c:pt idx="2211">
                  <c:v>116759.491547</c:v>
                </c:pt>
                <c:pt idx="2212">
                  <c:v>116810.618581</c:v>
                </c:pt>
                <c:pt idx="2213">
                  <c:v>116592.33864</c:v>
                </c:pt>
                <c:pt idx="2214">
                  <c:v>116483.562676</c:v>
                </c:pt>
                <c:pt idx="2215">
                  <c:v>116445.379537</c:v>
                </c:pt>
                <c:pt idx="2216">
                  <c:v>116450.503033</c:v>
                </c:pt>
                <c:pt idx="2217">
                  <c:v>116316.508427</c:v>
                </c:pt>
                <c:pt idx="2218">
                  <c:v>116417.031011</c:v>
                </c:pt>
                <c:pt idx="2219">
                  <c:v>116429.440348</c:v>
                </c:pt>
                <c:pt idx="2220">
                  <c:v>116558.234001</c:v>
                </c:pt>
                <c:pt idx="2221">
                  <c:v>116396.765812</c:v>
                </c:pt>
                <c:pt idx="2222">
                  <c:v>116399.872402</c:v>
                </c:pt>
                <c:pt idx="2223">
                  <c:v>116358.497518</c:v>
                </c:pt>
                <c:pt idx="2224">
                  <c:v>116075.879867</c:v>
                </c:pt>
                <c:pt idx="2225">
                  <c:v>115999.0339</c:v>
                </c:pt>
                <c:pt idx="2226">
                  <c:v>116125.252022</c:v>
                </c:pt>
                <c:pt idx="2227">
                  <c:v>116011.361493</c:v>
                </c:pt>
                <c:pt idx="2228">
                  <c:v>116174.316715</c:v>
                </c:pt>
                <c:pt idx="2229">
                  <c:v>115889.33759</c:v>
                </c:pt>
                <c:pt idx="2230">
                  <c:v>115655.260583</c:v>
                </c:pt>
                <c:pt idx="2231">
                  <c:v>115815.150093</c:v>
                </c:pt>
                <c:pt idx="2232">
                  <c:v>116097.529175</c:v>
                </c:pt>
                <c:pt idx="2233">
                  <c:v>116121.13439</c:v>
                </c:pt>
                <c:pt idx="2234">
                  <c:v>115943.16183</c:v>
                </c:pt>
                <c:pt idx="2235">
                  <c:v>115752.571879</c:v>
                </c:pt>
                <c:pt idx="2236">
                  <c:v>116164.682634</c:v>
                </c:pt>
                <c:pt idx="2237">
                  <c:v>117381.612274</c:v>
                </c:pt>
                <c:pt idx="2238">
                  <c:v>117413.429084</c:v>
                </c:pt>
                <c:pt idx="2239">
                  <c:v>117429.788571</c:v>
                </c:pt>
                <c:pt idx="2240">
                  <c:v>117736.344841</c:v>
                </c:pt>
                <c:pt idx="2241">
                  <c:v>117631.892066</c:v>
                </c:pt>
                <c:pt idx="2242">
                  <c:v>117543.611649</c:v>
                </c:pt>
                <c:pt idx="2243">
                  <c:v>117800.057365</c:v>
                </c:pt>
                <c:pt idx="2244">
                  <c:v>117736.220597</c:v>
                </c:pt>
                <c:pt idx="2245">
                  <c:v>117359.527774</c:v>
                </c:pt>
                <c:pt idx="2246">
                  <c:v>117402.711039</c:v>
                </c:pt>
                <c:pt idx="2247">
                  <c:v>117407.894044</c:v>
                </c:pt>
                <c:pt idx="2248">
                  <c:v>117321.240193</c:v>
                </c:pt>
                <c:pt idx="2249">
                  <c:v>116814.317667</c:v>
                </c:pt>
                <c:pt idx="2250">
                  <c:v>116771.995725</c:v>
                </c:pt>
                <c:pt idx="2251">
                  <c:v>116588.972439</c:v>
                </c:pt>
                <c:pt idx="2252">
                  <c:v>116604.609866</c:v>
                </c:pt>
                <c:pt idx="2253">
                  <c:v>116610.212866</c:v>
                </c:pt>
                <c:pt idx="2254">
                  <c:v>116702.760984</c:v>
                </c:pt>
                <c:pt idx="2255">
                  <c:v>116787.329307</c:v>
                </c:pt>
                <c:pt idx="2256">
                  <c:v>116714.426315</c:v>
                </c:pt>
                <c:pt idx="2257">
                  <c:v>118121.263681</c:v>
                </c:pt>
                <c:pt idx="2258">
                  <c:v>118218.2435</c:v>
                </c:pt>
                <c:pt idx="2259">
                  <c:v>117997.276676</c:v>
                </c:pt>
                <c:pt idx="2260">
                  <c:v>117821.509256</c:v>
                </c:pt>
                <c:pt idx="2261">
                  <c:v>117455.077546</c:v>
                </c:pt>
                <c:pt idx="2262">
                  <c:v>117399.173587</c:v>
                </c:pt>
                <c:pt idx="2263">
                  <c:v>117498.393224</c:v>
                </c:pt>
                <c:pt idx="2264">
                  <c:v>117367.76225</c:v>
                </c:pt>
                <c:pt idx="2265">
                  <c:v>117172.13962</c:v>
                </c:pt>
                <c:pt idx="2266">
                  <c:v>117104.807656</c:v>
                </c:pt>
                <c:pt idx="2267">
                  <c:v>117047.712542</c:v>
                </c:pt>
                <c:pt idx="2268">
                  <c:v>116831.701079</c:v>
                </c:pt>
                <c:pt idx="2269">
                  <c:v>116545.875358</c:v>
                </c:pt>
                <c:pt idx="2270">
                  <c:v>116447.982475</c:v>
                </c:pt>
                <c:pt idx="2271">
                  <c:v>116285.359326</c:v>
                </c:pt>
                <c:pt idx="2272">
                  <c:v>115999.823925</c:v>
                </c:pt>
                <c:pt idx="2273">
                  <c:v>117195.451838</c:v>
                </c:pt>
                <c:pt idx="2274">
                  <c:v>117447.268923</c:v>
                </c:pt>
                <c:pt idx="2275">
                  <c:v>117416.320499</c:v>
                </c:pt>
                <c:pt idx="2276">
                  <c:v>117912.440605</c:v>
                </c:pt>
                <c:pt idx="2277">
                  <c:v>118032.32926</c:v>
                </c:pt>
                <c:pt idx="2278">
                  <c:v>117987.18671</c:v>
                </c:pt>
                <c:pt idx="2279">
                  <c:v>117737.565783</c:v>
                </c:pt>
                <c:pt idx="2280">
                  <c:v>117561.248617</c:v>
                </c:pt>
                <c:pt idx="2281">
                  <c:v>117471.020581</c:v>
                </c:pt>
                <c:pt idx="2282">
                  <c:v>117027.06263</c:v>
                </c:pt>
                <c:pt idx="2283">
                  <c:v>116503.773099</c:v>
                </c:pt>
                <c:pt idx="2284">
                  <c:v>116600.487157</c:v>
                </c:pt>
                <c:pt idx="2285">
                  <c:v>116520.90986</c:v>
                </c:pt>
                <c:pt idx="2286">
                  <c:v>116110.10698</c:v>
                </c:pt>
                <c:pt idx="2287">
                  <c:v>116011.600724</c:v>
                </c:pt>
                <c:pt idx="2288">
                  <c:v>116564.793776</c:v>
                </c:pt>
                <c:pt idx="2289">
                  <c:v>116781.64903</c:v>
                </c:pt>
                <c:pt idx="2290">
                  <c:v>116722.959081</c:v>
                </c:pt>
                <c:pt idx="2291">
                  <c:v>117238.218429</c:v>
                </c:pt>
                <c:pt idx="2292">
                  <c:v>117400.943325</c:v>
                </c:pt>
                <c:pt idx="2293">
                  <c:v>117323.220752</c:v>
                </c:pt>
                <c:pt idx="2294">
                  <c:v>117186.858849</c:v>
                </c:pt>
                <c:pt idx="2295">
                  <c:v>116936.630994</c:v>
                </c:pt>
                <c:pt idx="2296">
                  <c:v>117368.27408</c:v>
                </c:pt>
                <c:pt idx="2297">
                  <c:v>118545.210697</c:v>
                </c:pt>
                <c:pt idx="2298">
                  <c:v>118835.588263</c:v>
                </c:pt>
                <c:pt idx="2299">
                  <c:v>118643.912217</c:v>
                </c:pt>
                <c:pt idx="2300">
                  <c:v>118470.42434</c:v>
                </c:pt>
                <c:pt idx="2301">
                  <c:v>118391.871425</c:v>
                </c:pt>
                <c:pt idx="2302">
                  <c:v>118332.594006</c:v>
                </c:pt>
                <c:pt idx="2303">
                  <c:v>118334.236911</c:v>
                </c:pt>
                <c:pt idx="2304">
                  <c:v>118355.973459</c:v>
                </c:pt>
                <c:pt idx="2305">
                  <c:v>118295.333186</c:v>
                </c:pt>
                <c:pt idx="2306">
                  <c:v>118400.706761</c:v>
                </c:pt>
                <c:pt idx="2307">
                  <c:v>117797.629583</c:v>
                </c:pt>
                <c:pt idx="2308">
                  <c:v>118237.675832</c:v>
                </c:pt>
                <c:pt idx="2309">
                  <c:v>118308.30492</c:v>
                </c:pt>
                <c:pt idx="2310">
                  <c:v>118454.172653</c:v>
                </c:pt>
                <c:pt idx="2311">
                  <c:v>118378.078475</c:v>
                </c:pt>
                <c:pt idx="2312">
                  <c:v>118617.596003</c:v>
                </c:pt>
                <c:pt idx="2313">
                  <c:v>118753.791645</c:v>
                </c:pt>
                <c:pt idx="2314">
                  <c:v>118727.454277</c:v>
                </c:pt>
                <c:pt idx="2315">
                  <c:v>118693.805398</c:v>
                </c:pt>
                <c:pt idx="2316">
                  <c:v>119963.681104</c:v>
                </c:pt>
                <c:pt idx="2317">
                  <c:v>119859.734169</c:v>
                </c:pt>
                <c:pt idx="2318">
                  <c:v>119636.61551</c:v>
                </c:pt>
                <c:pt idx="2319">
                  <c:v>119566.225625</c:v>
                </c:pt>
                <c:pt idx="2320">
                  <c:v>119603.533331</c:v>
                </c:pt>
                <c:pt idx="2321">
                  <c:v>119571.904005</c:v>
                </c:pt>
                <c:pt idx="2322">
                  <c:v>119332.675377</c:v>
                </c:pt>
                <c:pt idx="2323">
                  <c:v>119062.057905</c:v>
                </c:pt>
                <c:pt idx="2324">
                  <c:v>118998.019874</c:v>
                </c:pt>
                <c:pt idx="2325">
                  <c:v>119022.909057</c:v>
                </c:pt>
                <c:pt idx="2326">
                  <c:v>119005.236579</c:v>
                </c:pt>
                <c:pt idx="2327">
                  <c:v>118773.408347</c:v>
                </c:pt>
                <c:pt idx="2328">
                  <c:v>119042.073156</c:v>
                </c:pt>
                <c:pt idx="2329">
                  <c:v>118980.772356</c:v>
                </c:pt>
                <c:pt idx="2330">
                  <c:v>120065.437938</c:v>
                </c:pt>
                <c:pt idx="2331">
                  <c:v>120108.884467</c:v>
                </c:pt>
                <c:pt idx="2332">
                  <c:v>120298.026311</c:v>
                </c:pt>
                <c:pt idx="2333">
                  <c:v>120269.092497</c:v>
                </c:pt>
                <c:pt idx="2334">
                  <c:v>120713.228197</c:v>
                </c:pt>
                <c:pt idx="2335">
                  <c:v>120734.913849</c:v>
                </c:pt>
                <c:pt idx="2336">
                  <c:v>120801.429233</c:v>
                </c:pt>
                <c:pt idx="2337">
                  <c:v>120889.811888</c:v>
                </c:pt>
                <c:pt idx="2338">
                  <c:v>120803.177155</c:v>
                </c:pt>
                <c:pt idx="2339">
                  <c:v>120855.564827</c:v>
                </c:pt>
                <c:pt idx="2340">
                  <c:v>120994.245428</c:v>
                </c:pt>
                <c:pt idx="2341">
                  <c:v>120901.786176</c:v>
                </c:pt>
                <c:pt idx="2342">
                  <c:v>120979.170414</c:v>
                </c:pt>
                <c:pt idx="2343">
                  <c:v>121002.868003</c:v>
                </c:pt>
                <c:pt idx="2344">
                  <c:v>121149.218172</c:v>
                </c:pt>
                <c:pt idx="2345">
                  <c:v>121302.316947</c:v>
                </c:pt>
                <c:pt idx="2346">
                  <c:v>121583.832218</c:v>
                </c:pt>
                <c:pt idx="2347">
                  <c:v>121367.570599</c:v>
                </c:pt>
                <c:pt idx="2348">
                  <c:v>121479.753998</c:v>
                </c:pt>
                <c:pt idx="2349">
                  <c:v>121449.832871</c:v>
                </c:pt>
                <c:pt idx="2350">
                  <c:v>121326.315319</c:v>
                </c:pt>
                <c:pt idx="2351">
                  <c:v>121086.374649</c:v>
                </c:pt>
                <c:pt idx="2352">
                  <c:v>121119.107816</c:v>
                </c:pt>
                <c:pt idx="2353">
                  <c:v>121033.53951</c:v>
                </c:pt>
                <c:pt idx="2354">
                  <c:v>121306.738244</c:v>
                </c:pt>
                <c:pt idx="2355">
                  <c:v>121228.320394</c:v>
                </c:pt>
                <c:pt idx="2356">
                  <c:v>121321.18066</c:v>
                </c:pt>
                <c:pt idx="2357">
                  <c:v>121356.691029</c:v>
                </c:pt>
                <c:pt idx="2358">
                  <c:v>121221.101574</c:v>
                </c:pt>
                <c:pt idx="2359">
                  <c:v>121198.05449</c:v>
                </c:pt>
                <c:pt idx="2360">
                  <c:v>120814.04586</c:v>
                </c:pt>
                <c:pt idx="2361">
                  <c:v>121134.94243</c:v>
                </c:pt>
                <c:pt idx="2362">
                  <c:v>120725.25443</c:v>
                </c:pt>
                <c:pt idx="2363">
                  <c:v>120537.024814</c:v>
                </c:pt>
                <c:pt idx="2364">
                  <c:v>120522.782069</c:v>
                </c:pt>
                <c:pt idx="2365">
                  <c:v>120344.315204</c:v>
                </c:pt>
                <c:pt idx="2366">
                  <c:v>120206.21719</c:v>
                </c:pt>
                <c:pt idx="2367">
                  <c:v>120309.025846</c:v>
                </c:pt>
                <c:pt idx="2368">
                  <c:v>120585.345316</c:v>
                </c:pt>
                <c:pt idx="2369">
                  <c:v>120568.464373</c:v>
                </c:pt>
                <c:pt idx="2370">
                  <c:v>120669.005545</c:v>
                </c:pt>
                <c:pt idx="2371">
                  <c:v>120870.413975</c:v>
                </c:pt>
                <c:pt idx="2372">
                  <c:v>120642.82777</c:v>
                </c:pt>
                <c:pt idx="2373">
                  <c:v>120534.188159</c:v>
                </c:pt>
                <c:pt idx="2374">
                  <c:v>120510.879784</c:v>
                </c:pt>
                <c:pt idx="2375">
                  <c:v>120248.663742</c:v>
                </c:pt>
                <c:pt idx="2376">
                  <c:v>121457.717173</c:v>
                </c:pt>
                <c:pt idx="2377">
                  <c:v>121363.061928</c:v>
                </c:pt>
                <c:pt idx="2378">
                  <c:v>121418.131257</c:v>
                </c:pt>
                <c:pt idx="2379">
                  <c:v>121222.052803</c:v>
                </c:pt>
                <c:pt idx="2380">
                  <c:v>121258.664556</c:v>
                </c:pt>
                <c:pt idx="2381">
                  <c:v>124637.516971</c:v>
                </c:pt>
                <c:pt idx="2382">
                  <c:v>124836.259279</c:v>
                </c:pt>
                <c:pt idx="2383">
                  <c:v>125041.662167</c:v>
                </c:pt>
                <c:pt idx="2384">
                  <c:v>125233.736799</c:v>
                </c:pt>
                <c:pt idx="2385">
                  <c:v>125172.90683</c:v>
                </c:pt>
                <c:pt idx="2386">
                  <c:v>125033.656077</c:v>
                </c:pt>
                <c:pt idx="2387">
                  <c:v>124366.912584</c:v>
                </c:pt>
                <c:pt idx="2388">
                  <c:v>124441.31331</c:v>
                </c:pt>
                <c:pt idx="2389">
                  <c:v>124642.042265</c:v>
                </c:pt>
                <c:pt idx="2390">
                  <c:v>124640.863306</c:v>
                </c:pt>
                <c:pt idx="2391">
                  <c:v>124701.529674</c:v>
                </c:pt>
                <c:pt idx="2392">
                  <c:v>124825.123114</c:v>
                </c:pt>
                <c:pt idx="2393">
                  <c:v>124817.819257</c:v>
                </c:pt>
                <c:pt idx="2394">
                  <c:v>125041.418659</c:v>
                </c:pt>
                <c:pt idx="2395">
                  <c:v>125159.323245</c:v>
                </c:pt>
                <c:pt idx="2396">
                  <c:v>125094.637915</c:v>
                </c:pt>
                <c:pt idx="2397">
                  <c:v>125181.43857</c:v>
                </c:pt>
                <c:pt idx="2398">
                  <c:v>125150.263647</c:v>
                </c:pt>
                <c:pt idx="2399">
                  <c:v>126922.236186</c:v>
                </c:pt>
                <c:pt idx="2400">
                  <c:v>127182.922893</c:v>
                </c:pt>
                <c:pt idx="2401">
                  <c:v>127233.299417</c:v>
                </c:pt>
                <c:pt idx="2402">
                  <c:v>127052.626654</c:v>
                </c:pt>
                <c:pt idx="2403">
                  <c:v>126894.390619</c:v>
                </c:pt>
                <c:pt idx="2404">
                  <c:v>126580.82114</c:v>
                </c:pt>
                <c:pt idx="2405">
                  <c:v>125810.703912</c:v>
                </c:pt>
                <c:pt idx="2406">
                  <c:v>125631.695189</c:v>
                </c:pt>
                <c:pt idx="2407">
                  <c:v>125710.108396</c:v>
                </c:pt>
                <c:pt idx="2408">
                  <c:v>125802.780515</c:v>
                </c:pt>
                <c:pt idx="2409">
                  <c:v>126014.768988</c:v>
                </c:pt>
                <c:pt idx="2410">
                  <c:v>126161.451306</c:v>
                </c:pt>
                <c:pt idx="2411">
                  <c:v>127433.724603</c:v>
                </c:pt>
                <c:pt idx="2412">
                  <c:v>127828.881105</c:v>
                </c:pt>
                <c:pt idx="2413">
                  <c:v>127749.787615</c:v>
                </c:pt>
                <c:pt idx="2414">
                  <c:v>127573.628533</c:v>
                </c:pt>
                <c:pt idx="2415">
                  <c:v>127600.930518</c:v>
                </c:pt>
                <c:pt idx="2416">
                  <c:v>127376.394037</c:v>
                </c:pt>
                <c:pt idx="2417">
                  <c:v>127606.867981</c:v>
                </c:pt>
                <c:pt idx="2418">
                  <c:v>127586.090753</c:v>
                </c:pt>
                <c:pt idx="2419">
                  <c:v>127579.743487</c:v>
                </c:pt>
                <c:pt idx="2420">
                  <c:v>127536.562569</c:v>
                </c:pt>
                <c:pt idx="2421">
                  <c:v>127672.634417</c:v>
                </c:pt>
                <c:pt idx="2422">
                  <c:v>127797.095658</c:v>
                </c:pt>
                <c:pt idx="2423">
                  <c:v>127594.548916</c:v>
                </c:pt>
                <c:pt idx="2424">
                  <c:v>127241.00434</c:v>
                </c:pt>
                <c:pt idx="2425">
                  <c:v>127168.215705</c:v>
                </c:pt>
                <c:pt idx="2426">
                  <c:v>127197.629801</c:v>
                </c:pt>
                <c:pt idx="2427">
                  <c:v>126545.901538</c:v>
                </c:pt>
                <c:pt idx="2428">
                  <c:v>126609.885457</c:v>
                </c:pt>
                <c:pt idx="2429">
                  <c:v>126392.6917</c:v>
                </c:pt>
                <c:pt idx="2430">
                  <c:v>126457.706782</c:v>
                </c:pt>
                <c:pt idx="2431">
                  <c:v>126767.491185</c:v>
                </c:pt>
                <c:pt idx="2432">
                  <c:v>126801.194491</c:v>
                </c:pt>
                <c:pt idx="2433">
                  <c:v>126553.264774</c:v>
                </c:pt>
                <c:pt idx="2434">
                  <c:v>126505.097551</c:v>
                </c:pt>
                <c:pt idx="2435">
                  <c:v>126684.734018</c:v>
                </c:pt>
                <c:pt idx="2436">
                  <c:v>127969.18887</c:v>
                </c:pt>
                <c:pt idx="2437">
                  <c:v>128079.771034</c:v>
                </c:pt>
                <c:pt idx="2438">
                  <c:v>128241.813013</c:v>
                </c:pt>
                <c:pt idx="2439">
                  <c:v>128129.300434</c:v>
                </c:pt>
                <c:pt idx="2440">
                  <c:v>128468.384131</c:v>
                </c:pt>
                <c:pt idx="2441">
                  <c:v>128692.325899</c:v>
                </c:pt>
                <c:pt idx="2442">
                  <c:v>128534.399363</c:v>
                </c:pt>
                <c:pt idx="2443">
                  <c:v>128475.485086</c:v>
                </c:pt>
                <c:pt idx="2444">
                  <c:v>128195.495261</c:v>
                </c:pt>
                <c:pt idx="2445">
                  <c:v>127922.209864</c:v>
                </c:pt>
                <c:pt idx="2446">
                  <c:v>127568.332112</c:v>
                </c:pt>
                <c:pt idx="2447">
                  <c:v>127585.727889</c:v>
                </c:pt>
                <c:pt idx="2448">
                  <c:v>127564.203388</c:v>
                </c:pt>
                <c:pt idx="2449">
                  <c:v>127774.558383</c:v>
                </c:pt>
                <c:pt idx="2450">
                  <c:v>128074.431881</c:v>
                </c:pt>
                <c:pt idx="2451">
                  <c:v>128141.234567</c:v>
                </c:pt>
                <c:pt idx="2452">
                  <c:v>129273.45164</c:v>
                </c:pt>
                <c:pt idx="2453">
                  <c:v>129073.765325</c:v>
                </c:pt>
                <c:pt idx="2454">
                  <c:v>128976.924294</c:v>
                </c:pt>
                <c:pt idx="2455">
                  <c:v>129100.791191</c:v>
                </c:pt>
                <c:pt idx="2456">
                  <c:v>129286.994073</c:v>
                </c:pt>
                <c:pt idx="2457">
                  <c:v>129339.68525</c:v>
                </c:pt>
                <c:pt idx="2458">
                  <c:v>129710.876215</c:v>
                </c:pt>
                <c:pt idx="2459">
                  <c:v>129712.982169</c:v>
                </c:pt>
                <c:pt idx="2460">
                  <c:v>129612.220635</c:v>
                </c:pt>
                <c:pt idx="2461">
                  <c:v>129670.533291</c:v>
                </c:pt>
                <c:pt idx="2462">
                  <c:v>129614.371856</c:v>
                </c:pt>
                <c:pt idx="2463">
                  <c:v>129505.849632</c:v>
                </c:pt>
                <c:pt idx="2464">
                  <c:v>129593.49524</c:v>
                </c:pt>
                <c:pt idx="2465">
                  <c:v>129452.201887</c:v>
                </c:pt>
                <c:pt idx="2466">
                  <c:v>129486.034597</c:v>
                </c:pt>
                <c:pt idx="2467">
                  <c:v>129563.34599</c:v>
                </c:pt>
                <c:pt idx="2468">
                  <c:v>129593.316493</c:v>
                </c:pt>
                <c:pt idx="2469">
                  <c:v>130089.612564</c:v>
                </c:pt>
                <c:pt idx="2470">
                  <c:v>130281.115297</c:v>
                </c:pt>
                <c:pt idx="2471">
                  <c:v>130331.687518</c:v>
                </c:pt>
                <c:pt idx="2472">
                  <c:v>130210.164621</c:v>
                </c:pt>
                <c:pt idx="2473">
                  <c:v>130431.810808</c:v>
                </c:pt>
                <c:pt idx="2474">
                  <c:v>130646.001938</c:v>
                </c:pt>
                <c:pt idx="2475">
                  <c:v>130549.105786</c:v>
                </c:pt>
                <c:pt idx="2476">
                  <c:v>130454.981111</c:v>
                </c:pt>
                <c:pt idx="2477">
                  <c:v>130474.574952</c:v>
                </c:pt>
                <c:pt idx="2478">
                  <c:v>130499.605995</c:v>
                </c:pt>
                <c:pt idx="2479">
                  <c:v>130578.325006</c:v>
                </c:pt>
                <c:pt idx="2480">
                  <c:v>130370.182624</c:v>
                </c:pt>
                <c:pt idx="2481">
                  <c:v>130468.058274</c:v>
                </c:pt>
                <c:pt idx="2482">
                  <c:v>130350.395181</c:v>
                </c:pt>
                <c:pt idx="2483">
                  <c:v>130390.309714</c:v>
                </c:pt>
                <c:pt idx="2484">
                  <c:v>131937.710776</c:v>
                </c:pt>
                <c:pt idx="2485">
                  <c:v>131699.027896</c:v>
                </c:pt>
                <c:pt idx="2486">
                  <c:v>131803.972813</c:v>
                </c:pt>
                <c:pt idx="2487">
                  <c:v>131569.39506</c:v>
                </c:pt>
                <c:pt idx="2488">
                  <c:v>131602.48093</c:v>
                </c:pt>
                <c:pt idx="2489">
                  <c:v>131548.815456</c:v>
                </c:pt>
                <c:pt idx="2490">
                  <c:v>131726.872437</c:v>
                </c:pt>
                <c:pt idx="2491">
                  <c:v>131325.0191</c:v>
                </c:pt>
                <c:pt idx="2492">
                  <c:v>131326.144963</c:v>
                </c:pt>
                <c:pt idx="2493">
                  <c:v>131237.200396</c:v>
                </c:pt>
                <c:pt idx="2494">
                  <c:v>131318.071839</c:v>
                </c:pt>
                <c:pt idx="2495">
                  <c:v>131565.915319</c:v>
                </c:pt>
                <c:pt idx="2496">
                  <c:v>131431.858469</c:v>
                </c:pt>
                <c:pt idx="2497">
                  <c:v>131314.729322</c:v>
                </c:pt>
                <c:pt idx="2498">
                  <c:v>131011.697084</c:v>
                </c:pt>
                <c:pt idx="2499">
                  <c:v>130835.891681</c:v>
                </c:pt>
                <c:pt idx="2500">
                  <c:v>130912.399921</c:v>
                </c:pt>
                <c:pt idx="2501">
                  <c:v>130891.339792</c:v>
                </c:pt>
                <c:pt idx="2502">
                  <c:v>130826.769861</c:v>
                </c:pt>
                <c:pt idx="2503">
                  <c:v>130968.548725</c:v>
                </c:pt>
                <c:pt idx="2504">
                  <c:v>130846.077051</c:v>
                </c:pt>
                <c:pt idx="2505">
                  <c:v>130957.883846</c:v>
                </c:pt>
                <c:pt idx="2506">
                  <c:v>131014.869149</c:v>
                </c:pt>
                <c:pt idx="2507">
                  <c:v>131014.033905</c:v>
                </c:pt>
                <c:pt idx="2508">
                  <c:v>130831.526082</c:v>
                </c:pt>
                <c:pt idx="2509">
                  <c:v>131068.888048</c:v>
                </c:pt>
                <c:pt idx="2510">
                  <c:v>130507.568358</c:v>
                </c:pt>
                <c:pt idx="2511">
                  <c:v>130424.067375</c:v>
                </c:pt>
                <c:pt idx="2512">
                  <c:v>130331.363291</c:v>
                </c:pt>
                <c:pt idx="2513">
                  <c:v>130383.934968</c:v>
                </c:pt>
                <c:pt idx="2514">
                  <c:v>130460.506633</c:v>
                </c:pt>
                <c:pt idx="2515">
                  <c:v>130292.235781</c:v>
                </c:pt>
                <c:pt idx="2516">
                  <c:v>130278.375768</c:v>
                </c:pt>
                <c:pt idx="2517">
                  <c:v>130577.83529</c:v>
                </c:pt>
                <c:pt idx="2518">
                  <c:v>134229.99062</c:v>
                </c:pt>
                <c:pt idx="2519">
                  <c:v>134101.426858</c:v>
                </c:pt>
                <c:pt idx="2520">
                  <c:v>134201.181135</c:v>
                </c:pt>
                <c:pt idx="2521">
                  <c:v>134030.055629</c:v>
                </c:pt>
                <c:pt idx="2522">
                  <c:v>133479.159493</c:v>
                </c:pt>
                <c:pt idx="2523">
                  <c:v>133246.279304</c:v>
                </c:pt>
                <c:pt idx="2524">
                  <c:v>132943.57008</c:v>
                </c:pt>
                <c:pt idx="2525">
                  <c:v>132962.816506</c:v>
                </c:pt>
                <c:pt idx="2526">
                  <c:v>133141.922123</c:v>
                </c:pt>
                <c:pt idx="2527">
                  <c:v>133355.793519</c:v>
                </c:pt>
                <c:pt idx="2528">
                  <c:v>133579.841423</c:v>
                </c:pt>
                <c:pt idx="2529">
                  <c:v>133566.747733</c:v>
                </c:pt>
                <c:pt idx="2530">
                  <c:v>132938.926566</c:v>
                </c:pt>
                <c:pt idx="2531">
                  <c:v>132937.569733</c:v>
                </c:pt>
                <c:pt idx="2532">
                  <c:v>132873.621523</c:v>
                </c:pt>
                <c:pt idx="2533">
                  <c:v>132899.441918</c:v>
                </c:pt>
                <c:pt idx="2534">
                  <c:v>132974.224707</c:v>
                </c:pt>
                <c:pt idx="2535">
                  <c:v>132975.305067</c:v>
                </c:pt>
                <c:pt idx="2536">
                  <c:v>132853.930415</c:v>
                </c:pt>
                <c:pt idx="2537">
                  <c:v>132957.857919</c:v>
                </c:pt>
                <c:pt idx="2538">
                  <c:v>132858.045816</c:v>
                </c:pt>
                <c:pt idx="2539">
                  <c:v>132795.34363</c:v>
                </c:pt>
                <c:pt idx="2540">
                  <c:v>132820.67199</c:v>
                </c:pt>
                <c:pt idx="2541">
                  <c:v>133001.408953</c:v>
                </c:pt>
                <c:pt idx="2542">
                  <c:v>132932.893198</c:v>
                </c:pt>
                <c:pt idx="2543">
                  <c:v>132850.152773</c:v>
                </c:pt>
                <c:pt idx="2544">
                  <c:v>132928.322899</c:v>
                </c:pt>
                <c:pt idx="2545">
                  <c:v>132997.908069</c:v>
                </c:pt>
                <c:pt idx="2546">
                  <c:v>132802.386914</c:v>
                </c:pt>
                <c:pt idx="2547">
                  <c:v>132865.922274</c:v>
                </c:pt>
                <c:pt idx="2548">
                  <c:v>132819.637476</c:v>
                </c:pt>
                <c:pt idx="2549">
                  <c:v>132089.711612</c:v>
                </c:pt>
                <c:pt idx="2550">
                  <c:v>132087.393011</c:v>
                </c:pt>
                <c:pt idx="2551">
                  <c:v>131959.131295</c:v>
                </c:pt>
                <c:pt idx="2552">
                  <c:v>132050.852872</c:v>
                </c:pt>
                <c:pt idx="2553">
                  <c:v>132083.457364</c:v>
                </c:pt>
                <c:pt idx="2554">
                  <c:v>131949.677241</c:v>
                </c:pt>
                <c:pt idx="2555">
                  <c:v>131571.153383</c:v>
                </c:pt>
                <c:pt idx="2556">
                  <c:v>131472.753735</c:v>
                </c:pt>
                <c:pt idx="2557">
                  <c:v>131501.28084</c:v>
                </c:pt>
                <c:pt idx="2558">
                  <c:v>131605.256354</c:v>
                </c:pt>
                <c:pt idx="2559">
                  <c:v>131765.762274</c:v>
                </c:pt>
                <c:pt idx="2560">
                  <c:v>131957.388684</c:v>
                </c:pt>
                <c:pt idx="2561">
                  <c:v>131677.39822</c:v>
                </c:pt>
                <c:pt idx="2562">
                  <c:v>131596.864432</c:v>
                </c:pt>
                <c:pt idx="2563">
                  <c:v>131506.385871</c:v>
                </c:pt>
                <c:pt idx="2564">
                  <c:v>131513.512441</c:v>
                </c:pt>
                <c:pt idx="2565">
                  <c:v>131506.969788</c:v>
                </c:pt>
                <c:pt idx="2566">
                  <c:v>131435.297011</c:v>
                </c:pt>
                <c:pt idx="2567">
                  <c:v>130968.913805</c:v>
                </c:pt>
                <c:pt idx="2568">
                  <c:v>131128.014226</c:v>
                </c:pt>
                <c:pt idx="2569">
                  <c:v>131235.221918</c:v>
                </c:pt>
                <c:pt idx="2570">
                  <c:v>131191.613458</c:v>
                </c:pt>
                <c:pt idx="2571">
                  <c:v>131367.150453</c:v>
                </c:pt>
                <c:pt idx="2572">
                  <c:v>131681.340533</c:v>
                </c:pt>
                <c:pt idx="2573">
                  <c:v>131897.287931</c:v>
                </c:pt>
                <c:pt idx="2574">
                  <c:v>131965.960305</c:v>
                </c:pt>
                <c:pt idx="2575">
                  <c:v>131990.602071</c:v>
                </c:pt>
                <c:pt idx="2576">
                  <c:v>131965.626748</c:v>
                </c:pt>
                <c:pt idx="2577">
                  <c:v>131975.457791</c:v>
                </c:pt>
                <c:pt idx="2578">
                  <c:v>131771.55922</c:v>
                </c:pt>
                <c:pt idx="2579">
                  <c:v>131812.651174</c:v>
                </c:pt>
                <c:pt idx="2580">
                  <c:v>131718.504912</c:v>
                </c:pt>
                <c:pt idx="2581">
                  <c:v>131627.392983</c:v>
                </c:pt>
                <c:pt idx="2582">
                  <c:v>131787.47254</c:v>
                </c:pt>
                <c:pt idx="2583">
                  <c:v>131843.847487</c:v>
                </c:pt>
                <c:pt idx="2584">
                  <c:v>131972.175532</c:v>
                </c:pt>
                <c:pt idx="2585">
                  <c:v>131571.929125</c:v>
                </c:pt>
                <c:pt idx="2586">
                  <c:v>131544.192261</c:v>
                </c:pt>
                <c:pt idx="2587">
                  <c:v>131465.560723</c:v>
                </c:pt>
                <c:pt idx="2588">
                  <c:v>131062.646812</c:v>
                </c:pt>
                <c:pt idx="2589">
                  <c:v>131101.775749</c:v>
                </c:pt>
                <c:pt idx="2590">
                  <c:v>131611.094311</c:v>
                </c:pt>
                <c:pt idx="2591">
                  <c:v>132268.863066</c:v>
                </c:pt>
                <c:pt idx="2592">
                  <c:v>132595.293233</c:v>
                </c:pt>
                <c:pt idx="2593">
                  <c:v>131997.853035</c:v>
                </c:pt>
                <c:pt idx="2594">
                  <c:v>131685.304677</c:v>
                </c:pt>
                <c:pt idx="2595">
                  <c:v>131685.708951</c:v>
                </c:pt>
                <c:pt idx="2596">
                  <c:v>131524.865881</c:v>
                </c:pt>
                <c:pt idx="2597">
                  <c:v>131487.411624</c:v>
                </c:pt>
                <c:pt idx="2598">
                  <c:v>131656.982965</c:v>
                </c:pt>
                <c:pt idx="2599">
                  <c:v>132116.959025</c:v>
                </c:pt>
                <c:pt idx="2600">
                  <c:v>132404.816625</c:v>
                </c:pt>
                <c:pt idx="2601">
                  <c:v>132483.897344</c:v>
                </c:pt>
                <c:pt idx="2602">
                  <c:v>133158.85603</c:v>
                </c:pt>
                <c:pt idx="2603">
                  <c:v>133460.451336</c:v>
                </c:pt>
                <c:pt idx="2604">
                  <c:v>133696.653791</c:v>
                </c:pt>
                <c:pt idx="2605">
                  <c:v>134032.314863</c:v>
                </c:pt>
                <c:pt idx="2606">
                  <c:v>134118.448977</c:v>
                </c:pt>
                <c:pt idx="2607">
                  <c:v>132990.752414</c:v>
                </c:pt>
                <c:pt idx="2608">
                  <c:v>133121.882283</c:v>
                </c:pt>
                <c:pt idx="2609">
                  <c:v>132987.645291</c:v>
                </c:pt>
                <c:pt idx="2610">
                  <c:v>135184.498077</c:v>
                </c:pt>
                <c:pt idx="2611">
                  <c:v>135278.500209</c:v>
                </c:pt>
                <c:pt idx="2612">
                  <c:v>135526.82067</c:v>
                </c:pt>
                <c:pt idx="2613">
                  <c:v>135805.597061</c:v>
                </c:pt>
                <c:pt idx="2614">
                  <c:v>135771.676667</c:v>
                </c:pt>
                <c:pt idx="2615">
                  <c:v>135963.251768</c:v>
                </c:pt>
                <c:pt idx="2616">
                  <c:v>136203.846801</c:v>
                </c:pt>
                <c:pt idx="2617">
                  <c:v>136136.381799</c:v>
                </c:pt>
                <c:pt idx="2618">
                  <c:v>135573.683012</c:v>
                </c:pt>
                <c:pt idx="2619">
                  <c:v>135539.533144</c:v>
                </c:pt>
                <c:pt idx="2620">
                  <c:v>135668.630366</c:v>
                </c:pt>
                <c:pt idx="2621">
                  <c:v>135767.112858</c:v>
                </c:pt>
                <c:pt idx="2622">
                  <c:v>135824.712941</c:v>
                </c:pt>
                <c:pt idx="2623">
                  <c:v>135654.953736</c:v>
                </c:pt>
                <c:pt idx="2624">
                  <c:v>135804.136322</c:v>
                </c:pt>
                <c:pt idx="2625">
                  <c:v>135839.726042</c:v>
                </c:pt>
                <c:pt idx="2626">
                  <c:v>135671.267555</c:v>
                </c:pt>
                <c:pt idx="2627">
                  <c:v>135165.923152</c:v>
                </c:pt>
                <c:pt idx="2628">
                  <c:v>135237.092124</c:v>
                </c:pt>
                <c:pt idx="2629">
                  <c:v>135177.601809</c:v>
                </c:pt>
                <c:pt idx="2630">
                  <c:v>135248.841412</c:v>
                </c:pt>
                <c:pt idx="2631">
                  <c:v>135625.47238</c:v>
                </c:pt>
                <c:pt idx="2632">
                  <c:v>135736.400969</c:v>
                </c:pt>
                <c:pt idx="2633">
                  <c:v>135880.169662</c:v>
                </c:pt>
                <c:pt idx="2634">
                  <c:v>136121.218456</c:v>
                </c:pt>
                <c:pt idx="2635">
                  <c:v>136287.02349</c:v>
                </c:pt>
                <c:pt idx="2636">
                  <c:v>136083.613874</c:v>
                </c:pt>
                <c:pt idx="2637">
                  <c:v>136268.917974</c:v>
                </c:pt>
                <c:pt idx="2638">
                  <c:v>136409.095893</c:v>
                </c:pt>
                <c:pt idx="2639">
                  <c:v>136406.388903</c:v>
                </c:pt>
                <c:pt idx="2640">
                  <c:v>137029.282632</c:v>
                </c:pt>
                <c:pt idx="2641">
                  <c:v>136745.79226</c:v>
                </c:pt>
                <c:pt idx="2642">
                  <c:v>137230.484954</c:v>
                </c:pt>
                <c:pt idx="2643">
                  <c:v>137355.558938</c:v>
                </c:pt>
                <c:pt idx="2644">
                  <c:v>137344.174891</c:v>
                </c:pt>
                <c:pt idx="2645">
                  <c:v>136994.151469</c:v>
                </c:pt>
                <c:pt idx="2646">
                  <c:v>136626.948577</c:v>
                </c:pt>
                <c:pt idx="2647">
                  <c:v>136722.62671</c:v>
                </c:pt>
                <c:pt idx="2648">
                  <c:v>136861.55345</c:v>
                </c:pt>
                <c:pt idx="2649">
                  <c:v>136903.449326</c:v>
                </c:pt>
                <c:pt idx="2650">
                  <c:v>136106.981786</c:v>
                </c:pt>
                <c:pt idx="2651">
                  <c:v>136322.377097</c:v>
                </c:pt>
                <c:pt idx="2652">
                  <c:v>136539.516554</c:v>
                </c:pt>
                <c:pt idx="2653">
                  <c:v>136581.221842</c:v>
                </c:pt>
                <c:pt idx="2654">
                  <c:v>136578.555508</c:v>
                </c:pt>
                <c:pt idx="2655">
                  <c:v>136851.395969</c:v>
                </c:pt>
                <c:pt idx="2656">
                  <c:v>137037.812302</c:v>
                </c:pt>
                <c:pt idx="2657">
                  <c:v>137046.605865</c:v>
                </c:pt>
                <c:pt idx="2658">
                  <c:v>137000.893779</c:v>
                </c:pt>
                <c:pt idx="2659">
                  <c:v>136835.595477</c:v>
                </c:pt>
                <c:pt idx="2660">
                  <c:v>136921.748792</c:v>
                </c:pt>
                <c:pt idx="2661">
                  <c:v>137177.006508</c:v>
                </c:pt>
                <c:pt idx="2662">
                  <c:v>137603.031947</c:v>
                </c:pt>
                <c:pt idx="2663">
                  <c:v>137512.839073</c:v>
                </c:pt>
                <c:pt idx="2664">
                  <c:v>137450.621236</c:v>
                </c:pt>
                <c:pt idx="2665">
                  <c:v>137182.432168</c:v>
                </c:pt>
                <c:pt idx="2666">
                  <c:v>137175.531119</c:v>
                </c:pt>
                <c:pt idx="2667">
                  <c:v>137705.226165</c:v>
                </c:pt>
                <c:pt idx="2668">
                  <c:v>136962.445473</c:v>
                </c:pt>
                <c:pt idx="2669">
                  <c:v>137070.372839</c:v>
                </c:pt>
                <c:pt idx="2670">
                  <c:v>136693.831213</c:v>
                </c:pt>
                <c:pt idx="2671">
                  <c:v>136666.598902</c:v>
                </c:pt>
                <c:pt idx="2672">
                  <c:v>136609.236305</c:v>
                </c:pt>
                <c:pt idx="2673">
                  <c:v>136757.064473</c:v>
                </c:pt>
                <c:pt idx="2674">
                  <c:v>136539.68955</c:v>
                </c:pt>
                <c:pt idx="2675">
                  <c:v>136816.444793</c:v>
                </c:pt>
                <c:pt idx="2676">
                  <c:v>137013.615014</c:v>
                </c:pt>
                <c:pt idx="2677">
                  <c:v>136528.46102</c:v>
                </c:pt>
                <c:pt idx="2678">
                  <c:v>136834.657019</c:v>
                </c:pt>
                <c:pt idx="2679">
                  <c:v>136643.765844</c:v>
                </c:pt>
                <c:pt idx="2680">
                  <c:v>136493.288569</c:v>
                </c:pt>
                <c:pt idx="2681">
                  <c:v>136154.073083</c:v>
                </c:pt>
                <c:pt idx="2682">
                  <c:v>136237.685661</c:v>
                </c:pt>
                <c:pt idx="2683">
                  <c:v>136365.629263</c:v>
                </c:pt>
                <c:pt idx="2684">
                  <c:v>136506.514999</c:v>
                </c:pt>
                <c:pt idx="2685">
                  <c:v>136398.137193</c:v>
                </c:pt>
                <c:pt idx="2686">
                  <c:v>135614.750431</c:v>
                </c:pt>
                <c:pt idx="2687">
                  <c:v>135643.18478</c:v>
                </c:pt>
                <c:pt idx="2688">
                  <c:v>135633.133919</c:v>
                </c:pt>
                <c:pt idx="2689">
                  <c:v>135557.158231</c:v>
                </c:pt>
                <c:pt idx="2690">
                  <c:v>136002.703592</c:v>
                </c:pt>
                <c:pt idx="2691">
                  <c:v>136599.371573</c:v>
                </c:pt>
                <c:pt idx="2692">
                  <c:v>136693.219718</c:v>
                </c:pt>
                <c:pt idx="2693">
                  <c:v>136543.806626</c:v>
                </c:pt>
                <c:pt idx="2694">
                  <c:v>136527.157573</c:v>
                </c:pt>
                <c:pt idx="2695">
                  <c:v>136440.697301</c:v>
                </c:pt>
                <c:pt idx="2696">
                  <c:v>136583.911153</c:v>
                </c:pt>
                <c:pt idx="2697">
                  <c:v>136868.14273</c:v>
                </c:pt>
                <c:pt idx="2698">
                  <c:v>136350.49504</c:v>
                </c:pt>
                <c:pt idx="2699">
                  <c:v>136617.917747</c:v>
                </c:pt>
                <c:pt idx="2700">
                  <c:v>136512.296049</c:v>
                </c:pt>
                <c:pt idx="2701">
                  <c:v>136879.40683</c:v>
                </c:pt>
                <c:pt idx="2702">
                  <c:v>136943.757612</c:v>
                </c:pt>
                <c:pt idx="2703">
                  <c:v>136517.26784</c:v>
                </c:pt>
                <c:pt idx="2704">
                  <c:v>136780.007579</c:v>
                </c:pt>
                <c:pt idx="2705">
                  <c:v>136602.430457</c:v>
                </c:pt>
                <c:pt idx="2706">
                  <c:v>136308.26419</c:v>
                </c:pt>
                <c:pt idx="2707">
                  <c:v>136002.730263</c:v>
                </c:pt>
                <c:pt idx="2708">
                  <c:v>135357.390083</c:v>
                </c:pt>
                <c:pt idx="2709">
                  <c:v>134944.381155</c:v>
                </c:pt>
                <c:pt idx="2710">
                  <c:v>134948.698253</c:v>
                </c:pt>
                <c:pt idx="2711">
                  <c:v>135111.110648</c:v>
                </c:pt>
                <c:pt idx="2712">
                  <c:v>134792.641482</c:v>
                </c:pt>
                <c:pt idx="2713">
                  <c:v>135019.852802</c:v>
                </c:pt>
                <c:pt idx="2714">
                  <c:v>135052.000212</c:v>
                </c:pt>
                <c:pt idx="2715">
                  <c:v>137454.653088</c:v>
                </c:pt>
                <c:pt idx="2716">
                  <c:v>137094.952104</c:v>
                </c:pt>
                <c:pt idx="2717">
                  <c:v>136947.530963</c:v>
                </c:pt>
                <c:pt idx="2718">
                  <c:v>137130.746812</c:v>
                </c:pt>
                <c:pt idx="2719">
                  <c:v>136991.764481</c:v>
                </c:pt>
                <c:pt idx="2720">
                  <c:v>137028.319823</c:v>
                </c:pt>
                <c:pt idx="2721">
                  <c:v>137040.875564</c:v>
                </c:pt>
                <c:pt idx="2722">
                  <c:v>137148.495247</c:v>
                </c:pt>
                <c:pt idx="2723">
                  <c:v>137085.607901</c:v>
                </c:pt>
                <c:pt idx="2724">
                  <c:v>137326.27997</c:v>
                </c:pt>
                <c:pt idx="2725">
                  <c:v>138333.026429</c:v>
                </c:pt>
                <c:pt idx="2726">
                  <c:v>138701.54593</c:v>
                </c:pt>
                <c:pt idx="2727">
                  <c:v>138436.86952</c:v>
                </c:pt>
                <c:pt idx="2728">
                  <c:v>138383.184026</c:v>
                </c:pt>
                <c:pt idx="2729">
                  <c:v>138481.636967</c:v>
                </c:pt>
                <c:pt idx="2730">
                  <c:v>138477.106</c:v>
                </c:pt>
                <c:pt idx="2731">
                  <c:v>138594.507368</c:v>
                </c:pt>
                <c:pt idx="2732">
                  <c:v>137948.177354</c:v>
                </c:pt>
                <c:pt idx="2733">
                  <c:v>137845.227306</c:v>
                </c:pt>
                <c:pt idx="2734">
                  <c:v>137444.598012</c:v>
                </c:pt>
                <c:pt idx="2735">
                  <c:v>137380.690769</c:v>
                </c:pt>
                <c:pt idx="2736">
                  <c:v>137387.397556</c:v>
                </c:pt>
                <c:pt idx="2737">
                  <c:v>139724.145916</c:v>
                </c:pt>
                <c:pt idx="2738">
                  <c:v>139466.176984</c:v>
                </c:pt>
                <c:pt idx="2739">
                  <c:v>139342.757674</c:v>
                </c:pt>
                <c:pt idx="2740">
                  <c:v>139197.29303</c:v>
                </c:pt>
                <c:pt idx="2741">
                  <c:v>138807.710065</c:v>
                </c:pt>
                <c:pt idx="2742">
                  <c:v>138906.750595</c:v>
                </c:pt>
                <c:pt idx="2743">
                  <c:v>138441.961214</c:v>
                </c:pt>
                <c:pt idx="2744">
                  <c:v>138534.642867</c:v>
                </c:pt>
                <c:pt idx="2745">
                  <c:v>138594.912579</c:v>
                </c:pt>
                <c:pt idx="2746">
                  <c:v>138984.445575</c:v>
                </c:pt>
                <c:pt idx="2747">
                  <c:v>139195.770055</c:v>
                </c:pt>
                <c:pt idx="2748">
                  <c:v>139375.084145</c:v>
                </c:pt>
                <c:pt idx="2749">
                  <c:v>138918.913647</c:v>
                </c:pt>
                <c:pt idx="2750">
                  <c:v>139983.208921</c:v>
                </c:pt>
                <c:pt idx="2751">
                  <c:v>140223.435128</c:v>
                </c:pt>
                <c:pt idx="2752">
                  <c:v>141021.409719</c:v>
                </c:pt>
                <c:pt idx="2753">
                  <c:v>141440.682425</c:v>
                </c:pt>
                <c:pt idx="2754">
                  <c:v>143362.983333</c:v>
                </c:pt>
                <c:pt idx="2755">
                  <c:v>143824.638401</c:v>
                </c:pt>
                <c:pt idx="2756">
                  <c:v>144331.075542</c:v>
                </c:pt>
                <c:pt idx="2757">
                  <c:v>145200.781985</c:v>
                </c:pt>
                <c:pt idx="2758">
                  <c:v>144875.49139</c:v>
                </c:pt>
                <c:pt idx="2759">
                  <c:v>145726.946426</c:v>
                </c:pt>
                <c:pt idx="2760">
                  <c:v>144901.744698</c:v>
                </c:pt>
                <c:pt idx="2761">
                  <c:v>145111.840679</c:v>
                </c:pt>
                <c:pt idx="2762">
                  <c:v>144825.458873</c:v>
                </c:pt>
                <c:pt idx="2763">
                  <c:v>145276.13302</c:v>
                </c:pt>
                <c:pt idx="2764">
                  <c:v>145322.65878</c:v>
                </c:pt>
                <c:pt idx="2765">
                  <c:v>145506.762776</c:v>
                </c:pt>
                <c:pt idx="2766">
                  <c:v>145526.971839</c:v>
                </c:pt>
                <c:pt idx="2767">
                  <c:v>145328.245688</c:v>
                </c:pt>
                <c:pt idx="2768">
                  <c:v>145130.47908</c:v>
                </c:pt>
                <c:pt idx="2769">
                  <c:v>144358.843914</c:v>
                </c:pt>
                <c:pt idx="2770">
                  <c:v>144194.177449</c:v>
                </c:pt>
                <c:pt idx="2771">
                  <c:v>143876.211267</c:v>
                </c:pt>
                <c:pt idx="2772">
                  <c:v>143680.4341</c:v>
                </c:pt>
                <c:pt idx="2773">
                  <c:v>144064.108352</c:v>
                </c:pt>
                <c:pt idx="2774">
                  <c:v>146918.954938</c:v>
                </c:pt>
                <c:pt idx="2775">
                  <c:v>147314.578771</c:v>
                </c:pt>
                <c:pt idx="2776">
                  <c:v>147067.672206</c:v>
                </c:pt>
                <c:pt idx="2777">
                  <c:v>147579.243676</c:v>
                </c:pt>
                <c:pt idx="2778">
                  <c:v>147345.280256</c:v>
                </c:pt>
                <c:pt idx="2779">
                  <c:v>147130.760937</c:v>
                </c:pt>
                <c:pt idx="2780">
                  <c:v>146794.448066</c:v>
                </c:pt>
                <c:pt idx="2781">
                  <c:v>147046.704279</c:v>
                </c:pt>
                <c:pt idx="2782">
                  <c:v>146695.588754</c:v>
                </c:pt>
                <c:pt idx="2783">
                  <c:v>146546.425973</c:v>
                </c:pt>
                <c:pt idx="2784">
                  <c:v>146550.904536</c:v>
                </c:pt>
                <c:pt idx="2785">
                  <c:v>146699.838446</c:v>
                </c:pt>
                <c:pt idx="2786">
                  <c:v>146834.969765</c:v>
                </c:pt>
                <c:pt idx="2787">
                  <c:v>146902.976909</c:v>
                </c:pt>
                <c:pt idx="2788">
                  <c:v>146162.644989</c:v>
                </c:pt>
                <c:pt idx="2789">
                  <c:v>146077.828488</c:v>
                </c:pt>
                <c:pt idx="2790">
                  <c:v>145312.828456</c:v>
                </c:pt>
                <c:pt idx="2791">
                  <c:v>145691.075344</c:v>
                </c:pt>
                <c:pt idx="2792">
                  <c:v>145496.333765</c:v>
                </c:pt>
                <c:pt idx="2793">
                  <c:v>145784.082923</c:v>
                </c:pt>
                <c:pt idx="2794">
                  <c:v>145948.188603</c:v>
                </c:pt>
                <c:pt idx="2795">
                  <c:v>148850.851639</c:v>
                </c:pt>
                <c:pt idx="2796">
                  <c:v>149055.263288</c:v>
                </c:pt>
                <c:pt idx="2797">
                  <c:v>148983.7832</c:v>
                </c:pt>
                <c:pt idx="2798">
                  <c:v>149317.310193</c:v>
                </c:pt>
                <c:pt idx="2799">
                  <c:v>149475.212448</c:v>
                </c:pt>
                <c:pt idx="2800">
                  <c:v>149687.815755</c:v>
                </c:pt>
                <c:pt idx="2801">
                  <c:v>149808.564078</c:v>
                </c:pt>
                <c:pt idx="2802">
                  <c:v>150143.044116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95788543"/>
        <c:axId val="695790943"/>
      </c:area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累计收益率</c:v>
                </c:pt>
              </c:strCache>
            </c:strRef>
          </c:tx>
          <c:spPr>
            <a:ln w="3175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Sheet1!$A$2:$A$2804</c:f>
              <c:numCache>
                <c:formatCode>yyyy/m/d</c:formatCode>
                <c:ptCount val="2803"/>
                <c:pt idx="0" c:formatCode="yyyy/m/d">
                  <c:v>41430</c:v>
                </c:pt>
                <c:pt idx="1" c:formatCode="yyyy/m/d">
                  <c:v>41431</c:v>
                </c:pt>
                <c:pt idx="2" c:formatCode="yyyy/m/d">
                  <c:v>41432</c:v>
                </c:pt>
                <c:pt idx="3" c:formatCode="yyyy/m/d">
                  <c:v>41438</c:v>
                </c:pt>
                <c:pt idx="4" c:formatCode="yyyy/m/d">
                  <c:v>41439</c:v>
                </c:pt>
                <c:pt idx="5" c:formatCode="yyyy/m/d">
                  <c:v>41442</c:v>
                </c:pt>
                <c:pt idx="6" c:formatCode="yyyy/m/d">
                  <c:v>41443</c:v>
                </c:pt>
                <c:pt idx="7" c:formatCode="yyyy/m/d">
                  <c:v>41444</c:v>
                </c:pt>
                <c:pt idx="8" c:formatCode="yyyy/m/d">
                  <c:v>41445</c:v>
                </c:pt>
                <c:pt idx="9" c:formatCode="yyyy/m/d">
                  <c:v>41446</c:v>
                </c:pt>
                <c:pt idx="10" c:formatCode="yyyy/m/d">
                  <c:v>41449</c:v>
                </c:pt>
                <c:pt idx="11" c:formatCode="yyyy/m/d">
                  <c:v>41450</c:v>
                </c:pt>
                <c:pt idx="12" c:formatCode="yyyy/m/d">
                  <c:v>41451</c:v>
                </c:pt>
                <c:pt idx="13" c:formatCode="yyyy/m/d">
                  <c:v>41452</c:v>
                </c:pt>
                <c:pt idx="14" c:formatCode="yyyy/m/d">
                  <c:v>41453</c:v>
                </c:pt>
                <c:pt idx="15" c:formatCode="yyyy/m/d">
                  <c:v>41456</c:v>
                </c:pt>
                <c:pt idx="16" c:formatCode="yyyy/m/d">
                  <c:v>41457</c:v>
                </c:pt>
                <c:pt idx="17" c:formatCode="yyyy/m/d">
                  <c:v>41458</c:v>
                </c:pt>
                <c:pt idx="18" c:formatCode="yyyy/m/d">
                  <c:v>41459</c:v>
                </c:pt>
                <c:pt idx="19" c:formatCode="yyyy/m/d">
                  <c:v>41460</c:v>
                </c:pt>
                <c:pt idx="20" c:formatCode="yyyy/m/d">
                  <c:v>41463</c:v>
                </c:pt>
                <c:pt idx="21" c:formatCode="yyyy/m/d">
                  <c:v>41464</c:v>
                </c:pt>
                <c:pt idx="22" c:formatCode="yyyy/m/d">
                  <c:v>41465</c:v>
                </c:pt>
                <c:pt idx="23" c:formatCode="yyyy/m/d">
                  <c:v>41466</c:v>
                </c:pt>
                <c:pt idx="24" c:formatCode="yyyy/m/d">
                  <c:v>41467</c:v>
                </c:pt>
                <c:pt idx="25" c:formatCode="yyyy/m/d">
                  <c:v>41470</c:v>
                </c:pt>
                <c:pt idx="26" c:formatCode="yyyy/m/d">
                  <c:v>41471</c:v>
                </c:pt>
                <c:pt idx="27" c:formatCode="yyyy/m/d">
                  <c:v>41472</c:v>
                </c:pt>
                <c:pt idx="28" c:formatCode="yyyy/m/d">
                  <c:v>41473</c:v>
                </c:pt>
                <c:pt idx="29" c:formatCode="yyyy/m/d">
                  <c:v>41474</c:v>
                </c:pt>
                <c:pt idx="30" c:formatCode="yyyy/m/d">
                  <c:v>41477</c:v>
                </c:pt>
                <c:pt idx="31" c:formatCode="yyyy/m/d">
                  <c:v>41478</c:v>
                </c:pt>
                <c:pt idx="32" c:formatCode="yyyy/m/d">
                  <c:v>41479</c:v>
                </c:pt>
                <c:pt idx="33" c:formatCode="yyyy/m/d">
                  <c:v>41480</c:v>
                </c:pt>
                <c:pt idx="34" c:formatCode="yyyy/m/d">
                  <c:v>41481</c:v>
                </c:pt>
                <c:pt idx="35" c:formatCode="yyyy/m/d">
                  <c:v>41484</c:v>
                </c:pt>
                <c:pt idx="36" c:formatCode="yyyy/m/d">
                  <c:v>41485</c:v>
                </c:pt>
                <c:pt idx="37" c:formatCode="yyyy/m/d">
                  <c:v>41486</c:v>
                </c:pt>
                <c:pt idx="38" c:formatCode="yyyy/m/d">
                  <c:v>41487</c:v>
                </c:pt>
                <c:pt idx="39" c:formatCode="yyyy/m/d">
                  <c:v>41488</c:v>
                </c:pt>
                <c:pt idx="40" c:formatCode="yyyy/m/d">
                  <c:v>41491</c:v>
                </c:pt>
                <c:pt idx="41" c:formatCode="yyyy/m/d">
                  <c:v>41492</c:v>
                </c:pt>
                <c:pt idx="42" c:formatCode="yyyy/m/d">
                  <c:v>41493</c:v>
                </c:pt>
                <c:pt idx="43" c:formatCode="yyyy/m/d">
                  <c:v>41494</c:v>
                </c:pt>
                <c:pt idx="44" c:formatCode="yyyy/m/d">
                  <c:v>41495</c:v>
                </c:pt>
                <c:pt idx="45" c:formatCode="yyyy/m/d">
                  <c:v>41498</c:v>
                </c:pt>
                <c:pt idx="46" c:formatCode="yyyy/m/d">
                  <c:v>41499</c:v>
                </c:pt>
                <c:pt idx="47" c:formatCode="yyyy/m/d">
                  <c:v>41500</c:v>
                </c:pt>
                <c:pt idx="48" c:formatCode="yyyy/m/d">
                  <c:v>41501</c:v>
                </c:pt>
                <c:pt idx="49" c:formatCode="yyyy/m/d">
                  <c:v>41502</c:v>
                </c:pt>
                <c:pt idx="50" c:formatCode="yyyy/m/d">
                  <c:v>41505</c:v>
                </c:pt>
                <c:pt idx="51" c:formatCode="yyyy/m/d">
                  <c:v>41506</c:v>
                </c:pt>
                <c:pt idx="52" c:formatCode="yyyy/m/d">
                  <c:v>41507</c:v>
                </c:pt>
                <c:pt idx="53" c:formatCode="yyyy/m/d">
                  <c:v>41508</c:v>
                </c:pt>
                <c:pt idx="54" c:formatCode="yyyy/m/d">
                  <c:v>41509</c:v>
                </c:pt>
                <c:pt idx="55" c:formatCode="yyyy/m/d">
                  <c:v>41512</c:v>
                </c:pt>
                <c:pt idx="56" c:formatCode="yyyy/m/d">
                  <c:v>41513</c:v>
                </c:pt>
                <c:pt idx="57" c:formatCode="yyyy/m/d">
                  <c:v>41514</c:v>
                </c:pt>
                <c:pt idx="58" c:formatCode="yyyy/m/d">
                  <c:v>41515</c:v>
                </c:pt>
                <c:pt idx="59" c:formatCode="yyyy/m/d">
                  <c:v>41516</c:v>
                </c:pt>
                <c:pt idx="60" c:formatCode="yyyy/m/d">
                  <c:v>41519</c:v>
                </c:pt>
                <c:pt idx="61" c:formatCode="yyyy/m/d">
                  <c:v>41520</c:v>
                </c:pt>
                <c:pt idx="62" c:formatCode="yyyy/m/d">
                  <c:v>41521</c:v>
                </c:pt>
                <c:pt idx="63" c:formatCode="yyyy/m/d">
                  <c:v>41522</c:v>
                </c:pt>
                <c:pt idx="64" c:formatCode="yyyy/m/d">
                  <c:v>41523</c:v>
                </c:pt>
                <c:pt idx="65" c:formatCode="yyyy/m/d">
                  <c:v>41526</c:v>
                </c:pt>
                <c:pt idx="66" c:formatCode="yyyy/m/d">
                  <c:v>41527</c:v>
                </c:pt>
                <c:pt idx="67" c:formatCode="yyyy/m/d">
                  <c:v>41528</c:v>
                </c:pt>
                <c:pt idx="68" c:formatCode="yyyy/m/d">
                  <c:v>41529</c:v>
                </c:pt>
                <c:pt idx="69" c:formatCode="yyyy/m/d">
                  <c:v>41530</c:v>
                </c:pt>
                <c:pt idx="70" c:formatCode="yyyy/m/d">
                  <c:v>41533</c:v>
                </c:pt>
                <c:pt idx="71" c:formatCode="yyyy/m/d">
                  <c:v>41534</c:v>
                </c:pt>
                <c:pt idx="72" c:formatCode="yyyy/m/d">
                  <c:v>41535</c:v>
                </c:pt>
                <c:pt idx="73" c:formatCode="yyyy/m/d">
                  <c:v>41540</c:v>
                </c:pt>
                <c:pt idx="74" c:formatCode="yyyy/m/d">
                  <c:v>41541</c:v>
                </c:pt>
                <c:pt idx="75" c:formatCode="yyyy/m/d">
                  <c:v>41542</c:v>
                </c:pt>
                <c:pt idx="76" c:formatCode="yyyy/m/d">
                  <c:v>41543</c:v>
                </c:pt>
                <c:pt idx="77" c:formatCode="yyyy/m/d">
                  <c:v>41544</c:v>
                </c:pt>
                <c:pt idx="78" c:formatCode="yyyy/m/d">
                  <c:v>41547</c:v>
                </c:pt>
                <c:pt idx="79" c:formatCode="yyyy/m/d">
                  <c:v>41555</c:v>
                </c:pt>
                <c:pt idx="80" c:formatCode="yyyy/m/d">
                  <c:v>41556</c:v>
                </c:pt>
                <c:pt idx="81" c:formatCode="yyyy/m/d">
                  <c:v>41557</c:v>
                </c:pt>
                <c:pt idx="82" c:formatCode="yyyy/m/d">
                  <c:v>41558</c:v>
                </c:pt>
                <c:pt idx="83" c:formatCode="yyyy/m/d">
                  <c:v>41561</c:v>
                </c:pt>
                <c:pt idx="84" c:formatCode="yyyy/m/d">
                  <c:v>41562</c:v>
                </c:pt>
                <c:pt idx="85" c:formatCode="yyyy/m/d">
                  <c:v>41563</c:v>
                </c:pt>
                <c:pt idx="86" c:formatCode="yyyy/m/d">
                  <c:v>41564</c:v>
                </c:pt>
                <c:pt idx="87" c:formatCode="yyyy/m/d">
                  <c:v>41565</c:v>
                </c:pt>
                <c:pt idx="88" c:formatCode="yyyy/m/d">
                  <c:v>41568</c:v>
                </c:pt>
                <c:pt idx="89" c:formatCode="yyyy/m/d">
                  <c:v>41569</c:v>
                </c:pt>
                <c:pt idx="90" c:formatCode="yyyy/m/d">
                  <c:v>41570</c:v>
                </c:pt>
                <c:pt idx="91" c:formatCode="yyyy/m/d">
                  <c:v>41571</c:v>
                </c:pt>
                <c:pt idx="92" c:formatCode="yyyy/m/d">
                  <c:v>41572</c:v>
                </c:pt>
                <c:pt idx="93" c:formatCode="yyyy/m/d">
                  <c:v>41575</c:v>
                </c:pt>
                <c:pt idx="94" c:formatCode="yyyy/m/d">
                  <c:v>41576</c:v>
                </c:pt>
                <c:pt idx="95" c:formatCode="yyyy/m/d">
                  <c:v>41577</c:v>
                </c:pt>
                <c:pt idx="96" c:formatCode="yyyy/m/d">
                  <c:v>41578</c:v>
                </c:pt>
                <c:pt idx="97" c:formatCode="yyyy/m/d">
                  <c:v>41579</c:v>
                </c:pt>
                <c:pt idx="98" c:formatCode="yyyy/m/d">
                  <c:v>41582</c:v>
                </c:pt>
                <c:pt idx="99" c:formatCode="yyyy/m/d">
                  <c:v>41583</c:v>
                </c:pt>
                <c:pt idx="100" c:formatCode="yyyy/m/d">
                  <c:v>41584</c:v>
                </c:pt>
                <c:pt idx="101" c:formatCode="yyyy/m/d">
                  <c:v>41585</c:v>
                </c:pt>
                <c:pt idx="102" c:formatCode="yyyy/m/d">
                  <c:v>41586</c:v>
                </c:pt>
                <c:pt idx="103" c:formatCode="yyyy/m/d">
                  <c:v>41589</c:v>
                </c:pt>
                <c:pt idx="104" c:formatCode="yyyy/m/d">
                  <c:v>41590</c:v>
                </c:pt>
                <c:pt idx="105" c:formatCode="yyyy/m/d">
                  <c:v>41591</c:v>
                </c:pt>
                <c:pt idx="106" c:formatCode="yyyy/m/d">
                  <c:v>41592</c:v>
                </c:pt>
                <c:pt idx="107" c:formatCode="yyyy/m/d">
                  <c:v>41593</c:v>
                </c:pt>
                <c:pt idx="108" c:formatCode="yyyy/m/d">
                  <c:v>41596</c:v>
                </c:pt>
                <c:pt idx="109" c:formatCode="yyyy/m/d">
                  <c:v>41597</c:v>
                </c:pt>
                <c:pt idx="110" c:formatCode="yyyy/m/d">
                  <c:v>41598</c:v>
                </c:pt>
                <c:pt idx="111" c:formatCode="yyyy/m/d">
                  <c:v>41599</c:v>
                </c:pt>
                <c:pt idx="112" c:formatCode="yyyy/m/d">
                  <c:v>41600</c:v>
                </c:pt>
                <c:pt idx="113" c:formatCode="yyyy/m/d">
                  <c:v>41603</c:v>
                </c:pt>
                <c:pt idx="114" c:formatCode="yyyy/m/d">
                  <c:v>41604</c:v>
                </c:pt>
                <c:pt idx="115" c:formatCode="yyyy/m/d">
                  <c:v>41605</c:v>
                </c:pt>
                <c:pt idx="116" c:formatCode="yyyy/m/d">
                  <c:v>41606</c:v>
                </c:pt>
                <c:pt idx="117" c:formatCode="yyyy/m/d">
                  <c:v>41607</c:v>
                </c:pt>
                <c:pt idx="118" c:formatCode="yyyy/m/d">
                  <c:v>41610</c:v>
                </c:pt>
                <c:pt idx="119" c:formatCode="yyyy/m/d">
                  <c:v>41611</c:v>
                </c:pt>
                <c:pt idx="120" c:formatCode="yyyy/m/d">
                  <c:v>41612</c:v>
                </c:pt>
                <c:pt idx="121" c:formatCode="yyyy/m/d">
                  <c:v>41613</c:v>
                </c:pt>
                <c:pt idx="122" c:formatCode="yyyy/m/d">
                  <c:v>41614</c:v>
                </c:pt>
                <c:pt idx="123" c:formatCode="yyyy/m/d">
                  <c:v>41617</c:v>
                </c:pt>
                <c:pt idx="124" c:formatCode="yyyy/m/d">
                  <c:v>41618</c:v>
                </c:pt>
                <c:pt idx="125" c:formatCode="yyyy/m/d">
                  <c:v>41619</c:v>
                </c:pt>
                <c:pt idx="126" c:formatCode="yyyy/m/d">
                  <c:v>41620</c:v>
                </c:pt>
                <c:pt idx="127" c:formatCode="yyyy/m/d">
                  <c:v>41621</c:v>
                </c:pt>
                <c:pt idx="128" c:formatCode="yyyy/m/d">
                  <c:v>41624</c:v>
                </c:pt>
                <c:pt idx="129" c:formatCode="yyyy/m/d">
                  <c:v>41625</c:v>
                </c:pt>
                <c:pt idx="130" c:formatCode="yyyy/m/d">
                  <c:v>41626</c:v>
                </c:pt>
                <c:pt idx="131" c:formatCode="yyyy/m/d">
                  <c:v>41627</c:v>
                </c:pt>
                <c:pt idx="132" c:formatCode="yyyy/m/d">
                  <c:v>41628</c:v>
                </c:pt>
                <c:pt idx="133" c:formatCode="yyyy/m/d">
                  <c:v>41631</c:v>
                </c:pt>
                <c:pt idx="134" c:formatCode="yyyy/m/d">
                  <c:v>41632</c:v>
                </c:pt>
                <c:pt idx="135" c:formatCode="yyyy/m/d">
                  <c:v>41633</c:v>
                </c:pt>
                <c:pt idx="136" c:formatCode="yyyy/m/d">
                  <c:v>41634</c:v>
                </c:pt>
                <c:pt idx="137" c:formatCode="yyyy/m/d">
                  <c:v>41635</c:v>
                </c:pt>
                <c:pt idx="138" c:formatCode="yyyy/m/d">
                  <c:v>41638</c:v>
                </c:pt>
                <c:pt idx="139" c:formatCode="yyyy/m/d">
                  <c:v>41639</c:v>
                </c:pt>
                <c:pt idx="140" c:formatCode="yyyy/m/d">
                  <c:v>41641</c:v>
                </c:pt>
                <c:pt idx="141" c:formatCode="yyyy/m/d">
                  <c:v>41642</c:v>
                </c:pt>
                <c:pt idx="142" c:formatCode="yyyy/m/d">
                  <c:v>41645</c:v>
                </c:pt>
                <c:pt idx="143" c:formatCode="yyyy/m/d">
                  <c:v>41646</c:v>
                </c:pt>
                <c:pt idx="144" c:formatCode="yyyy/m/d">
                  <c:v>41647</c:v>
                </c:pt>
                <c:pt idx="145" c:formatCode="yyyy/m/d">
                  <c:v>41648</c:v>
                </c:pt>
                <c:pt idx="146" c:formatCode="yyyy/m/d">
                  <c:v>41649</c:v>
                </c:pt>
                <c:pt idx="147" c:formatCode="yyyy/m/d">
                  <c:v>41652</c:v>
                </c:pt>
                <c:pt idx="148" c:formatCode="yyyy/m/d">
                  <c:v>41653</c:v>
                </c:pt>
                <c:pt idx="149" c:formatCode="yyyy/m/d">
                  <c:v>41654</c:v>
                </c:pt>
                <c:pt idx="150" c:formatCode="yyyy/m/d">
                  <c:v>41655</c:v>
                </c:pt>
                <c:pt idx="151" c:formatCode="yyyy/m/d">
                  <c:v>41656</c:v>
                </c:pt>
                <c:pt idx="152" c:formatCode="yyyy/m/d">
                  <c:v>41659</c:v>
                </c:pt>
                <c:pt idx="153" c:formatCode="yyyy/m/d">
                  <c:v>41660</c:v>
                </c:pt>
                <c:pt idx="154" c:formatCode="yyyy/m/d">
                  <c:v>41661</c:v>
                </c:pt>
                <c:pt idx="155" c:formatCode="yyyy/m/d">
                  <c:v>41662</c:v>
                </c:pt>
                <c:pt idx="156" c:formatCode="yyyy/m/d">
                  <c:v>41663</c:v>
                </c:pt>
                <c:pt idx="157" c:formatCode="yyyy/m/d">
                  <c:v>41666</c:v>
                </c:pt>
                <c:pt idx="158" c:formatCode="yyyy/m/d">
                  <c:v>41667</c:v>
                </c:pt>
                <c:pt idx="159" c:formatCode="yyyy/m/d">
                  <c:v>41668</c:v>
                </c:pt>
                <c:pt idx="160" c:formatCode="yyyy/m/d">
                  <c:v>41669</c:v>
                </c:pt>
                <c:pt idx="161" c:formatCode="yyyy/m/d">
                  <c:v>41677</c:v>
                </c:pt>
                <c:pt idx="162" c:formatCode="yyyy/m/d">
                  <c:v>41680</c:v>
                </c:pt>
                <c:pt idx="163" c:formatCode="yyyy/m/d">
                  <c:v>41681</c:v>
                </c:pt>
                <c:pt idx="164" c:formatCode="yyyy/m/d">
                  <c:v>41682</c:v>
                </c:pt>
                <c:pt idx="165" c:formatCode="yyyy/m/d">
                  <c:v>41683</c:v>
                </c:pt>
                <c:pt idx="166" c:formatCode="yyyy/m/d">
                  <c:v>41684</c:v>
                </c:pt>
                <c:pt idx="167" c:formatCode="yyyy/m/d">
                  <c:v>41687</c:v>
                </c:pt>
                <c:pt idx="168" c:formatCode="yyyy/m/d">
                  <c:v>41688</c:v>
                </c:pt>
                <c:pt idx="169" c:formatCode="yyyy/m/d">
                  <c:v>41689</c:v>
                </c:pt>
                <c:pt idx="170" c:formatCode="yyyy/m/d">
                  <c:v>41690</c:v>
                </c:pt>
                <c:pt idx="171" c:formatCode="yyyy/m/d">
                  <c:v>41691</c:v>
                </c:pt>
                <c:pt idx="172" c:formatCode="yyyy/m/d">
                  <c:v>41694</c:v>
                </c:pt>
                <c:pt idx="173" c:formatCode="yyyy/m/d">
                  <c:v>41695</c:v>
                </c:pt>
                <c:pt idx="174" c:formatCode="yyyy/m/d">
                  <c:v>41696</c:v>
                </c:pt>
                <c:pt idx="175" c:formatCode="yyyy/m/d">
                  <c:v>41697</c:v>
                </c:pt>
                <c:pt idx="176" c:formatCode="yyyy/m/d">
                  <c:v>41698</c:v>
                </c:pt>
                <c:pt idx="177" c:formatCode="yyyy/m/d">
                  <c:v>41701</c:v>
                </c:pt>
                <c:pt idx="178" c:formatCode="yyyy/m/d">
                  <c:v>41702</c:v>
                </c:pt>
                <c:pt idx="179" c:formatCode="yyyy/m/d">
                  <c:v>41703</c:v>
                </c:pt>
                <c:pt idx="180" c:formatCode="yyyy/m/d">
                  <c:v>41704</c:v>
                </c:pt>
                <c:pt idx="181" c:formatCode="yyyy/m/d">
                  <c:v>41705</c:v>
                </c:pt>
                <c:pt idx="182" c:formatCode="yyyy/m/d">
                  <c:v>41708</c:v>
                </c:pt>
                <c:pt idx="183" c:formatCode="yyyy/m/d">
                  <c:v>41709</c:v>
                </c:pt>
                <c:pt idx="184" c:formatCode="yyyy/m/d">
                  <c:v>41710</c:v>
                </c:pt>
                <c:pt idx="185" c:formatCode="yyyy/m/d">
                  <c:v>41711</c:v>
                </c:pt>
                <c:pt idx="186" c:formatCode="yyyy/m/d">
                  <c:v>41712</c:v>
                </c:pt>
                <c:pt idx="187" c:formatCode="yyyy/m/d">
                  <c:v>41715</c:v>
                </c:pt>
                <c:pt idx="188" c:formatCode="yyyy/m/d">
                  <c:v>41716</c:v>
                </c:pt>
                <c:pt idx="189" c:formatCode="yyyy/m/d">
                  <c:v>41717</c:v>
                </c:pt>
                <c:pt idx="190" c:formatCode="yyyy/m/d">
                  <c:v>41718</c:v>
                </c:pt>
                <c:pt idx="191" c:formatCode="yyyy/m/d">
                  <c:v>41719</c:v>
                </c:pt>
                <c:pt idx="192" c:formatCode="yyyy/m/d">
                  <c:v>41722</c:v>
                </c:pt>
                <c:pt idx="193" c:formatCode="yyyy/m/d">
                  <c:v>41723</c:v>
                </c:pt>
                <c:pt idx="194" c:formatCode="yyyy/m/d">
                  <c:v>41724</c:v>
                </c:pt>
                <c:pt idx="195" c:formatCode="yyyy/m/d">
                  <c:v>41725</c:v>
                </c:pt>
                <c:pt idx="196" c:formatCode="yyyy/m/d">
                  <c:v>41726</c:v>
                </c:pt>
                <c:pt idx="197" c:formatCode="yyyy/m/d">
                  <c:v>41729</c:v>
                </c:pt>
                <c:pt idx="198" c:formatCode="yyyy/m/d">
                  <c:v>41730</c:v>
                </c:pt>
                <c:pt idx="199" c:formatCode="yyyy/m/d">
                  <c:v>41731</c:v>
                </c:pt>
                <c:pt idx="200" c:formatCode="yyyy/m/d">
                  <c:v>41732</c:v>
                </c:pt>
                <c:pt idx="201" c:formatCode="yyyy/m/d">
                  <c:v>41733</c:v>
                </c:pt>
                <c:pt idx="202" c:formatCode="yyyy/m/d">
                  <c:v>41737</c:v>
                </c:pt>
                <c:pt idx="203" c:formatCode="yyyy/m/d">
                  <c:v>41738</c:v>
                </c:pt>
                <c:pt idx="204" c:formatCode="yyyy/m/d">
                  <c:v>41739</c:v>
                </c:pt>
                <c:pt idx="205" c:formatCode="yyyy/m/d">
                  <c:v>41740</c:v>
                </c:pt>
                <c:pt idx="206" c:formatCode="yyyy/m/d">
                  <c:v>41743</c:v>
                </c:pt>
                <c:pt idx="207" c:formatCode="yyyy/m/d">
                  <c:v>41744</c:v>
                </c:pt>
                <c:pt idx="208" c:formatCode="yyyy/m/d">
                  <c:v>41745</c:v>
                </c:pt>
                <c:pt idx="209" c:formatCode="yyyy/m/d">
                  <c:v>41746</c:v>
                </c:pt>
                <c:pt idx="210" c:formatCode="yyyy/m/d">
                  <c:v>41747</c:v>
                </c:pt>
                <c:pt idx="211" c:formatCode="yyyy/m/d">
                  <c:v>41750</c:v>
                </c:pt>
                <c:pt idx="212" c:formatCode="yyyy/m/d">
                  <c:v>41751</c:v>
                </c:pt>
                <c:pt idx="213" c:formatCode="yyyy/m/d">
                  <c:v>41752</c:v>
                </c:pt>
                <c:pt idx="214" c:formatCode="yyyy/m/d">
                  <c:v>41753</c:v>
                </c:pt>
                <c:pt idx="215" c:formatCode="yyyy/m/d">
                  <c:v>41754</c:v>
                </c:pt>
                <c:pt idx="216" c:formatCode="yyyy/m/d">
                  <c:v>41757</c:v>
                </c:pt>
                <c:pt idx="217" c:formatCode="yyyy/m/d">
                  <c:v>41758</c:v>
                </c:pt>
                <c:pt idx="218" c:formatCode="yyyy/m/d">
                  <c:v>41759</c:v>
                </c:pt>
                <c:pt idx="219" c:formatCode="yyyy/m/d">
                  <c:v>41764</c:v>
                </c:pt>
                <c:pt idx="220" c:formatCode="yyyy/m/d">
                  <c:v>41765</c:v>
                </c:pt>
                <c:pt idx="221" c:formatCode="yyyy/m/d">
                  <c:v>41766</c:v>
                </c:pt>
                <c:pt idx="222" c:formatCode="yyyy/m/d">
                  <c:v>41767</c:v>
                </c:pt>
                <c:pt idx="223" c:formatCode="yyyy/m/d">
                  <c:v>41768</c:v>
                </c:pt>
                <c:pt idx="224" c:formatCode="yyyy/m/d">
                  <c:v>41771</c:v>
                </c:pt>
                <c:pt idx="225" c:formatCode="yyyy/m/d">
                  <c:v>41772</c:v>
                </c:pt>
                <c:pt idx="226" c:formatCode="yyyy/m/d">
                  <c:v>41773</c:v>
                </c:pt>
                <c:pt idx="227" c:formatCode="yyyy/m/d">
                  <c:v>41774</c:v>
                </c:pt>
                <c:pt idx="228" c:formatCode="yyyy/m/d">
                  <c:v>41775</c:v>
                </c:pt>
                <c:pt idx="229" c:formatCode="yyyy/m/d">
                  <c:v>41778</c:v>
                </c:pt>
                <c:pt idx="230" c:formatCode="yyyy/m/d">
                  <c:v>41779</c:v>
                </c:pt>
                <c:pt idx="231" c:formatCode="yyyy/m/d">
                  <c:v>41780</c:v>
                </c:pt>
                <c:pt idx="232" c:formatCode="yyyy/m/d">
                  <c:v>41781</c:v>
                </c:pt>
                <c:pt idx="233" c:formatCode="yyyy/m/d">
                  <c:v>41782</c:v>
                </c:pt>
                <c:pt idx="234" c:formatCode="yyyy/m/d">
                  <c:v>41785</c:v>
                </c:pt>
                <c:pt idx="235" c:formatCode="yyyy/m/d">
                  <c:v>41786</c:v>
                </c:pt>
                <c:pt idx="236" c:formatCode="yyyy/m/d">
                  <c:v>41787</c:v>
                </c:pt>
                <c:pt idx="237" c:formatCode="yyyy/m/d">
                  <c:v>41788</c:v>
                </c:pt>
                <c:pt idx="238" c:formatCode="yyyy/m/d">
                  <c:v>41789</c:v>
                </c:pt>
                <c:pt idx="239" c:formatCode="yyyy/m/d">
                  <c:v>41793</c:v>
                </c:pt>
                <c:pt idx="240" c:formatCode="yyyy/m/d">
                  <c:v>41794</c:v>
                </c:pt>
                <c:pt idx="241" c:formatCode="yyyy/m/d">
                  <c:v>41795</c:v>
                </c:pt>
                <c:pt idx="242" c:formatCode="yyyy/m/d">
                  <c:v>41796</c:v>
                </c:pt>
                <c:pt idx="243" c:formatCode="yyyy/m/d">
                  <c:v>41799</c:v>
                </c:pt>
                <c:pt idx="244" c:formatCode="yyyy/m/d">
                  <c:v>41800</c:v>
                </c:pt>
                <c:pt idx="245" c:formatCode="yyyy/m/d">
                  <c:v>41801</c:v>
                </c:pt>
                <c:pt idx="246" c:formatCode="yyyy/m/d">
                  <c:v>41802</c:v>
                </c:pt>
                <c:pt idx="247" c:formatCode="yyyy/m/d">
                  <c:v>41803</c:v>
                </c:pt>
                <c:pt idx="248" c:formatCode="yyyy/m/d">
                  <c:v>41806</c:v>
                </c:pt>
                <c:pt idx="249" c:formatCode="yyyy/m/d">
                  <c:v>41807</c:v>
                </c:pt>
                <c:pt idx="250" c:formatCode="yyyy/m/d">
                  <c:v>41808</c:v>
                </c:pt>
                <c:pt idx="251" c:formatCode="yyyy/m/d">
                  <c:v>41809</c:v>
                </c:pt>
                <c:pt idx="252" c:formatCode="yyyy/m/d">
                  <c:v>41810</c:v>
                </c:pt>
                <c:pt idx="253" c:formatCode="yyyy/m/d">
                  <c:v>41813</c:v>
                </c:pt>
                <c:pt idx="254" c:formatCode="yyyy/m/d">
                  <c:v>41814</c:v>
                </c:pt>
                <c:pt idx="255" c:formatCode="yyyy/m/d">
                  <c:v>41815</c:v>
                </c:pt>
                <c:pt idx="256" c:formatCode="yyyy/m/d">
                  <c:v>41816</c:v>
                </c:pt>
                <c:pt idx="257" c:formatCode="yyyy/m/d">
                  <c:v>41817</c:v>
                </c:pt>
                <c:pt idx="258" c:formatCode="yyyy/m/d">
                  <c:v>41820</c:v>
                </c:pt>
                <c:pt idx="259" c:formatCode="yyyy/m/d">
                  <c:v>41821</c:v>
                </c:pt>
                <c:pt idx="260" c:formatCode="yyyy/m/d">
                  <c:v>41822</c:v>
                </c:pt>
                <c:pt idx="261" c:formatCode="yyyy/m/d">
                  <c:v>41823</c:v>
                </c:pt>
                <c:pt idx="262" c:formatCode="yyyy/m/d">
                  <c:v>41824</c:v>
                </c:pt>
                <c:pt idx="263" c:formatCode="yyyy/m/d">
                  <c:v>41827</c:v>
                </c:pt>
                <c:pt idx="264" c:formatCode="yyyy/m/d">
                  <c:v>41828</c:v>
                </c:pt>
                <c:pt idx="265" c:formatCode="yyyy/m/d">
                  <c:v>41829</c:v>
                </c:pt>
                <c:pt idx="266" c:formatCode="yyyy/m/d">
                  <c:v>41830</c:v>
                </c:pt>
                <c:pt idx="267" c:formatCode="yyyy/m/d">
                  <c:v>41831</c:v>
                </c:pt>
                <c:pt idx="268" c:formatCode="yyyy/m/d">
                  <c:v>41834</c:v>
                </c:pt>
                <c:pt idx="269" c:formatCode="yyyy/m/d">
                  <c:v>41835</c:v>
                </c:pt>
                <c:pt idx="270" c:formatCode="yyyy/m/d">
                  <c:v>41836</c:v>
                </c:pt>
                <c:pt idx="271" c:formatCode="yyyy/m/d">
                  <c:v>41837</c:v>
                </c:pt>
                <c:pt idx="272" c:formatCode="yyyy/m/d">
                  <c:v>41838</c:v>
                </c:pt>
                <c:pt idx="273" c:formatCode="yyyy/m/d">
                  <c:v>41841</c:v>
                </c:pt>
                <c:pt idx="274" c:formatCode="yyyy/m/d">
                  <c:v>41842</c:v>
                </c:pt>
                <c:pt idx="275" c:formatCode="yyyy/m/d">
                  <c:v>41843</c:v>
                </c:pt>
                <c:pt idx="276" c:formatCode="yyyy/m/d">
                  <c:v>41844</c:v>
                </c:pt>
                <c:pt idx="277" c:formatCode="yyyy/m/d">
                  <c:v>41845</c:v>
                </c:pt>
                <c:pt idx="278" c:formatCode="yyyy/m/d">
                  <c:v>41848</c:v>
                </c:pt>
                <c:pt idx="279" c:formatCode="yyyy/m/d">
                  <c:v>41849</c:v>
                </c:pt>
                <c:pt idx="280" c:formatCode="yyyy/m/d">
                  <c:v>41850</c:v>
                </c:pt>
                <c:pt idx="281" c:formatCode="yyyy/m/d">
                  <c:v>41851</c:v>
                </c:pt>
                <c:pt idx="282" c:formatCode="yyyy/m/d">
                  <c:v>41852</c:v>
                </c:pt>
                <c:pt idx="283" c:formatCode="yyyy/m/d">
                  <c:v>41855</c:v>
                </c:pt>
                <c:pt idx="284" c:formatCode="yyyy/m/d">
                  <c:v>41856</c:v>
                </c:pt>
                <c:pt idx="285" c:formatCode="yyyy/m/d">
                  <c:v>41857</c:v>
                </c:pt>
                <c:pt idx="286" c:formatCode="yyyy/m/d">
                  <c:v>41858</c:v>
                </c:pt>
                <c:pt idx="287" c:formatCode="yyyy/m/d">
                  <c:v>41859</c:v>
                </c:pt>
                <c:pt idx="288" c:formatCode="yyyy/m/d">
                  <c:v>41862</c:v>
                </c:pt>
                <c:pt idx="289" c:formatCode="yyyy/m/d">
                  <c:v>41863</c:v>
                </c:pt>
                <c:pt idx="290" c:formatCode="yyyy/m/d">
                  <c:v>41864</c:v>
                </c:pt>
                <c:pt idx="291" c:formatCode="yyyy/m/d">
                  <c:v>41865</c:v>
                </c:pt>
                <c:pt idx="292" c:formatCode="yyyy/m/d">
                  <c:v>41866</c:v>
                </c:pt>
                <c:pt idx="293" c:formatCode="yyyy/m/d">
                  <c:v>41869</c:v>
                </c:pt>
                <c:pt idx="294" c:formatCode="yyyy/m/d">
                  <c:v>41870</c:v>
                </c:pt>
                <c:pt idx="295" c:formatCode="yyyy/m/d">
                  <c:v>41871</c:v>
                </c:pt>
                <c:pt idx="296" c:formatCode="yyyy/m/d">
                  <c:v>41872</c:v>
                </c:pt>
                <c:pt idx="297" c:formatCode="yyyy/m/d">
                  <c:v>41873</c:v>
                </c:pt>
                <c:pt idx="298" c:formatCode="yyyy/m/d">
                  <c:v>41876</c:v>
                </c:pt>
                <c:pt idx="299" c:formatCode="yyyy/m/d">
                  <c:v>41877</c:v>
                </c:pt>
                <c:pt idx="300" c:formatCode="yyyy/m/d">
                  <c:v>41878</c:v>
                </c:pt>
                <c:pt idx="301" c:formatCode="yyyy/m/d">
                  <c:v>41879</c:v>
                </c:pt>
                <c:pt idx="302" c:formatCode="yyyy/m/d">
                  <c:v>41880</c:v>
                </c:pt>
                <c:pt idx="303" c:formatCode="yyyy/m/d">
                  <c:v>41883</c:v>
                </c:pt>
                <c:pt idx="304" c:formatCode="yyyy/m/d">
                  <c:v>41884</c:v>
                </c:pt>
                <c:pt idx="305" c:formatCode="yyyy/m/d">
                  <c:v>41885</c:v>
                </c:pt>
                <c:pt idx="306" c:formatCode="yyyy/m/d">
                  <c:v>41886</c:v>
                </c:pt>
                <c:pt idx="307" c:formatCode="yyyy/m/d">
                  <c:v>41887</c:v>
                </c:pt>
                <c:pt idx="308" c:formatCode="yyyy/m/d">
                  <c:v>41891</c:v>
                </c:pt>
                <c:pt idx="309" c:formatCode="yyyy/m/d">
                  <c:v>41892</c:v>
                </c:pt>
                <c:pt idx="310" c:formatCode="yyyy/m/d">
                  <c:v>41893</c:v>
                </c:pt>
                <c:pt idx="311" c:formatCode="yyyy/m/d">
                  <c:v>41894</c:v>
                </c:pt>
                <c:pt idx="312" c:formatCode="yyyy/m/d">
                  <c:v>41897</c:v>
                </c:pt>
                <c:pt idx="313" c:formatCode="yyyy/m/d">
                  <c:v>41898</c:v>
                </c:pt>
                <c:pt idx="314" c:formatCode="yyyy/m/d">
                  <c:v>41899</c:v>
                </c:pt>
                <c:pt idx="315" c:formatCode="yyyy/m/d">
                  <c:v>41900</c:v>
                </c:pt>
                <c:pt idx="316" c:formatCode="yyyy/m/d">
                  <c:v>41901</c:v>
                </c:pt>
                <c:pt idx="317" c:formatCode="yyyy/m/d">
                  <c:v>41904</c:v>
                </c:pt>
                <c:pt idx="318" c:formatCode="yyyy/m/d">
                  <c:v>41905</c:v>
                </c:pt>
                <c:pt idx="319" c:formatCode="yyyy/m/d">
                  <c:v>41906</c:v>
                </c:pt>
                <c:pt idx="320" c:formatCode="yyyy/m/d">
                  <c:v>41907</c:v>
                </c:pt>
                <c:pt idx="321" c:formatCode="yyyy/m/d">
                  <c:v>41908</c:v>
                </c:pt>
                <c:pt idx="322" c:formatCode="yyyy/m/d">
                  <c:v>41911</c:v>
                </c:pt>
                <c:pt idx="323" c:formatCode="yyyy/m/d">
                  <c:v>41912</c:v>
                </c:pt>
                <c:pt idx="324" c:formatCode="yyyy/m/d">
                  <c:v>41920</c:v>
                </c:pt>
                <c:pt idx="325" c:formatCode="yyyy/m/d">
                  <c:v>41921</c:v>
                </c:pt>
                <c:pt idx="326" c:formatCode="yyyy/m/d">
                  <c:v>41922</c:v>
                </c:pt>
                <c:pt idx="327" c:formatCode="yyyy/m/d">
                  <c:v>41925</c:v>
                </c:pt>
                <c:pt idx="328" c:formatCode="yyyy/m/d">
                  <c:v>41926</c:v>
                </c:pt>
                <c:pt idx="329" c:formatCode="yyyy/m/d">
                  <c:v>41927</c:v>
                </c:pt>
                <c:pt idx="330" c:formatCode="yyyy/m/d">
                  <c:v>41928</c:v>
                </c:pt>
                <c:pt idx="331" c:formatCode="yyyy/m/d">
                  <c:v>41929</c:v>
                </c:pt>
                <c:pt idx="332" c:formatCode="yyyy/m/d">
                  <c:v>41932</c:v>
                </c:pt>
                <c:pt idx="333" c:formatCode="yyyy/m/d">
                  <c:v>41933</c:v>
                </c:pt>
                <c:pt idx="334" c:formatCode="yyyy/m/d">
                  <c:v>41934</c:v>
                </c:pt>
                <c:pt idx="335" c:formatCode="yyyy/m/d">
                  <c:v>41935</c:v>
                </c:pt>
                <c:pt idx="336" c:formatCode="yyyy/m/d">
                  <c:v>41936</c:v>
                </c:pt>
                <c:pt idx="337" c:formatCode="yyyy/m/d">
                  <c:v>41939</c:v>
                </c:pt>
                <c:pt idx="338" c:formatCode="yyyy/m/d">
                  <c:v>41940</c:v>
                </c:pt>
                <c:pt idx="339" c:formatCode="yyyy/m/d">
                  <c:v>41941</c:v>
                </c:pt>
                <c:pt idx="340" c:formatCode="yyyy/m/d">
                  <c:v>41942</c:v>
                </c:pt>
                <c:pt idx="341" c:formatCode="yyyy/m/d">
                  <c:v>41943</c:v>
                </c:pt>
                <c:pt idx="342" c:formatCode="yyyy/m/d">
                  <c:v>41946</c:v>
                </c:pt>
                <c:pt idx="343" c:formatCode="yyyy/m/d">
                  <c:v>41947</c:v>
                </c:pt>
                <c:pt idx="344" c:formatCode="yyyy/m/d">
                  <c:v>41948</c:v>
                </c:pt>
                <c:pt idx="345" c:formatCode="yyyy/m/d">
                  <c:v>41949</c:v>
                </c:pt>
                <c:pt idx="346" c:formatCode="yyyy/m/d">
                  <c:v>41950</c:v>
                </c:pt>
                <c:pt idx="347" c:formatCode="yyyy/m/d">
                  <c:v>41953</c:v>
                </c:pt>
                <c:pt idx="348" c:formatCode="yyyy/m/d">
                  <c:v>41954</c:v>
                </c:pt>
                <c:pt idx="349" c:formatCode="yyyy/m/d">
                  <c:v>41955</c:v>
                </c:pt>
                <c:pt idx="350" c:formatCode="yyyy/m/d">
                  <c:v>41956</c:v>
                </c:pt>
                <c:pt idx="351" c:formatCode="yyyy/m/d">
                  <c:v>41957</c:v>
                </c:pt>
                <c:pt idx="352" c:formatCode="yyyy/m/d">
                  <c:v>41960</c:v>
                </c:pt>
                <c:pt idx="353" c:formatCode="yyyy/m/d">
                  <c:v>41961</c:v>
                </c:pt>
                <c:pt idx="354" c:formatCode="yyyy/m/d">
                  <c:v>41962</c:v>
                </c:pt>
                <c:pt idx="355" c:formatCode="yyyy/m/d">
                  <c:v>41963</c:v>
                </c:pt>
                <c:pt idx="356" c:formatCode="yyyy/m/d">
                  <c:v>41964</c:v>
                </c:pt>
                <c:pt idx="357" c:formatCode="yyyy/m/d">
                  <c:v>41967</c:v>
                </c:pt>
                <c:pt idx="358" c:formatCode="yyyy/m/d">
                  <c:v>41968</c:v>
                </c:pt>
                <c:pt idx="359" c:formatCode="yyyy/m/d">
                  <c:v>41969</c:v>
                </c:pt>
                <c:pt idx="360" c:formatCode="yyyy/m/d">
                  <c:v>41970</c:v>
                </c:pt>
                <c:pt idx="361" c:formatCode="yyyy/m/d">
                  <c:v>41971</c:v>
                </c:pt>
                <c:pt idx="362" c:formatCode="yyyy/m/d">
                  <c:v>41974</c:v>
                </c:pt>
                <c:pt idx="363" c:formatCode="yyyy/m/d">
                  <c:v>41975</c:v>
                </c:pt>
                <c:pt idx="364" c:formatCode="yyyy/m/d">
                  <c:v>41976</c:v>
                </c:pt>
                <c:pt idx="365" c:formatCode="yyyy/m/d">
                  <c:v>41977</c:v>
                </c:pt>
                <c:pt idx="366" c:formatCode="yyyy/m/d">
                  <c:v>41978</c:v>
                </c:pt>
                <c:pt idx="367" c:formatCode="yyyy/m/d">
                  <c:v>41981</c:v>
                </c:pt>
                <c:pt idx="368" c:formatCode="yyyy/m/d">
                  <c:v>41982</c:v>
                </c:pt>
                <c:pt idx="369" c:formatCode="yyyy/m/d">
                  <c:v>41983</c:v>
                </c:pt>
                <c:pt idx="370" c:formatCode="yyyy/m/d">
                  <c:v>41984</c:v>
                </c:pt>
                <c:pt idx="371" c:formatCode="yyyy/m/d">
                  <c:v>41985</c:v>
                </c:pt>
                <c:pt idx="372" c:formatCode="yyyy/m/d">
                  <c:v>41988</c:v>
                </c:pt>
                <c:pt idx="373" c:formatCode="yyyy/m/d">
                  <c:v>41989</c:v>
                </c:pt>
                <c:pt idx="374" c:formatCode="yyyy/m/d">
                  <c:v>41990</c:v>
                </c:pt>
                <c:pt idx="375" c:formatCode="yyyy/m/d">
                  <c:v>41991</c:v>
                </c:pt>
                <c:pt idx="376" c:formatCode="yyyy/m/d">
                  <c:v>41992</c:v>
                </c:pt>
                <c:pt idx="377" c:formatCode="yyyy/m/d">
                  <c:v>41995</c:v>
                </c:pt>
                <c:pt idx="378" c:formatCode="yyyy/m/d">
                  <c:v>41996</c:v>
                </c:pt>
                <c:pt idx="379" c:formatCode="yyyy/m/d">
                  <c:v>41997</c:v>
                </c:pt>
                <c:pt idx="380" c:formatCode="yyyy/m/d">
                  <c:v>41998</c:v>
                </c:pt>
                <c:pt idx="381" c:formatCode="yyyy/m/d">
                  <c:v>41999</c:v>
                </c:pt>
                <c:pt idx="382" c:formatCode="yyyy/m/d">
                  <c:v>42002</c:v>
                </c:pt>
                <c:pt idx="383" c:formatCode="yyyy/m/d">
                  <c:v>42003</c:v>
                </c:pt>
                <c:pt idx="384" c:formatCode="yyyy/m/d">
                  <c:v>42004</c:v>
                </c:pt>
                <c:pt idx="385" c:formatCode="yyyy/m/d">
                  <c:v>42009</c:v>
                </c:pt>
                <c:pt idx="386" c:formatCode="yyyy/m/d">
                  <c:v>42010</c:v>
                </c:pt>
                <c:pt idx="387" c:formatCode="yyyy/m/d">
                  <c:v>42011</c:v>
                </c:pt>
                <c:pt idx="388" c:formatCode="yyyy/m/d">
                  <c:v>42012</c:v>
                </c:pt>
                <c:pt idx="389" c:formatCode="yyyy/m/d">
                  <c:v>42013</c:v>
                </c:pt>
                <c:pt idx="390" c:formatCode="yyyy/m/d">
                  <c:v>42016</c:v>
                </c:pt>
                <c:pt idx="391" c:formatCode="yyyy/m/d">
                  <c:v>42017</c:v>
                </c:pt>
                <c:pt idx="392" c:formatCode="yyyy/m/d">
                  <c:v>42018</c:v>
                </c:pt>
                <c:pt idx="393" c:formatCode="yyyy/m/d">
                  <c:v>42019</c:v>
                </c:pt>
                <c:pt idx="394" c:formatCode="yyyy/m/d">
                  <c:v>42020</c:v>
                </c:pt>
                <c:pt idx="395" c:formatCode="yyyy/m/d">
                  <c:v>42023</c:v>
                </c:pt>
                <c:pt idx="396" c:formatCode="yyyy/m/d">
                  <c:v>42024</c:v>
                </c:pt>
                <c:pt idx="397" c:formatCode="yyyy/m/d">
                  <c:v>42025</c:v>
                </c:pt>
                <c:pt idx="398" c:formatCode="yyyy/m/d">
                  <c:v>42026</c:v>
                </c:pt>
                <c:pt idx="399" c:formatCode="yyyy/m/d">
                  <c:v>42027</c:v>
                </c:pt>
                <c:pt idx="400" c:formatCode="yyyy/m/d">
                  <c:v>42030</c:v>
                </c:pt>
                <c:pt idx="401" c:formatCode="yyyy/m/d">
                  <c:v>42031</c:v>
                </c:pt>
                <c:pt idx="402" c:formatCode="yyyy/m/d">
                  <c:v>42032</c:v>
                </c:pt>
                <c:pt idx="403" c:formatCode="yyyy/m/d">
                  <c:v>42033</c:v>
                </c:pt>
                <c:pt idx="404" c:formatCode="yyyy/m/d">
                  <c:v>42034</c:v>
                </c:pt>
                <c:pt idx="405" c:formatCode="yyyy/m/d">
                  <c:v>42037</c:v>
                </c:pt>
                <c:pt idx="406" c:formatCode="yyyy/m/d">
                  <c:v>42038</c:v>
                </c:pt>
                <c:pt idx="407" c:formatCode="yyyy/m/d">
                  <c:v>42039</c:v>
                </c:pt>
                <c:pt idx="408" c:formatCode="yyyy/m/d">
                  <c:v>42040</c:v>
                </c:pt>
                <c:pt idx="409" c:formatCode="yyyy/m/d">
                  <c:v>42041</c:v>
                </c:pt>
                <c:pt idx="410" c:formatCode="yyyy/m/d">
                  <c:v>42044</c:v>
                </c:pt>
                <c:pt idx="411" c:formatCode="yyyy/m/d">
                  <c:v>42045</c:v>
                </c:pt>
                <c:pt idx="412" c:formatCode="yyyy/m/d">
                  <c:v>42046</c:v>
                </c:pt>
                <c:pt idx="413" c:formatCode="yyyy/m/d">
                  <c:v>42047</c:v>
                </c:pt>
                <c:pt idx="414" c:formatCode="yyyy/m/d">
                  <c:v>42048</c:v>
                </c:pt>
                <c:pt idx="415" c:formatCode="yyyy/m/d">
                  <c:v>42051</c:v>
                </c:pt>
                <c:pt idx="416" c:formatCode="yyyy/m/d">
                  <c:v>42052</c:v>
                </c:pt>
                <c:pt idx="417" c:formatCode="yyyy/m/d">
                  <c:v>42060</c:v>
                </c:pt>
                <c:pt idx="418" c:formatCode="yyyy/m/d">
                  <c:v>42061</c:v>
                </c:pt>
                <c:pt idx="419" c:formatCode="yyyy/m/d">
                  <c:v>42062</c:v>
                </c:pt>
                <c:pt idx="420" c:formatCode="yyyy/m/d">
                  <c:v>42065</c:v>
                </c:pt>
                <c:pt idx="421" c:formatCode="yyyy/m/d">
                  <c:v>42066</c:v>
                </c:pt>
                <c:pt idx="422" c:formatCode="yyyy/m/d">
                  <c:v>42067</c:v>
                </c:pt>
                <c:pt idx="423" c:formatCode="yyyy/m/d">
                  <c:v>42068</c:v>
                </c:pt>
                <c:pt idx="424" c:formatCode="yyyy/m/d">
                  <c:v>42069</c:v>
                </c:pt>
                <c:pt idx="425" c:formatCode="yyyy/m/d">
                  <c:v>42072</c:v>
                </c:pt>
                <c:pt idx="426" c:formatCode="yyyy/m/d">
                  <c:v>42073</c:v>
                </c:pt>
                <c:pt idx="427" c:formatCode="yyyy/m/d">
                  <c:v>42074</c:v>
                </c:pt>
                <c:pt idx="428" c:formatCode="yyyy/m/d">
                  <c:v>42075</c:v>
                </c:pt>
                <c:pt idx="429" c:formatCode="yyyy/m/d">
                  <c:v>42076</c:v>
                </c:pt>
                <c:pt idx="430" c:formatCode="yyyy/m/d">
                  <c:v>42079</c:v>
                </c:pt>
                <c:pt idx="431" c:formatCode="yyyy/m/d">
                  <c:v>42080</c:v>
                </c:pt>
                <c:pt idx="432" c:formatCode="yyyy/m/d">
                  <c:v>42081</c:v>
                </c:pt>
                <c:pt idx="433" c:formatCode="yyyy/m/d">
                  <c:v>42082</c:v>
                </c:pt>
                <c:pt idx="434" c:formatCode="yyyy/m/d">
                  <c:v>42083</c:v>
                </c:pt>
                <c:pt idx="435" c:formatCode="yyyy/m/d">
                  <c:v>42086</c:v>
                </c:pt>
                <c:pt idx="436" c:formatCode="yyyy/m/d">
                  <c:v>42087</c:v>
                </c:pt>
                <c:pt idx="437" c:formatCode="yyyy/m/d">
                  <c:v>42088</c:v>
                </c:pt>
                <c:pt idx="438" c:formatCode="yyyy/m/d">
                  <c:v>42089</c:v>
                </c:pt>
                <c:pt idx="439" c:formatCode="yyyy/m/d">
                  <c:v>42090</c:v>
                </c:pt>
                <c:pt idx="440" c:formatCode="yyyy/m/d">
                  <c:v>42093</c:v>
                </c:pt>
                <c:pt idx="441" c:formatCode="yyyy/m/d">
                  <c:v>42094</c:v>
                </c:pt>
                <c:pt idx="442" c:formatCode="yyyy/m/d">
                  <c:v>42095</c:v>
                </c:pt>
                <c:pt idx="443" c:formatCode="yyyy/m/d">
                  <c:v>42096</c:v>
                </c:pt>
                <c:pt idx="444" c:formatCode="yyyy/m/d">
                  <c:v>42097</c:v>
                </c:pt>
                <c:pt idx="445" c:formatCode="yyyy/m/d">
                  <c:v>42101</c:v>
                </c:pt>
                <c:pt idx="446" c:formatCode="yyyy/m/d">
                  <c:v>42102</c:v>
                </c:pt>
                <c:pt idx="447" c:formatCode="yyyy/m/d">
                  <c:v>42103</c:v>
                </c:pt>
                <c:pt idx="448" c:formatCode="yyyy/m/d">
                  <c:v>42104</c:v>
                </c:pt>
                <c:pt idx="449" c:formatCode="yyyy/m/d">
                  <c:v>42107</c:v>
                </c:pt>
                <c:pt idx="450" c:formatCode="yyyy/m/d">
                  <c:v>42108</c:v>
                </c:pt>
                <c:pt idx="451" c:formatCode="yyyy/m/d">
                  <c:v>42109</c:v>
                </c:pt>
                <c:pt idx="452" c:formatCode="yyyy/m/d">
                  <c:v>42110</c:v>
                </c:pt>
                <c:pt idx="453" c:formatCode="yyyy/m/d">
                  <c:v>42111</c:v>
                </c:pt>
                <c:pt idx="454" c:formatCode="yyyy/m/d">
                  <c:v>42114</c:v>
                </c:pt>
                <c:pt idx="455" c:formatCode="yyyy/m/d">
                  <c:v>42115</c:v>
                </c:pt>
                <c:pt idx="456" c:formatCode="yyyy/m/d">
                  <c:v>42116</c:v>
                </c:pt>
                <c:pt idx="457" c:formatCode="yyyy/m/d">
                  <c:v>42117</c:v>
                </c:pt>
                <c:pt idx="458" c:formatCode="yyyy/m/d">
                  <c:v>42118</c:v>
                </c:pt>
                <c:pt idx="459" c:formatCode="yyyy/m/d">
                  <c:v>42121</c:v>
                </c:pt>
                <c:pt idx="460" c:formatCode="yyyy/m/d">
                  <c:v>42122</c:v>
                </c:pt>
                <c:pt idx="461" c:formatCode="yyyy/m/d">
                  <c:v>42123</c:v>
                </c:pt>
                <c:pt idx="462" c:formatCode="yyyy/m/d">
                  <c:v>42124</c:v>
                </c:pt>
                <c:pt idx="463" c:formatCode="yyyy/m/d">
                  <c:v>42128</c:v>
                </c:pt>
                <c:pt idx="464" c:formatCode="yyyy/m/d">
                  <c:v>42129</c:v>
                </c:pt>
                <c:pt idx="465" c:formatCode="yyyy/m/d">
                  <c:v>42130</c:v>
                </c:pt>
                <c:pt idx="466" c:formatCode="yyyy/m/d">
                  <c:v>42131</c:v>
                </c:pt>
                <c:pt idx="467" c:formatCode="yyyy/m/d">
                  <c:v>42132</c:v>
                </c:pt>
                <c:pt idx="468" c:formatCode="yyyy/m/d">
                  <c:v>42135</c:v>
                </c:pt>
                <c:pt idx="469" c:formatCode="yyyy/m/d">
                  <c:v>42136</c:v>
                </c:pt>
                <c:pt idx="470" c:formatCode="yyyy/m/d">
                  <c:v>42137</c:v>
                </c:pt>
                <c:pt idx="471" c:formatCode="yyyy/m/d">
                  <c:v>42138</c:v>
                </c:pt>
                <c:pt idx="472" c:formatCode="yyyy/m/d">
                  <c:v>42139</c:v>
                </c:pt>
                <c:pt idx="473" c:formatCode="yyyy/m/d">
                  <c:v>42142</c:v>
                </c:pt>
                <c:pt idx="474" c:formatCode="yyyy/m/d">
                  <c:v>42143</c:v>
                </c:pt>
                <c:pt idx="475" c:formatCode="yyyy/m/d">
                  <c:v>42144</c:v>
                </c:pt>
                <c:pt idx="476" c:formatCode="yyyy/m/d">
                  <c:v>42145</c:v>
                </c:pt>
                <c:pt idx="477" c:formatCode="yyyy/m/d">
                  <c:v>42146</c:v>
                </c:pt>
                <c:pt idx="478" c:formatCode="yyyy/m/d">
                  <c:v>42149</c:v>
                </c:pt>
                <c:pt idx="479" c:formatCode="yyyy/m/d">
                  <c:v>42150</c:v>
                </c:pt>
                <c:pt idx="480" c:formatCode="yyyy/m/d">
                  <c:v>42151</c:v>
                </c:pt>
                <c:pt idx="481" c:formatCode="yyyy/m/d">
                  <c:v>42152</c:v>
                </c:pt>
                <c:pt idx="482" c:formatCode="yyyy/m/d">
                  <c:v>42153</c:v>
                </c:pt>
                <c:pt idx="483" c:formatCode="yyyy/m/d">
                  <c:v>42156</c:v>
                </c:pt>
                <c:pt idx="484" c:formatCode="yyyy/m/d">
                  <c:v>42157</c:v>
                </c:pt>
                <c:pt idx="485" c:formatCode="yyyy/m/d">
                  <c:v>42158</c:v>
                </c:pt>
                <c:pt idx="486" c:formatCode="yyyy/m/d">
                  <c:v>42159</c:v>
                </c:pt>
                <c:pt idx="487" c:formatCode="yyyy/m/d">
                  <c:v>42160</c:v>
                </c:pt>
                <c:pt idx="488" c:formatCode="yyyy/m/d">
                  <c:v>42163</c:v>
                </c:pt>
                <c:pt idx="489" c:formatCode="yyyy/m/d">
                  <c:v>42164</c:v>
                </c:pt>
                <c:pt idx="490" c:formatCode="yyyy/m/d">
                  <c:v>42165</c:v>
                </c:pt>
                <c:pt idx="491" c:formatCode="yyyy/m/d">
                  <c:v>42166</c:v>
                </c:pt>
                <c:pt idx="492" c:formatCode="yyyy/m/d">
                  <c:v>42167</c:v>
                </c:pt>
                <c:pt idx="493" c:formatCode="yyyy/m/d">
                  <c:v>42170</c:v>
                </c:pt>
                <c:pt idx="494" c:formatCode="yyyy/m/d">
                  <c:v>42171</c:v>
                </c:pt>
                <c:pt idx="495" c:formatCode="yyyy/m/d">
                  <c:v>42172</c:v>
                </c:pt>
                <c:pt idx="496" c:formatCode="yyyy/m/d">
                  <c:v>42173</c:v>
                </c:pt>
                <c:pt idx="497" c:formatCode="yyyy/m/d">
                  <c:v>42174</c:v>
                </c:pt>
                <c:pt idx="498" c:formatCode="yyyy/m/d">
                  <c:v>42178</c:v>
                </c:pt>
                <c:pt idx="499" c:formatCode="yyyy/m/d">
                  <c:v>42179</c:v>
                </c:pt>
                <c:pt idx="500" c:formatCode="yyyy/m/d">
                  <c:v>42180</c:v>
                </c:pt>
                <c:pt idx="501" c:formatCode="yyyy/m/d">
                  <c:v>42181</c:v>
                </c:pt>
                <c:pt idx="502" c:formatCode="yyyy/m/d">
                  <c:v>42184</c:v>
                </c:pt>
                <c:pt idx="503" c:formatCode="yyyy/m/d">
                  <c:v>42185</c:v>
                </c:pt>
                <c:pt idx="504" c:formatCode="yyyy/m/d">
                  <c:v>42186</c:v>
                </c:pt>
                <c:pt idx="505" c:formatCode="yyyy/m/d">
                  <c:v>42187</c:v>
                </c:pt>
                <c:pt idx="506" c:formatCode="yyyy/m/d">
                  <c:v>42188</c:v>
                </c:pt>
                <c:pt idx="507" c:formatCode="yyyy/m/d">
                  <c:v>42191</c:v>
                </c:pt>
                <c:pt idx="508" c:formatCode="yyyy/m/d">
                  <c:v>42192</c:v>
                </c:pt>
                <c:pt idx="509" c:formatCode="yyyy/m/d">
                  <c:v>42193</c:v>
                </c:pt>
                <c:pt idx="510" c:formatCode="yyyy/m/d">
                  <c:v>42194</c:v>
                </c:pt>
                <c:pt idx="511" c:formatCode="yyyy/m/d">
                  <c:v>42195</c:v>
                </c:pt>
                <c:pt idx="512" c:formatCode="yyyy/m/d">
                  <c:v>42198</c:v>
                </c:pt>
                <c:pt idx="513" c:formatCode="yyyy/m/d">
                  <c:v>42199</c:v>
                </c:pt>
                <c:pt idx="514" c:formatCode="yyyy/m/d">
                  <c:v>42200</c:v>
                </c:pt>
                <c:pt idx="515" c:formatCode="yyyy/m/d">
                  <c:v>42201</c:v>
                </c:pt>
                <c:pt idx="516" c:formatCode="yyyy/m/d">
                  <c:v>42202</c:v>
                </c:pt>
                <c:pt idx="517" c:formatCode="yyyy/m/d">
                  <c:v>42205</c:v>
                </c:pt>
                <c:pt idx="518" c:formatCode="yyyy/m/d">
                  <c:v>42206</c:v>
                </c:pt>
                <c:pt idx="519" c:formatCode="yyyy/m/d">
                  <c:v>42207</c:v>
                </c:pt>
                <c:pt idx="520" c:formatCode="yyyy/m/d">
                  <c:v>42208</c:v>
                </c:pt>
                <c:pt idx="521" c:formatCode="yyyy/m/d">
                  <c:v>42209</c:v>
                </c:pt>
                <c:pt idx="522" c:formatCode="yyyy/m/d">
                  <c:v>42212</c:v>
                </c:pt>
                <c:pt idx="523" c:formatCode="yyyy/m/d">
                  <c:v>42213</c:v>
                </c:pt>
                <c:pt idx="524" c:formatCode="yyyy/m/d">
                  <c:v>42214</c:v>
                </c:pt>
                <c:pt idx="525" c:formatCode="yyyy/m/d">
                  <c:v>42215</c:v>
                </c:pt>
                <c:pt idx="526" c:formatCode="yyyy/m/d">
                  <c:v>42216</c:v>
                </c:pt>
                <c:pt idx="527" c:formatCode="yyyy/m/d">
                  <c:v>42219</c:v>
                </c:pt>
                <c:pt idx="528" c:formatCode="yyyy/m/d">
                  <c:v>42220</c:v>
                </c:pt>
                <c:pt idx="529" c:formatCode="yyyy/m/d">
                  <c:v>42221</c:v>
                </c:pt>
                <c:pt idx="530" c:formatCode="yyyy/m/d">
                  <c:v>42222</c:v>
                </c:pt>
                <c:pt idx="531" c:formatCode="yyyy/m/d">
                  <c:v>42223</c:v>
                </c:pt>
                <c:pt idx="532" c:formatCode="yyyy/m/d">
                  <c:v>42226</c:v>
                </c:pt>
                <c:pt idx="533" c:formatCode="yyyy/m/d">
                  <c:v>42227</c:v>
                </c:pt>
                <c:pt idx="534" c:formatCode="yyyy/m/d">
                  <c:v>42228</c:v>
                </c:pt>
                <c:pt idx="535" c:formatCode="yyyy/m/d">
                  <c:v>42229</c:v>
                </c:pt>
                <c:pt idx="536" c:formatCode="yyyy/m/d">
                  <c:v>42230</c:v>
                </c:pt>
                <c:pt idx="537" c:formatCode="yyyy/m/d">
                  <c:v>42233</c:v>
                </c:pt>
                <c:pt idx="538" c:formatCode="yyyy/m/d">
                  <c:v>42234</c:v>
                </c:pt>
                <c:pt idx="539" c:formatCode="yyyy/m/d">
                  <c:v>42235</c:v>
                </c:pt>
                <c:pt idx="540" c:formatCode="yyyy/m/d">
                  <c:v>42236</c:v>
                </c:pt>
                <c:pt idx="541" c:formatCode="yyyy/m/d">
                  <c:v>42237</c:v>
                </c:pt>
                <c:pt idx="542" c:formatCode="yyyy/m/d">
                  <c:v>42240</c:v>
                </c:pt>
                <c:pt idx="543" c:formatCode="yyyy/m/d">
                  <c:v>42241</c:v>
                </c:pt>
                <c:pt idx="544" c:formatCode="yyyy/m/d">
                  <c:v>42242</c:v>
                </c:pt>
                <c:pt idx="545" c:formatCode="yyyy/m/d">
                  <c:v>42243</c:v>
                </c:pt>
                <c:pt idx="546" c:formatCode="yyyy/m/d">
                  <c:v>42244</c:v>
                </c:pt>
                <c:pt idx="547" c:formatCode="yyyy/m/d">
                  <c:v>42247</c:v>
                </c:pt>
                <c:pt idx="548" c:formatCode="yyyy/m/d">
                  <c:v>42248</c:v>
                </c:pt>
                <c:pt idx="549" c:formatCode="yyyy/m/d">
                  <c:v>42249</c:v>
                </c:pt>
                <c:pt idx="550" c:formatCode="yyyy/m/d">
                  <c:v>42254</c:v>
                </c:pt>
                <c:pt idx="551" c:formatCode="yyyy/m/d">
                  <c:v>42255</c:v>
                </c:pt>
                <c:pt idx="552" c:formatCode="yyyy/m/d">
                  <c:v>42256</c:v>
                </c:pt>
                <c:pt idx="553" c:formatCode="yyyy/m/d">
                  <c:v>42257</c:v>
                </c:pt>
                <c:pt idx="554" c:formatCode="yyyy/m/d">
                  <c:v>42258</c:v>
                </c:pt>
                <c:pt idx="555" c:formatCode="yyyy/m/d">
                  <c:v>42261</c:v>
                </c:pt>
                <c:pt idx="556" c:formatCode="yyyy/m/d">
                  <c:v>42262</c:v>
                </c:pt>
                <c:pt idx="557" c:formatCode="yyyy/m/d">
                  <c:v>42263</c:v>
                </c:pt>
                <c:pt idx="558" c:formatCode="yyyy/m/d">
                  <c:v>42264</c:v>
                </c:pt>
                <c:pt idx="559" c:formatCode="yyyy/m/d">
                  <c:v>42265</c:v>
                </c:pt>
                <c:pt idx="560" c:formatCode="yyyy/m/d">
                  <c:v>42268</c:v>
                </c:pt>
                <c:pt idx="561" c:formatCode="yyyy/m/d">
                  <c:v>42269</c:v>
                </c:pt>
                <c:pt idx="562" c:formatCode="yyyy/m/d">
                  <c:v>42270</c:v>
                </c:pt>
                <c:pt idx="563" c:formatCode="yyyy/m/d">
                  <c:v>42271</c:v>
                </c:pt>
                <c:pt idx="564" c:formatCode="yyyy/m/d">
                  <c:v>42272</c:v>
                </c:pt>
                <c:pt idx="565" c:formatCode="yyyy/m/d">
                  <c:v>42275</c:v>
                </c:pt>
                <c:pt idx="566" c:formatCode="yyyy/m/d">
                  <c:v>42276</c:v>
                </c:pt>
                <c:pt idx="567" c:formatCode="yyyy/m/d">
                  <c:v>42277</c:v>
                </c:pt>
                <c:pt idx="568" c:formatCode="yyyy/m/d">
                  <c:v>42285</c:v>
                </c:pt>
                <c:pt idx="569" c:formatCode="yyyy/m/d">
                  <c:v>42286</c:v>
                </c:pt>
                <c:pt idx="570" c:formatCode="yyyy/m/d">
                  <c:v>42289</c:v>
                </c:pt>
                <c:pt idx="571" c:formatCode="yyyy/m/d">
                  <c:v>42290</c:v>
                </c:pt>
                <c:pt idx="572" c:formatCode="yyyy/m/d">
                  <c:v>42291</c:v>
                </c:pt>
                <c:pt idx="573" c:formatCode="yyyy/m/d">
                  <c:v>42292</c:v>
                </c:pt>
                <c:pt idx="574" c:formatCode="yyyy/m/d">
                  <c:v>42293</c:v>
                </c:pt>
                <c:pt idx="575" c:formatCode="yyyy/m/d">
                  <c:v>42296</c:v>
                </c:pt>
                <c:pt idx="576" c:formatCode="yyyy/m/d">
                  <c:v>42297</c:v>
                </c:pt>
                <c:pt idx="577" c:formatCode="yyyy/m/d">
                  <c:v>42298</c:v>
                </c:pt>
                <c:pt idx="578" c:formatCode="yyyy/m/d">
                  <c:v>42299</c:v>
                </c:pt>
                <c:pt idx="579" c:formatCode="yyyy/m/d">
                  <c:v>42300</c:v>
                </c:pt>
                <c:pt idx="580" c:formatCode="yyyy/m/d">
                  <c:v>42303</c:v>
                </c:pt>
                <c:pt idx="581" c:formatCode="yyyy/m/d">
                  <c:v>42304</c:v>
                </c:pt>
                <c:pt idx="582" c:formatCode="yyyy/m/d">
                  <c:v>42305</c:v>
                </c:pt>
                <c:pt idx="583" c:formatCode="yyyy/m/d">
                  <c:v>42306</c:v>
                </c:pt>
                <c:pt idx="584" c:formatCode="yyyy/m/d">
                  <c:v>42307</c:v>
                </c:pt>
                <c:pt idx="585" c:formatCode="yyyy/m/d">
                  <c:v>42310</c:v>
                </c:pt>
                <c:pt idx="586" c:formatCode="yyyy/m/d">
                  <c:v>42311</c:v>
                </c:pt>
                <c:pt idx="587" c:formatCode="yyyy/m/d">
                  <c:v>42312</c:v>
                </c:pt>
                <c:pt idx="588" c:formatCode="yyyy/m/d">
                  <c:v>42313</c:v>
                </c:pt>
                <c:pt idx="589" c:formatCode="yyyy/m/d">
                  <c:v>42314</c:v>
                </c:pt>
                <c:pt idx="590" c:formatCode="yyyy/m/d">
                  <c:v>42317</c:v>
                </c:pt>
                <c:pt idx="591" c:formatCode="yyyy/m/d">
                  <c:v>42318</c:v>
                </c:pt>
                <c:pt idx="592" c:formatCode="yyyy/m/d">
                  <c:v>42319</c:v>
                </c:pt>
                <c:pt idx="593" c:formatCode="yyyy/m/d">
                  <c:v>42320</c:v>
                </c:pt>
                <c:pt idx="594" c:formatCode="yyyy/m/d">
                  <c:v>42321</c:v>
                </c:pt>
                <c:pt idx="595" c:formatCode="yyyy/m/d">
                  <c:v>42324</c:v>
                </c:pt>
                <c:pt idx="596" c:formatCode="yyyy/m/d">
                  <c:v>42325</c:v>
                </c:pt>
                <c:pt idx="597" c:formatCode="yyyy/m/d">
                  <c:v>42326</c:v>
                </c:pt>
                <c:pt idx="598" c:formatCode="yyyy/m/d">
                  <c:v>42327</c:v>
                </c:pt>
                <c:pt idx="599" c:formatCode="yyyy/m/d">
                  <c:v>42328</c:v>
                </c:pt>
                <c:pt idx="600" c:formatCode="yyyy/m/d">
                  <c:v>42331</c:v>
                </c:pt>
                <c:pt idx="601" c:formatCode="yyyy/m/d">
                  <c:v>42332</c:v>
                </c:pt>
                <c:pt idx="602" c:formatCode="yyyy/m/d">
                  <c:v>42333</c:v>
                </c:pt>
                <c:pt idx="603" c:formatCode="yyyy/m/d">
                  <c:v>42334</c:v>
                </c:pt>
                <c:pt idx="604" c:formatCode="yyyy/m/d">
                  <c:v>42335</c:v>
                </c:pt>
                <c:pt idx="605" c:formatCode="yyyy/m/d">
                  <c:v>42338</c:v>
                </c:pt>
                <c:pt idx="606" c:formatCode="yyyy/m/d">
                  <c:v>42339</c:v>
                </c:pt>
                <c:pt idx="607" c:formatCode="yyyy/m/d">
                  <c:v>42340</c:v>
                </c:pt>
                <c:pt idx="608" c:formatCode="yyyy/m/d">
                  <c:v>42341</c:v>
                </c:pt>
                <c:pt idx="609" c:formatCode="yyyy/m/d">
                  <c:v>42342</c:v>
                </c:pt>
                <c:pt idx="610" c:formatCode="yyyy/m/d">
                  <c:v>42345</c:v>
                </c:pt>
                <c:pt idx="611" c:formatCode="yyyy/m/d">
                  <c:v>42346</c:v>
                </c:pt>
                <c:pt idx="612" c:formatCode="yyyy/m/d">
                  <c:v>42347</c:v>
                </c:pt>
                <c:pt idx="613" c:formatCode="yyyy/m/d">
                  <c:v>42348</c:v>
                </c:pt>
                <c:pt idx="614" c:formatCode="yyyy/m/d">
                  <c:v>42349</c:v>
                </c:pt>
                <c:pt idx="615" c:formatCode="yyyy/m/d">
                  <c:v>42352</c:v>
                </c:pt>
                <c:pt idx="616" c:formatCode="yyyy/m/d">
                  <c:v>42353</c:v>
                </c:pt>
                <c:pt idx="617" c:formatCode="yyyy/m/d">
                  <c:v>42354</c:v>
                </c:pt>
                <c:pt idx="618" c:formatCode="yyyy/m/d">
                  <c:v>42355</c:v>
                </c:pt>
                <c:pt idx="619" c:formatCode="yyyy/m/d">
                  <c:v>42356</c:v>
                </c:pt>
                <c:pt idx="620" c:formatCode="yyyy/m/d">
                  <c:v>42359</c:v>
                </c:pt>
                <c:pt idx="621" c:formatCode="yyyy/m/d">
                  <c:v>42360</c:v>
                </c:pt>
                <c:pt idx="622" c:formatCode="yyyy/m/d">
                  <c:v>42361</c:v>
                </c:pt>
                <c:pt idx="623" c:formatCode="yyyy/m/d">
                  <c:v>42362</c:v>
                </c:pt>
                <c:pt idx="624" c:formatCode="yyyy/m/d">
                  <c:v>42363</c:v>
                </c:pt>
                <c:pt idx="625" c:formatCode="yyyy/m/d">
                  <c:v>42366</c:v>
                </c:pt>
                <c:pt idx="626" c:formatCode="yyyy/m/d">
                  <c:v>42367</c:v>
                </c:pt>
                <c:pt idx="627" c:formatCode="yyyy/m/d">
                  <c:v>42368</c:v>
                </c:pt>
                <c:pt idx="628" c:formatCode="yyyy/m/d">
                  <c:v>42369</c:v>
                </c:pt>
                <c:pt idx="629" c:formatCode="yyyy/m/d">
                  <c:v>42373</c:v>
                </c:pt>
                <c:pt idx="630" c:formatCode="yyyy/m/d">
                  <c:v>42374</c:v>
                </c:pt>
                <c:pt idx="631" c:formatCode="yyyy/m/d">
                  <c:v>42375</c:v>
                </c:pt>
                <c:pt idx="632" c:formatCode="yyyy/m/d">
                  <c:v>42376</c:v>
                </c:pt>
                <c:pt idx="633" c:formatCode="yyyy/m/d">
                  <c:v>42377</c:v>
                </c:pt>
                <c:pt idx="634" c:formatCode="yyyy/m/d">
                  <c:v>42380</c:v>
                </c:pt>
                <c:pt idx="635" c:formatCode="yyyy/m/d">
                  <c:v>42381</c:v>
                </c:pt>
                <c:pt idx="636" c:formatCode="yyyy/m/d">
                  <c:v>42382</c:v>
                </c:pt>
                <c:pt idx="637" c:formatCode="yyyy/m/d">
                  <c:v>42383</c:v>
                </c:pt>
                <c:pt idx="638" c:formatCode="yyyy/m/d">
                  <c:v>42384</c:v>
                </c:pt>
                <c:pt idx="639" c:formatCode="yyyy/m/d">
                  <c:v>42387</c:v>
                </c:pt>
                <c:pt idx="640" c:formatCode="yyyy/m/d">
                  <c:v>42388</c:v>
                </c:pt>
                <c:pt idx="641" c:formatCode="yyyy/m/d">
                  <c:v>42389</c:v>
                </c:pt>
                <c:pt idx="642" c:formatCode="yyyy/m/d">
                  <c:v>42390</c:v>
                </c:pt>
                <c:pt idx="643" c:formatCode="yyyy/m/d">
                  <c:v>42391</c:v>
                </c:pt>
                <c:pt idx="644" c:formatCode="yyyy/m/d">
                  <c:v>42394</c:v>
                </c:pt>
                <c:pt idx="645" c:formatCode="yyyy/m/d">
                  <c:v>42395</c:v>
                </c:pt>
                <c:pt idx="646" c:formatCode="yyyy/m/d">
                  <c:v>42396</c:v>
                </c:pt>
                <c:pt idx="647" c:formatCode="yyyy/m/d">
                  <c:v>42397</c:v>
                </c:pt>
                <c:pt idx="648" c:formatCode="yyyy/m/d">
                  <c:v>42398</c:v>
                </c:pt>
                <c:pt idx="649" c:formatCode="yyyy/m/d">
                  <c:v>42401</c:v>
                </c:pt>
                <c:pt idx="650" c:formatCode="yyyy/m/d">
                  <c:v>42402</c:v>
                </c:pt>
                <c:pt idx="651" c:formatCode="yyyy/m/d">
                  <c:v>42403</c:v>
                </c:pt>
                <c:pt idx="652" c:formatCode="yyyy/m/d">
                  <c:v>42404</c:v>
                </c:pt>
                <c:pt idx="653" c:formatCode="yyyy/m/d">
                  <c:v>42405</c:v>
                </c:pt>
                <c:pt idx="654" c:formatCode="yyyy/m/d">
                  <c:v>42415</c:v>
                </c:pt>
                <c:pt idx="655" c:formatCode="yyyy/m/d">
                  <c:v>42416</c:v>
                </c:pt>
                <c:pt idx="656" c:formatCode="yyyy/m/d">
                  <c:v>42417</c:v>
                </c:pt>
                <c:pt idx="657" c:formatCode="yyyy/m/d">
                  <c:v>42418</c:v>
                </c:pt>
                <c:pt idx="658" c:formatCode="yyyy/m/d">
                  <c:v>42419</c:v>
                </c:pt>
                <c:pt idx="659" c:formatCode="yyyy/m/d">
                  <c:v>42422</c:v>
                </c:pt>
                <c:pt idx="660" c:formatCode="yyyy/m/d">
                  <c:v>42423</c:v>
                </c:pt>
                <c:pt idx="661" c:formatCode="yyyy/m/d">
                  <c:v>42424</c:v>
                </c:pt>
                <c:pt idx="662" c:formatCode="yyyy/m/d">
                  <c:v>42425</c:v>
                </c:pt>
                <c:pt idx="663" c:formatCode="yyyy/m/d">
                  <c:v>42426</c:v>
                </c:pt>
                <c:pt idx="664" c:formatCode="yyyy/m/d">
                  <c:v>42429</c:v>
                </c:pt>
                <c:pt idx="665" c:formatCode="yyyy/m/d">
                  <c:v>42430</c:v>
                </c:pt>
                <c:pt idx="666" c:formatCode="yyyy/m/d">
                  <c:v>42431</c:v>
                </c:pt>
                <c:pt idx="667" c:formatCode="yyyy/m/d">
                  <c:v>42432</c:v>
                </c:pt>
                <c:pt idx="668" c:formatCode="yyyy/m/d">
                  <c:v>42433</c:v>
                </c:pt>
                <c:pt idx="669" c:formatCode="yyyy/m/d">
                  <c:v>42436</c:v>
                </c:pt>
                <c:pt idx="670" c:formatCode="yyyy/m/d">
                  <c:v>42437</c:v>
                </c:pt>
                <c:pt idx="671" c:formatCode="yyyy/m/d">
                  <c:v>42438</c:v>
                </c:pt>
                <c:pt idx="672" c:formatCode="yyyy/m/d">
                  <c:v>42439</c:v>
                </c:pt>
                <c:pt idx="673" c:formatCode="yyyy/m/d">
                  <c:v>42440</c:v>
                </c:pt>
                <c:pt idx="674" c:formatCode="yyyy/m/d">
                  <c:v>42443</c:v>
                </c:pt>
                <c:pt idx="675" c:formatCode="yyyy/m/d">
                  <c:v>42444</c:v>
                </c:pt>
                <c:pt idx="676" c:formatCode="yyyy/m/d">
                  <c:v>42445</c:v>
                </c:pt>
                <c:pt idx="677" c:formatCode="yyyy/m/d">
                  <c:v>42446</c:v>
                </c:pt>
                <c:pt idx="678" c:formatCode="yyyy/m/d">
                  <c:v>42447</c:v>
                </c:pt>
                <c:pt idx="679" c:formatCode="yyyy/m/d">
                  <c:v>42450</c:v>
                </c:pt>
                <c:pt idx="680" c:formatCode="yyyy/m/d">
                  <c:v>42451</c:v>
                </c:pt>
                <c:pt idx="681" c:formatCode="yyyy/m/d">
                  <c:v>42452</c:v>
                </c:pt>
                <c:pt idx="682" c:formatCode="yyyy/m/d">
                  <c:v>42453</c:v>
                </c:pt>
                <c:pt idx="683" c:formatCode="yyyy/m/d">
                  <c:v>42454</c:v>
                </c:pt>
                <c:pt idx="684" c:formatCode="yyyy/m/d">
                  <c:v>42457</c:v>
                </c:pt>
                <c:pt idx="685" c:formatCode="yyyy/m/d">
                  <c:v>42458</c:v>
                </c:pt>
                <c:pt idx="686" c:formatCode="yyyy/m/d">
                  <c:v>42459</c:v>
                </c:pt>
                <c:pt idx="687" c:formatCode="yyyy/m/d">
                  <c:v>42460</c:v>
                </c:pt>
                <c:pt idx="688" c:formatCode="yyyy/m/d">
                  <c:v>42461</c:v>
                </c:pt>
                <c:pt idx="689" c:formatCode="yyyy/m/d">
                  <c:v>42465</c:v>
                </c:pt>
                <c:pt idx="690" c:formatCode="yyyy/m/d">
                  <c:v>42466</c:v>
                </c:pt>
                <c:pt idx="691" c:formatCode="yyyy/m/d">
                  <c:v>42467</c:v>
                </c:pt>
                <c:pt idx="692" c:formatCode="yyyy/m/d">
                  <c:v>42468</c:v>
                </c:pt>
                <c:pt idx="693" c:formatCode="yyyy/m/d">
                  <c:v>42471</c:v>
                </c:pt>
                <c:pt idx="694" c:formatCode="yyyy/m/d">
                  <c:v>42472</c:v>
                </c:pt>
                <c:pt idx="695" c:formatCode="yyyy/m/d">
                  <c:v>42473</c:v>
                </c:pt>
                <c:pt idx="696" c:formatCode="yyyy/m/d">
                  <c:v>42474</c:v>
                </c:pt>
                <c:pt idx="697" c:formatCode="yyyy/m/d">
                  <c:v>42475</c:v>
                </c:pt>
                <c:pt idx="698" c:formatCode="yyyy/m/d">
                  <c:v>42478</c:v>
                </c:pt>
                <c:pt idx="699" c:formatCode="yyyy/m/d">
                  <c:v>42479</c:v>
                </c:pt>
                <c:pt idx="700" c:formatCode="yyyy/m/d">
                  <c:v>42480</c:v>
                </c:pt>
                <c:pt idx="701" c:formatCode="yyyy/m/d">
                  <c:v>42481</c:v>
                </c:pt>
                <c:pt idx="702" c:formatCode="yyyy/m/d">
                  <c:v>42482</c:v>
                </c:pt>
                <c:pt idx="703" c:formatCode="yyyy/m/d">
                  <c:v>42485</c:v>
                </c:pt>
                <c:pt idx="704" c:formatCode="yyyy/m/d">
                  <c:v>42486</c:v>
                </c:pt>
                <c:pt idx="705" c:formatCode="yyyy/m/d">
                  <c:v>42487</c:v>
                </c:pt>
                <c:pt idx="706" c:formatCode="yyyy/m/d">
                  <c:v>42488</c:v>
                </c:pt>
                <c:pt idx="707" c:formatCode="yyyy/m/d">
                  <c:v>42489</c:v>
                </c:pt>
                <c:pt idx="708" c:formatCode="yyyy/m/d">
                  <c:v>42493</c:v>
                </c:pt>
                <c:pt idx="709" c:formatCode="yyyy/m/d">
                  <c:v>42494</c:v>
                </c:pt>
                <c:pt idx="710" c:formatCode="yyyy/m/d">
                  <c:v>42495</c:v>
                </c:pt>
                <c:pt idx="711" c:formatCode="yyyy/m/d">
                  <c:v>42496</c:v>
                </c:pt>
                <c:pt idx="712" c:formatCode="yyyy/m/d">
                  <c:v>42499</c:v>
                </c:pt>
                <c:pt idx="713" c:formatCode="yyyy/m/d">
                  <c:v>42500</c:v>
                </c:pt>
                <c:pt idx="714" c:formatCode="yyyy/m/d">
                  <c:v>42501</c:v>
                </c:pt>
                <c:pt idx="715" c:formatCode="yyyy/m/d">
                  <c:v>42502</c:v>
                </c:pt>
                <c:pt idx="716" c:formatCode="yyyy/m/d">
                  <c:v>42503</c:v>
                </c:pt>
                <c:pt idx="717" c:formatCode="yyyy/m/d">
                  <c:v>42506</c:v>
                </c:pt>
                <c:pt idx="718" c:formatCode="yyyy/m/d">
                  <c:v>42507</c:v>
                </c:pt>
                <c:pt idx="719" c:formatCode="yyyy/m/d">
                  <c:v>42508</c:v>
                </c:pt>
                <c:pt idx="720" c:formatCode="yyyy/m/d">
                  <c:v>42509</c:v>
                </c:pt>
                <c:pt idx="721" c:formatCode="yyyy/m/d">
                  <c:v>42510</c:v>
                </c:pt>
                <c:pt idx="722" c:formatCode="yyyy/m/d">
                  <c:v>42513</c:v>
                </c:pt>
                <c:pt idx="723" c:formatCode="yyyy/m/d">
                  <c:v>42514</c:v>
                </c:pt>
                <c:pt idx="724" c:formatCode="yyyy/m/d">
                  <c:v>42515</c:v>
                </c:pt>
                <c:pt idx="725" c:formatCode="yyyy/m/d">
                  <c:v>42516</c:v>
                </c:pt>
                <c:pt idx="726" c:formatCode="yyyy/m/d">
                  <c:v>42517</c:v>
                </c:pt>
                <c:pt idx="727" c:formatCode="yyyy/m/d">
                  <c:v>42520</c:v>
                </c:pt>
                <c:pt idx="728" c:formatCode="yyyy/m/d">
                  <c:v>42521</c:v>
                </c:pt>
                <c:pt idx="729" c:formatCode="yyyy/m/d">
                  <c:v>42522</c:v>
                </c:pt>
                <c:pt idx="730" c:formatCode="yyyy/m/d">
                  <c:v>42523</c:v>
                </c:pt>
                <c:pt idx="731" c:formatCode="yyyy/m/d">
                  <c:v>42524</c:v>
                </c:pt>
                <c:pt idx="732" c:formatCode="yyyy/m/d">
                  <c:v>42527</c:v>
                </c:pt>
                <c:pt idx="733" c:formatCode="yyyy/m/d">
                  <c:v>42528</c:v>
                </c:pt>
                <c:pt idx="734" c:formatCode="yyyy/m/d">
                  <c:v>42529</c:v>
                </c:pt>
                <c:pt idx="735" c:formatCode="yyyy/m/d">
                  <c:v>42534</c:v>
                </c:pt>
                <c:pt idx="736" c:formatCode="yyyy/m/d">
                  <c:v>42535</c:v>
                </c:pt>
                <c:pt idx="737" c:formatCode="yyyy/m/d">
                  <c:v>42536</c:v>
                </c:pt>
                <c:pt idx="738" c:formatCode="yyyy/m/d">
                  <c:v>42537</c:v>
                </c:pt>
                <c:pt idx="739" c:formatCode="yyyy/m/d">
                  <c:v>42538</c:v>
                </c:pt>
                <c:pt idx="740" c:formatCode="yyyy/m/d">
                  <c:v>42541</c:v>
                </c:pt>
                <c:pt idx="741" c:formatCode="yyyy/m/d">
                  <c:v>42542</c:v>
                </c:pt>
                <c:pt idx="742" c:formatCode="yyyy/m/d">
                  <c:v>42543</c:v>
                </c:pt>
                <c:pt idx="743" c:formatCode="yyyy/m/d">
                  <c:v>42544</c:v>
                </c:pt>
                <c:pt idx="744" c:formatCode="yyyy/m/d">
                  <c:v>42545</c:v>
                </c:pt>
                <c:pt idx="745" c:formatCode="yyyy/m/d">
                  <c:v>42548</c:v>
                </c:pt>
                <c:pt idx="746" c:formatCode="yyyy/m/d">
                  <c:v>42549</c:v>
                </c:pt>
                <c:pt idx="747" c:formatCode="yyyy/m/d">
                  <c:v>42550</c:v>
                </c:pt>
                <c:pt idx="748" c:formatCode="yyyy/m/d">
                  <c:v>42551</c:v>
                </c:pt>
                <c:pt idx="749" c:formatCode="yyyy/m/d">
                  <c:v>42552</c:v>
                </c:pt>
                <c:pt idx="750" c:formatCode="yyyy/m/d">
                  <c:v>42555</c:v>
                </c:pt>
                <c:pt idx="751" c:formatCode="yyyy/m/d">
                  <c:v>42556</c:v>
                </c:pt>
                <c:pt idx="752" c:formatCode="yyyy/m/d">
                  <c:v>42557</c:v>
                </c:pt>
                <c:pt idx="753" c:formatCode="yyyy/m/d">
                  <c:v>42558</c:v>
                </c:pt>
                <c:pt idx="754" c:formatCode="yyyy/m/d">
                  <c:v>42559</c:v>
                </c:pt>
                <c:pt idx="755" c:formatCode="yyyy/m/d">
                  <c:v>42562</c:v>
                </c:pt>
                <c:pt idx="756" c:formatCode="yyyy/m/d">
                  <c:v>42563</c:v>
                </c:pt>
                <c:pt idx="757" c:formatCode="yyyy/m/d">
                  <c:v>42564</c:v>
                </c:pt>
                <c:pt idx="758" c:formatCode="yyyy/m/d">
                  <c:v>42565</c:v>
                </c:pt>
                <c:pt idx="759" c:formatCode="yyyy/m/d">
                  <c:v>42566</c:v>
                </c:pt>
                <c:pt idx="760" c:formatCode="yyyy/m/d">
                  <c:v>42569</c:v>
                </c:pt>
                <c:pt idx="761" c:formatCode="yyyy/m/d">
                  <c:v>42570</c:v>
                </c:pt>
                <c:pt idx="762" c:formatCode="yyyy/m/d">
                  <c:v>42571</c:v>
                </c:pt>
                <c:pt idx="763" c:formatCode="yyyy/m/d">
                  <c:v>42572</c:v>
                </c:pt>
                <c:pt idx="764" c:formatCode="yyyy/m/d">
                  <c:v>42573</c:v>
                </c:pt>
                <c:pt idx="765" c:formatCode="yyyy/m/d">
                  <c:v>42576</c:v>
                </c:pt>
                <c:pt idx="766" c:formatCode="yyyy/m/d">
                  <c:v>42577</c:v>
                </c:pt>
                <c:pt idx="767" c:formatCode="yyyy/m/d">
                  <c:v>42578</c:v>
                </c:pt>
                <c:pt idx="768" c:formatCode="yyyy/m/d">
                  <c:v>42579</c:v>
                </c:pt>
                <c:pt idx="769" c:formatCode="yyyy/m/d">
                  <c:v>42580</c:v>
                </c:pt>
                <c:pt idx="770" c:formatCode="yyyy/m/d">
                  <c:v>42583</c:v>
                </c:pt>
                <c:pt idx="771" c:formatCode="yyyy/m/d">
                  <c:v>42584</c:v>
                </c:pt>
                <c:pt idx="772" c:formatCode="yyyy/m/d">
                  <c:v>42585</c:v>
                </c:pt>
                <c:pt idx="773" c:formatCode="yyyy/m/d">
                  <c:v>42586</c:v>
                </c:pt>
                <c:pt idx="774" c:formatCode="yyyy/m/d">
                  <c:v>42587</c:v>
                </c:pt>
                <c:pt idx="775" c:formatCode="yyyy/m/d">
                  <c:v>42590</c:v>
                </c:pt>
                <c:pt idx="776" c:formatCode="yyyy/m/d">
                  <c:v>42591</c:v>
                </c:pt>
                <c:pt idx="777" c:formatCode="yyyy/m/d">
                  <c:v>42592</c:v>
                </c:pt>
                <c:pt idx="778" c:formatCode="yyyy/m/d">
                  <c:v>42593</c:v>
                </c:pt>
                <c:pt idx="779" c:formatCode="yyyy/m/d">
                  <c:v>42594</c:v>
                </c:pt>
                <c:pt idx="780" c:formatCode="yyyy/m/d">
                  <c:v>42597</c:v>
                </c:pt>
                <c:pt idx="781" c:formatCode="yyyy/m/d">
                  <c:v>42598</c:v>
                </c:pt>
                <c:pt idx="782" c:formatCode="yyyy/m/d">
                  <c:v>42599</c:v>
                </c:pt>
                <c:pt idx="783" c:formatCode="yyyy/m/d">
                  <c:v>42600</c:v>
                </c:pt>
                <c:pt idx="784" c:formatCode="yyyy/m/d">
                  <c:v>42601</c:v>
                </c:pt>
                <c:pt idx="785" c:formatCode="yyyy/m/d">
                  <c:v>42604</c:v>
                </c:pt>
                <c:pt idx="786" c:formatCode="yyyy/m/d">
                  <c:v>42605</c:v>
                </c:pt>
                <c:pt idx="787" c:formatCode="yyyy/m/d">
                  <c:v>42606</c:v>
                </c:pt>
                <c:pt idx="788" c:formatCode="yyyy/m/d">
                  <c:v>42607</c:v>
                </c:pt>
                <c:pt idx="789" c:formatCode="yyyy/m/d">
                  <c:v>42608</c:v>
                </c:pt>
                <c:pt idx="790" c:formatCode="yyyy/m/d">
                  <c:v>42611</c:v>
                </c:pt>
                <c:pt idx="791" c:formatCode="yyyy/m/d">
                  <c:v>42612</c:v>
                </c:pt>
                <c:pt idx="792" c:formatCode="yyyy/m/d">
                  <c:v>42613</c:v>
                </c:pt>
                <c:pt idx="793" c:formatCode="yyyy/m/d">
                  <c:v>42614</c:v>
                </c:pt>
                <c:pt idx="794" c:formatCode="yyyy/m/d">
                  <c:v>42615</c:v>
                </c:pt>
                <c:pt idx="795" c:formatCode="yyyy/m/d">
                  <c:v>42618</c:v>
                </c:pt>
                <c:pt idx="796" c:formatCode="yyyy/m/d">
                  <c:v>42619</c:v>
                </c:pt>
                <c:pt idx="797" c:formatCode="yyyy/m/d">
                  <c:v>42620</c:v>
                </c:pt>
                <c:pt idx="798" c:formatCode="yyyy/m/d">
                  <c:v>42621</c:v>
                </c:pt>
                <c:pt idx="799" c:formatCode="yyyy/m/d">
                  <c:v>42622</c:v>
                </c:pt>
                <c:pt idx="800" c:formatCode="yyyy/m/d">
                  <c:v>42625</c:v>
                </c:pt>
                <c:pt idx="801" c:formatCode="yyyy/m/d">
                  <c:v>42626</c:v>
                </c:pt>
                <c:pt idx="802" c:formatCode="yyyy/m/d">
                  <c:v>42627</c:v>
                </c:pt>
                <c:pt idx="803" c:formatCode="yyyy/m/d">
                  <c:v>42632</c:v>
                </c:pt>
                <c:pt idx="804" c:formatCode="yyyy/m/d">
                  <c:v>42633</c:v>
                </c:pt>
                <c:pt idx="805" c:formatCode="yyyy/m/d">
                  <c:v>42634</c:v>
                </c:pt>
                <c:pt idx="806" c:formatCode="yyyy/m/d">
                  <c:v>42635</c:v>
                </c:pt>
                <c:pt idx="807" c:formatCode="yyyy/m/d">
                  <c:v>42636</c:v>
                </c:pt>
                <c:pt idx="808" c:formatCode="yyyy/m/d">
                  <c:v>42639</c:v>
                </c:pt>
                <c:pt idx="809" c:formatCode="yyyy/m/d">
                  <c:v>42640</c:v>
                </c:pt>
                <c:pt idx="810" c:formatCode="yyyy/m/d">
                  <c:v>42641</c:v>
                </c:pt>
                <c:pt idx="811" c:formatCode="yyyy/m/d">
                  <c:v>42642</c:v>
                </c:pt>
                <c:pt idx="812" c:formatCode="yyyy/m/d">
                  <c:v>42643</c:v>
                </c:pt>
                <c:pt idx="813" c:formatCode="yyyy/m/d">
                  <c:v>42653</c:v>
                </c:pt>
                <c:pt idx="814" c:formatCode="yyyy/m/d">
                  <c:v>42654</c:v>
                </c:pt>
                <c:pt idx="815" c:formatCode="yyyy/m/d">
                  <c:v>42655</c:v>
                </c:pt>
                <c:pt idx="816" c:formatCode="yyyy/m/d">
                  <c:v>42656</c:v>
                </c:pt>
                <c:pt idx="817" c:formatCode="yyyy/m/d">
                  <c:v>42657</c:v>
                </c:pt>
                <c:pt idx="818" c:formatCode="yyyy/m/d">
                  <c:v>42660</c:v>
                </c:pt>
                <c:pt idx="819" c:formatCode="yyyy/m/d">
                  <c:v>42661</c:v>
                </c:pt>
                <c:pt idx="820" c:formatCode="yyyy/m/d">
                  <c:v>42662</c:v>
                </c:pt>
                <c:pt idx="821" c:formatCode="yyyy/m/d">
                  <c:v>42663</c:v>
                </c:pt>
                <c:pt idx="822" c:formatCode="yyyy/m/d">
                  <c:v>42664</c:v>
                </c:pt>
                <c:pt idx="823" c:formatCode="yyyy/m/d">
                  <c:v>42667</c:v>
                </c:pt>
                <c:pt idx="824" c:formatCode="yyyy/m/d">
                  <c:v>42668</c:v>
                </c:pt>
                <c:pt idx="825" c:formatCode="yyyy/m/d">
                  <c:v>42669</c:v>
                </c:pt>
                <c:pt idx="826" c:formatCode="yyyy/m/d">
                  <c:v>42670</c:v>
                </c:pt>
                <c:pt idx="827" c:formatCode="yyyy/m/d">
                  <c:v>42671</c:v>
                </c:pt>
                <c:pt idx="828" c:formatCode="yyyy/m/d">
                  <c:v>42674</c:v>
                </c:pt>
                <c:pt idx="829" c:formatCode="yyyy/m/d">
                  <c:v>42675</c:v>
                </c:pt>
                <c:pt idx="830" c:formatCode="yyyy/m/d">
                  <c:v>42676</c:v>
                </c:pt>
                <c:pt idx="831" c:formatCode="yyyy/m/d">
                  <c:v>42677</c:v>
                </c:pt>
                <c:pt idx="832" c:formatCode="yyyy/m/d">
                  <c:v>42678</c:v>
                </c:pt>
                <c:pt idx="833" c:formatCode="yyyy/m/d">
                  <c:v>42681</c:v>
                </c:pt>
                <c:pt idx="834" c:formatCode="yyyy/m/d">
                  <c:v>42682</c:v>
                </c:pt>
                <c:pt idx="835" c:formatCode="yyyy/m/d">
                  <c:v>42683</c:v>
                </c:pt>
                <c:pt idx="836" c:formatCode="yyyy/m/d">
                  <c:v>42684</c:v>
                </c:pt>
                <c:pt idx="837" c:formatCode="yyyy/m/d">
                  <c:v>42685</c:v>
                </c:pt>
                <c:pt idx="838" c:formatCode="yyyy/m/d">
                  <c:v>42688</c:v>
                </c:pt>
                <c:pt idx="839" c:formatCode="yyyy/m/d">
                  <c:v>42689</c:v>
                </c:pt>
                <c:pt idx="840" c:formatCode="yyyy/m/d">
                  <c:v>42690</c:v>
                </c:pt>
                <c:pt idx="841" c:formatCode="yyyy/m/d">
                  <c:v>42691</c:v>
                </c:pt>
                <c:pt idx="842" c:formatCode="yyyy/m/d">
                  <c:v>42692</c:v>
                </c:pt>
                <c:pt idx="843" c:formatCode="yyyy/m/d">
                  <c:v>42695</c:v>
                </c:pt>
                <c:pt idx="844" c:formatCode="yyyy/m/d">
                  <c:v>42696</c:v>
                </c:pt>
                <c:pt idx="845" c:formatCode="yyyy/m/d">
                  <c:v>42697</c:v>
                </c:pt>
                <c:pt idx="846" c:formatCode="yyyy/m/d">
                  <c:v>42698</c:v>
                </c:pt>
                <c:pt idx="847" c:formatCode="yyyy/m/d">
                  <c:v>42699</c:v>
                </c:pt>
                <c:pt idx="848" c:formatCode="yyyy/m/d">
                  <c:v>42702</c:v>
                </c:pt>
                <c:pt idx="849" c:formatCode="yyyy/m/d">
                  <c:v>42703</c:v>
                </c:pt>
                <c:pt idx="850" c:formatCode="yyyy/m/d">
                  <c:v>42704</c:v>
                </c:pt>
                <c:pt idx="851" c:formatCode="yyyy/m/d">
                  <c:v>42705</c:v>
                </c:pt>
                <c:pt idx="852" c:formatCode="yyyy/m/d">
                  <c:v>42706</c:v>
                </c:pt>
                <c:pt idx="853" c:formatCode="yyyy/m/d">
                  <c:v>42709</c:v>
                </c:pt>
                <c:pt idx="854" c:formatCode="yyyy/m/d">
                  <c:v>42710</c:v>
                </c:pt>
                <c:pt idx="855" c:formatCode="yyyy/m/d">
                  <c:v>42711</c:v>
                </c:pt>
                <c:pt idx="856" c:formatCode="yyyy/m/d">
                  <c:v>42712</c:v>
                </c:pt>
                <c:pt idx="857" c:formatCode="yyyy/m/d">
                  <c:v>42713</c:v>
                </c:pt>
                <c:pt idx="858" c:formatCode="yyyy/m/d">
                  <c:v>42716</c:v>
                </c:pt>
                <c:pt idx="859" c:formatCode="yyyy/m/d">
                  <c:v>42717</c:v>
                </c:pt>
                <c:pt idx="860" c:formatCode="yyyy/m/d">
                  <c:v>42718</c:v>
                </c:pt>
                <c:pt idx="861" c:formatCode="yyyy/m/d">
                  <c:v>42719</c:v>
                </c:pt>
                <c:pt idx="862" c:formatCode="yyyy/m/d">
                  <c:v>42720</c:v>
                </c:pt>
                <c:pt idx="863" c:formatCode="yyyy/m/d">
                  <c:v>42723</c:v>
                </c:pt>
                <c:pt idx="864" c:formatCode="yyyy/m/d">
                  <c:v>42724</c:v>
                </c:pt>
                <c:pt idx="865" c:formatCode="yyyy/m/d">
                  <c:v>42725</c:v>
                </c:pt>
                <c:pt idx="866" c:formatCode="yyyy/m/d">
                  <c:v>42726</c:v>
                </c:pt>
                <c:pt idx="867" c:formatCode="yyyy/m/d">
                  <c:v>42727</c:v>
                </c:pt>
                <c:pt idx="868" c:formatCode="yyyy/m/d">
                  <c:v>42730</c:v>
                </c:pt>
                <c:pt idx="869" c:formatCode="yyyy/m/d">
                  <c:v>42731</c:v>
                </c:pt>
                <c:pt idx="870" c:formatCode="yyyy/m/d">
                  <c:v>42732</c:v>
                </c:pt>
                <c:pt idx="871" c:formatCode="yyyy/m/d">
                  <c:v>42733</c:v>
                </c:pt>
                <c:pt idx="872" c:formatCode="yyyy/m/d">
                  <c:v>42734</c:v>
                </c:pt>
                <c:pt idx="873" c:formatCode="yyyy/m/d">
                  <c:v>42738</c:v>
                </c:pt>
                <c:pt idx="874" c:formatCode="yyyy/m/d">
                  <c:v>42739</c:v>
                </c:pt>
                <c:pt idx="875" c:formatCode="yyyy/m/d">
                  <c:v>42740</c:v>
                </c:pt>
                <c:pt idx="876" c:formatCode="yyyy/m/d">
                  <c:v>42741</c:v>
                </c:pt>
                <c:pt idx="877" c:formatCode="yyyy/m/d">
                  <c:v>42744</c:v>
                </c:pt>
                <c:pt idx="878" c:formatCode="yyyy/m/d">
                  <c:v>42745</c:v>
                </c:pt>
                <c:pt idx="879" c:formatCode="yyyy/m/d">
                  <c:v>42746</c:v>
                </c:pt>
                <c:pt idx="880" c:formatCode="yyyy/m/d">
                  <c:v>42747</c:v>
                </c:pt>
                <c:pt idx="881" c:formatCode="yyyy/m/d">
                  <c:v>42748</c:v>
                </c:pt>
                <c:pt idx="882" c:formatCode="yyyy/m/d">
                  <c:v>42751</c:v>
                </c:pt>
                <c:pt idx="883" c:formatCode="yyyy/m/d">
                  <c:v>42752</c:v>
                </c:pt>
                <c:pt idx="884" c:formatCode="yyyy/m/d">
                  <c:v>42753</c:v>
                </c:pt>
                <c:pt idx="885" c:formatCode="yyyy/m/d">
                  <c:v>42754</c:v>
                </c:pt>
                <c:pt idx="886" c:formatCode="yyyy/m/d">
                  <c:v>42755</c:v>
                </c:pt>
                <c:pt idx="887" c:formatCode="yyyy/m/d">
                  <c:v>42758</c:v>
                </c:pt>
                <c:pt idx="888" c:formatCode="yyyy/m/d">
                  <c:v>42759</c:v>
                </c:pt>
                <c:pt idx="889" c:formatCode="yyyy/m/d">
                  <c:v>42760</c:v>
                </c:pt>
                <c:pt idx="890" c:formatCode="yyyy/m/d">
                  <c:v>42761</c:v>
                </c:pt>
                <c:pt idx="891" c:formatCode="yyyy/m/d">
                  <c:v>42769</c:v>
                </c:pt>
                <c:pt idx="892" c:formatCode="yyyy/m/d">
                  <c:v>42772</c:v>
                </c:pt>
                <c:pt idx="893" c:formatCode="yyyy/m/d">
                  <c:v>42773</c:v>
                </c:pt>
                <c:pt idx="894" c:formatCode="yyyy/m/d">
                  <c:v>42774</c:v>
                </c:pt>
                <c:pt idx="895" c:formatCode="yyyy/m/d">
                  <c:v>42775</c:v>
                </c:pt>
                <c:pt idx="896" c:formatCode="yyyy/m/d">
                  <c:v>42776</c:v>
                </c:pt>
                <c:pt idx="897" c:formatCode="yyyy/m/d">
                  <c:v>42779</c:v>
                </c:pt>
                <c:pt idx="898" c:formatCode="yyyy/m/d">
                  <c:v>42780</c:v>
                </c:pt>
                <c:pt idx="899" c:formatCode="yyyy/m/d">
                  <c:v>42781</c:v>
                </c:pt>
                <c:pt idx="900" c:formatCode="yyyy/m/d">
                  <c:v>42782</c:v>
                </c:pt>
                <c:pt idx="901" c:formatCode="yyyy/m/d">
                  <c:v>42783</c:v>
                </c:pt>
                <c:pt idx="902" c:formatCode="yyyy/m/d">
                  <c:v>42786</c:v>
                </c:pt>
                <c:pt idx="903" c:formatCode="yyyy/m/d">
                  <c:v>42787</c:v>
                </c:pt>
                <c:pt idx="904" c:formatCode="yyyy/m/d">
                  <c:v>42788</c:v>
                </c:pt>
                <c:pt idx="905" c:formatCode="yyyy/m/d">
                  <c:v>42789</c:v>
                </c:pt>
                <c:pt idx="906" c:formatCode="yyyy/m/d">
                  <c:v>42790</c:v>
                </c:pt>
                <c:pt idx="907" c:formatCode="yyyy/m/d">
                  <c:v>42793</c:v>
                </c:pt>
                <c:pt idx="908" c:formatCode="yyyy/m/d">
                  <c:v>42794</c:v>
                </c:pt>
                <c:pt idx="909" c:formatCode="yyyy/m/d">
                  <c:v>42795</c:v>
                </c:pt>
                <c:pt idx="910" c:formatCode="yyyy/m/d">
                  <c:v>42796</c:v>
                </c:pt>
                <c:pt idx="911" c:formatCode="yyyy/m/d">
                  <c:v>42797</c:v>
                </c:pt>
                <c:pt idx="912" c:formatCode="yyyy/m/d">
                  <c:v>42800</c:v>
                </c:pt>
                <c:pt idx="913" c:formatCode="yyyy/m/d">
                  <c:v>42801</c:v>
                </c:pt>
                <c:pt idx="914" c:formatCode="yyyy/m/d">
                  <c:v>42802</c:v>
                </c:pt>
                <c:pt idx="915" c:formatCode="yyyy/m/d">
                  <c:v>42803</c:v>
                </c:pt>
                <c:pt idx="916" c:formatCode="yyyy/m/d">
                  <c:v>42804</c:v>
                </c:pt>
                <c:pt idx="917" c:formatCode="yyyy/m/d">
                  <c:v>42807</c:v>
                </c:pt>
                <c:pt idx="918" c:formatCode="yyyy/m/d">
                  <c:v>42808</c:v>
                </c:pt>
                <c:pt idx="919" c:formatCode="yyyy/m/d">
                  <c:v>42809</c:v>
                </c:pt>
                <c:pt idx="920" c:formatCode="yyyy/m/d">
                  <c:v>42810</c:v>
                </c:pt>
                <c:pt idx="921" c:formatCode="yyyy/m/d">
                  <c:v>42811</c:v>
                </c:pt>
                <c:pt idx="922" c:formatCode="yyyy/m/d">
                  <c:v>42814</c:v>
                </c:pt>
                <c:pt idx="923" c:formatCode="yyyy/m/d">
                  <c:v>42815</c:v>
                </c:pt>
                <c:pt idx="924" c:formatCode="yyyy/m/d">
                  <c:v>42816</c:v>
                </c:pt>
                <c:pt idx="925" c:formatCode="yyyy/m/d">
                  <c:v>42817</c:v>
                </c:pt>
                <c:pt idx="926" c:formatCode="yyyy/m/d">
                  <c:v>42818</c:v>
                </c:pt>
                <c:pt idx="927" c:formatCode="yyyy/m/d">
                  <c:v>42821</c:v>
                </c:pt>
                <c:pt idx="928" c:formatCode="yyyy/m/d">
                  <c:v>42822</c:v>
                </c:pt>
                <c:pt idx="929" c:formatCode="yyyy/m/d">
                  <c:v>42823</c:v>
                </c:pt>
                <c:pt idx="930" c:formatCode="yyyy/m/d">
                  <c:v>42824</c:v>
                </c:pt>
                <c:pt idx="931" c:formatCode="yyyy/m/d">
                  <c:v>42825</c:v>
                </c:pt>
                <c:pt idx="932" c:formatCode="yyyy/m/d">
                  <c:v>42830</c:v>
                </c:pt>
                <c:pt idx="933" c:formatCode="yyyy/m/d">
                  <c:v>42831</c:v>
                </c:pt>
                <c:pt idx="934" c:formatCode="yyyy/m/d">
                  <c:v>42832</c:v>
                </c:pt>
                <c:pt idx="935" c:formatCode="yyyy/m/d">
                  <c:v>42835</c:v>
                </c:pt>
                <c:pt idx="936" c:formatCode="yyyy/m/d">
                  <c:v>42836</c:v>
                </c:pt>
                <c:pt idx="937" c:formatCode="yyyy/m/d">
                  <c:v>42837</c:v>
                </c:pt>
                <c:pt idx="938" c:formatCode="yyyy/m/d">
                  <c:v>42838</c:v>
                </c:pt>
                <c:pt idx="939" c:formatCode="yyyy/m/d">
                  <c:v>42839</c:v>
                </c:pt>
                <c:pt idx="940" c:formatCode="yyyy/m/d">
                  <c:v>42842</c:v>
                </c:pt>
                <c:pt idx="941" c:formatCode="yyyy/m/d">
                  <c:v>42843</c:v>
                </c:pt>
                <c:pt idx="942" c:formatCode="yyyy/m/d">
                  <c:v>42844</c:v>
                </c:pt>
                <c:pt idx="943" c:formatCode="yyyy/m/d">
                  <c:v>42845</c:v>
                </c:pt>
                <c:pt idx="944" c:formatCode="yyyy/m/d">
                  <c:v>42846</c:v>
                </c:pt>
                <c:pt idx="945" c:formatCode="yyyy/m/d">
                  <c:v>42849</c:v>
                </c:pt>
                <c:pt idx="946" c:formatCode="yyyy/m/d">
                  <c:v>42850</c:v>
                </c:pt>
                <c:pt idx="947" c:formatCode="yyyy/m/d">
                  <c:v>42851</c:v>
                </c:pt>
                <c:pt idx="948" c:formatCode="yyyy/m/d">
                  <c:v>42852</c:v>
                </c:pt>
                <c:pt idx="949" c:formatCode="yyyy/m/d">
                  <c:v>42853</c:v>
                </c:pt>
                <c:pt idx="950" c:formatCode="yyyy/m/d">
                  <c:v>42857</c:v>
                </c:pt>
                <c:pt idx="951" c:formatCode="yyyy/m/d">
                  <c:v>42858</c:v>
                </c:pt>
                <c:pt idx="952" c:formatCode="yyyy/m/d">
                  <c:v>42859</c:v>
                </c:pt>
                <c:pt idx="953" c:formatCode="yyyy/m/d">
                  <c:v>42860</c:v>
                </c:pt>
                <c:pt idx="954" c:formatCode="yyyy/m/d">
                  <c:v>42863</c:v>
                </c:pt>
                <c:pt idx="955" c:formatCode="yyyy/m/d">
                  <c:v>42864</c:v>
                </c:pt>
                <c:pt idx="956" c:formatCode="yyyy/m/d">
                  <c:v>42865</c:v>
                </c:pt>
                <c:pt idx="957" c:formatCode="yyyy/m/d">
                  <c:v>42866</c:v>
                </c:pt>
                <c:pt idx="958" c:formatCode="yyyy/m/d">
                  <c:v>42867</c:v>
                </c:pt>
                <c:pt idx="959" c:formatCode="yyyy/m/d">
                  <c:v>42870</c:v>
                </c:pt>
                <c:pt idx="960" c:formatCode="yyyy/m/d">
                  <c:v>42871</c:v>
                </c:pt>
                <c:pt idx="961" c:formatCode="yyyy/m/d">
                  <c:v>42872</c:v>
                </c:pt>
                <c:pt idx="962" c:formatCode="yyyy/m/d">
                  <c:v>42873</c:v>
                </c:pt>
                <c:pt idx="963" c:formatCode="yyyy/m/d">
                  <c:v>42874</c:v>
                </c:pt>
                <c:pt idx="964" c:formatCode="yyyy/m/d">
                  <c:v>42877</c:v>
                </c:pt>
                <c:pt idx="965" c:formatCode="yyyy/m/d">
                  <c:v>42878</c:v>
                </c:pt>
                <c:pt idx="966" c:formatCode="yyyy/m/d">
                  <c:v>42879</c:v>
                </c:pt>
                <c:pt idx="967" c:formatCode="yyyy/m/d">
                  <c:v>42880</c:v>
                </c:pt>
                <c:pt idx="968" c:formatCode="yyyy/m/d">
                  <c:v>42881</c:v>
                </c:pt>
                <c:pt idx="969" c:formatCode="yyyy/m/d">
                  <c:v>42886</c:v>
                </c:pt>
                <c:pt idx="970" c:formatCode="yyyy/m/d">
                  <c:v>42887</c:v>
                </c:pt>
                <c:pt idx="971" c:formatCode="yyyy/m/d">
                  <c:v>42888</c:v>
                </c:pt>
                <c:pt idx="972" c:formatCode="yyyy/m/d">
                  <c:v>42891</c:v>
                </c:pt>
                <c:pt idx="973" c:formatCode="yyyy/m/d">
                  <c:v>42892</c:v>
                </c:pt>
                <c:pt idx="974" c:formatCode="yyyy/m/d">
                  <c:v>42893</c:v>
                </c:pt>
                <c:pt idx="975" c:formatCode="yyyy/m/d">
                  <c:v>42894</c:v>
                </c:pt>
                <c:pt idx="976" c:formatCode="yyyy/m/d">
                  <c:v>42895</c:v>
                </c:pt>
                <c:pt idx="977" c:formatCode="yyyy/m/d">
                  <c:v>42898</c:v>
                </c:pt>
                <c:pt idx="978" c:formatCode="yyyy/m/d">
                  <c:v>42899</c:v>
                </c:pt>
                <c:pt idx="979" c:formatCode="yyyy/m/d">
                  <c:v>42900</c:v>
                </c:pt>
                <c:pt idx="980" c:formatCode="yyyy/m/d">
                  <c:v>42901</c:v>
                </c:pt>
                <c:pt idx="981" c:formatCode="yyyy/m/d">
                  <c:v>42902</c:v>
                </c:pt>
                <c:pt idx="982" c:formatCode="yyyy/m/d">
                  <c:v>42905</c:v>
                </c:pt>
                <c:pt idx="983" c:formatCode="yyyy/m/d">
                  <c:v>42906</c:v>
                </c:pt>
                <c:pt idx="984" c:formatCode="yyyy/m/d">
                  <c:v>42907</c:v>
                </c:pt>
                <c:pt idx="985" c:formatCode="yyyy/m/d">
                  <c:v>42908</c:v>
                </c:pt>
                <c:pt idx="986" c:formatCode="yyyy/m/d">
                  <c:v>42909</c:v>
                </c:pt>
                <c:pt idx="987" c:formatCode="yyyy/m/d">
                  <c:v>42912</c:v>
                </c:pt>
                <c:pt idx="988" c:formatCode="yyyy/m/d">
                  <c:v>42913</c:v>
                </c:pt>
                <c:pt idx="989" c:formatCode="yyyy/m/d">
                  <c:v>42914</c:v>
                </c:pt>
                <c:pt idx="990" c:formatCode="yyyy/m/d">
                  <c:v>42915</c:v>
                </c:pt>
                <c:pt idx="991" c:formatCode="yyyy/m/d">
                  <c:v>42916</c:v>
                </c:pt>
                <c:pt idx="992" c:formatCode="yyyy/m/d">
                  <c:v>42919</c:v>
                </c:pt>
                <c:pt idx="993" c:formatCode="yyyy/m/d">
                  <c:v>42920</c:v>
                </c:pt>
                <c:pt idx="994" c:formatCode="yyyy/m/d">
                  <c:v>42921</c:v>
                </c:pt>
                <c:pt idx="995" c:formatCode="yyyy/m/d">
                  <c:v>42922</c:v>
                </c:pt>
                <c:pt idx="996" c:formatCode="yyyy/m/d">
                  <c:v>42923</c:v>
                </c:pt>
                <c:pt idx="997" c:formatCode="yyyy/m/d">
                  <c:v>42926</c:v>
                </c:pt>
                <c:pt idx="998" c:formatCode="yyyy/m/d">
                  <c:v>42927</c:v>
                </c:pt>
                <c:pt idx="999" c:formatCode="yyyy/m/d">
                  <c:v>42928</c:v>
                </c:pt>
                <c:pt idx="1000" c:formatCode="yyyy/m/d">
                  <c:v>42929</c:v>
                </c:pt>
                <c:pt idx="1001" c:formatCode="yyyy/m/d">
                  <c:v>42930</c:v>
                </c:pt>
                <c:pt idx="1002" c:formatCode="yyyy/m/d">
                  <c:v>42933</c:v>
                </c:pt>
                <c:pt idx="1003" c:formatCode="yyyy/m/d">
                  <c:v>42934</c:v>
                </c:pt>
                <c:pt idx="1004" c:formatCode="yyyy/m/d">
                  <c:v>42935</c:v>
                </c:pt>
                <c:pt idx="1005" c:formatCode="yyyy/m/d">
                  <c:v>42936</c:v>
                </c:pt>
                <c:pt idx="1006" c:formatCode="yyyy/m/d">
                  <c:v>42937</c:v>
                </c:pt>
                <c:pt idx="1007" c:formatCode="yyyy/m/d">
                  <c:v>42940</c:v>
                </c:pt>
                <c:pt idx="1008" c:formatCode="yyyy/m/d">
                  <c:v>42941</c:v>
                </c:pt>
                <c:pt idx="1009" c:formatCode="yyyy/m/d">
                  <c:v>42942</c:v>
                </c:pt>
                <c:pt idx="1010" c:formatCode="yyyy/m/d">
                  <c:v>42943</c:v>
                </c:pt>
                <c:pt idx="1011" c:formatCode="yyyy/m/d">
                  <c:v>42944</c:v>
                </c:pt>
                <c:pt idx="1012" c:formatCode="yyyy/m/d">
                  <c:v>42947</c:v>
                </c:pt>
                <c:pt idx="1013" c:formatCode="yyyy/m/d">
                  <c:v>42948</c:v>
                </c:pt>
                <c:pt idx="1014" c:formatCode="yyyy/m/d">
                  <c:v>42949</c:v>
                </c:pt>
                <c:pt idx="1015" c:formatCode="yyyy/m/d">
                  <c:v>42950</c:v>
                </c:pt>
                <c:pt idx="1016" c:formatCode="yyyy/m/d">
                  <c:v>42951</c:v>
                </c:pt>
                <c:pt idx="1017" c:formatCode="yyyy/m/d">
                  <c:v>42954</c:v>
                </c:pt>
                <c:pt idx="1018" c:formatCode="yyyy/m/d">
                  <c:v>42955</c:v>
                </c:pt>
                <c:pt idx="1019" c:formatCode="yyyy/m/d">
                  <c:v>42956</c:v>
                </c:pt>
                <c:pt idx="1020" c:formatCode="yyyy/m/d">
                  <c:v>42957</c:v>
                </c:pt>
                <c:pt idx="1021" c:formatCode="yyyy/m/d">
                  <c:v>42958</c:v>
                </c:pt>
                <c:pt idx="1022" c:formatCode="yyyy/m/d">
                  <c:v>42961</c:v>
                </c:pt>
                <c:pt idx="1023" c:formatCode="yyyy/m/d">
                  <c:v>42962</c:v>
                </c:pt>
                <c:pt idx="1024" c:formatCode="yyyy/m/d">
                  <c:v>42963</c:v>
                </c:pt>
                <c:pt idx="1025" c:formatCode="yyyy/m/d">
                  <c:v>42964</c:v>
                </c:pt>
                <c:pt idx="1026" c:formatCode="yyyy/m/d">
                  <c:v>42965</c:v>
                </c:pt>
                <c:pt idx="1027" c:formatCode="yyyy/m/d">
                  <c:v>42968</c:v>
                </c:pt>
                <c:pt idx="1028" c:formatCode="yyyy/m/d">
                  <c:v>42969</c:v>
                </c:pt>
                <c:pt idx="1029" c:formatCode="yyyy/m/d">
                  <c:v>42970</c:v>
                </c:pt>
                <c:pt idx="1030" c:formatCode="yyyy/m/d">
                  <c:v>42971</c:v>
                </c:pt>
                <c:pt idx="1031" c:formatCode="yyyy/m/d">
                  <c:v>42972</c:v>
                </c:pt>
                <c:pt idx="1032" c:formatCode="yyyy/m/d">
                  <c:v>42975</c:v>
                </c:pt>
                <c:pt idx="1033" c:formatCode="yyyy/m/d">
                  <c:v>42976</c:v>
                </c:pt>
                <c:pt idx="1034" c:formatCode="yyyy/m/d">
                  <c:v>42977</c:v>
                </c:pt>
                <c:pt idx="1035" c:formatCode="yyyy/m/d">
                  <c:v>42978</c:v>
                </c:pt>
                <c:pt idx="1036" c:formatCode="yyyy/m/d">
                  <c:v>42979</c:v>
                </c:pt>
                <c:pt idx="1037" c:formatCode="yyyy/m/d">
                  <c:v>42982</c:v>
                </c:pt>
                <c:pt idx="1038" c:formatCode="yyyy/m/d">
                  <c:v>42983</c:v>
                </c:pt>
                <c:pt idx="1039" c:formatCode="yyyy/m/d">
                  <c:v>42984</c:v>
                </c:pt>
                <c:pt idx="1040" c:formatCode="yyyy/m/d">
                  <c:v>42985</c:v>
                </c:pt>
                <c:pt idx="1041" c:formatCode="yyyy/m/d">
                  <c:v>42986</c:v>
                </c:pt>
                <c:pt idx="1042" c:formatCode="yyyy/m/d">
                  <c:v>42989</c:v>
                </c:pt>
                <c:pt idx="1043" c:formatCode="yyyy/m/d">
                  <c:v>42990</c:v>
                </c:pt>
                <c:pt idx="1044" c:formatCode="yyyy/m/d">
                  <c:v>42991</c:v>
                </c:pt>
                <c:pt idx="1045" c:formatCode="yyyy/m/d">
                  <c:v>42992</c:v>
                </c:pt>
                <c:pt idx="1046" c:formatCode="yyyy/m/d">
                  <c:v>42993</c:v>
                </c:pt>
                <c:pt idx="1047" c:formatCode="yyyy/m/d">
                  <c:v>42996</c:v>
                </c:pt>
                <c:pt idx="1048" c:formatCode="yyyy/m/d">
                  <c:v>42997</c:v>
                </c:pt>
                <c:pt idx="1049" c:formatCode="yyyy/m/d">
                  <c:v>42998</c:v>
                </c:pt>
                <c:pt idx="1050" c:formatCode="yyyy/m/d">
                  <c:v>42999</c:v>
                </c:pt>
                <c:pt idx="1051" c:formatCode="yyyy/m/d">
                  <c:v>43000</c:v>
                </c:pt>
                <c:pt idx="1052" c:formatCode="yyyy/m/d">
                  <c:v>43003</c:v>
                </c:pt>
                <c:pt idx="1053" c:formatCode="yyyy/m/d">
                  <c:v>43004</c:v>
                </c:pt>
                <c:pt idx="1054" c:formatCode="yyyy/m/d">
                  <c:v>43005</c:v>
                </c:pt>
                <c:pt idx="1055" c:formatCode="yyyy/m/d">
                  <c:v>43006</c:v>
                </c:pt>
                <c:pt idx="1056" c:formatCode="yyyy/m/d">
                  <c:v>43007</c:v>
                </c:pt>
                <c:pt idx="1057" c:formatCode="yyyy/m/d">
                  <c:v>43017</c:v>
                </c:pt>
                <c:pt idx="1058" c:formatCode="yyyy/m/d">
                  <c:v>43018</c:v>
                </c:pt>
                <c:pt idx="1059" c:formatCode="yyyy/m/d">
                  <c:v>43019</c:v>
                </c:pt>
                <c:pt idx="1060" c:formatCode="yyyy/m/d">
                  <c:v>43020</c:v>
                </c:pt>
                <c:pt idx="1061" c:formatCode="yyyy/m/d">
                  <c:v>43021</c:v>
                </c:pt>
                <c:pt idx="1062" c:formatCode="yyyy/m/d">
                  <c:v>43024</c:v>
                </c:pt>
                <c:pt idx="1063" c:formatCode="yyyy/m/d">
                  <c:v>43025</c:v>
                </c:pt>
                <c:pt idx="1064" c:formatCode="yyyy/m/d">
                  <c:v>43026</c:v>
                </c:pt>
                <c:pt idx="1065" c:formatCode="yyyy/m/d">
                  <c:v>43027</c:v>
                </c:pt>
                <c:pt idx="1066" c:formatCode="yyyy/m/d">
                  <c:v>43028</c:v>
                </c:pt>
                <c:pt idx="1067" c:formatCode="yyyy/m/d">
                  <c:v>43031</c:v>
                </c:pt>
                <c:pt idx="1068" c:formatCode="yyyy/m/d">
                  <c:v>43032</c:v>
                </c:pt>
                <c:pt idx="1069" c:formatCode="yyyy/m/d">
                  <c:v>43033</c:v>
                </c:pt>
                <c:pt idx="1070" c:formatCode="yyyy/m/d">
                  <c:v>43034</c:v>
                </c:pt>
                <c:pt idx="1071" c:formatCode="yyyy/m/d">
                  <c:v>43035</c:v>
                </c:pt>
                <c:pt idx="1072" c:formatCode="yyyy/m/d">
                  <c:v>43038</c:v>
                </c:pt>
                <c:pt idx="1073" c:formatCode="yyyy/m/d">
                  <c:v>43039</c:v>
                </c:pt>
                <c:pt idx="1074" c:formatCode="yyyy/m/d">
                  <c:v>43040</c:v>
                </c:pt>
                <c:pt idx="1075" c:formatCode="yyyy/m/d">
                  <c:v>43041</c:v>
                </c:pt>
                <c:pt idx="1076" c:formatCode="yyyy/m/d">
                  <c:v>43042</c:v>
                </c:pt>
                <c:pt idx="1077" c:formatCode="yyyy/m/d">
                  <c:v>43045</c:v>
                </c:pt>
                <c:pt idx="1078" c:formatCode="yyyy/m/d">
                  <c:v>43046</c:v>
                </c:pt>
                <c:pt idx="1079" c:formatCode="yyyy/m/d">
                  <c:v>43047</c:v>
                </c:pt>
                <c:pt idx="1080" c:formatCode="yyyy/m/d">
                  <c:v>43048</c:v>
                </c:pt>
                <c:pt idx="1081" c:formatCode="yyyy/m/d">
                  <c:v>43049</c:v>
                </c:pt>
                <c:pt idx="1082" c:formatCode="yyyy/m/d">
                  <c:v>43052</c:v>
                </c:pt>
                <c:pt idx="1083" c:formatCode="yyyy/m/d">
                  <c:v>43053</c:v>
                </c:pt>
                <c:pt idx="1084" c:formatCode="yyyy/m/d">
                  <c:v>43054</c:v>
                </c:pt>
                <c:pt idx="1085" c:formatCode="yyyy/m/d">
                  <c:v>43055</c:v>
                </c:pt>
                <c:pt idx="1086" c:formatCode="yyyy/m/d">
                  <c:v>43056</c:v>
                </c:pt>
                <c:pt idx="1087" c:formatCode="yyyy/m/d">
                  <c:v>43059</c:v>
                </c:pt>
                <c:pt idx="1088" c:formatCode="yyyy/m/d">
                  <c:v>43060</c:v>
                </c:pt>
                <c:pt idx="1089" c:formatCode="yyyy/m/d">
                  <c:v>43061</c:v>
                </c:pt>
                <c:pt idx="1090" c:formatCode="yyyy/m/d">
                  <c:v>43062</c:v>
                </c:pt>
                <c:pt idx="1091" c:formatCode="yyyy/m/d">
                  <c:v>43063</c:v>
                </c:pt>
                <c:pt idx="1092" c:formatCode="yyyy/m/d">
                  <c:v>43066</c:v>
                </c:pt>
                <c:pt idx="1093" c:formatCode="yyyy/m/d">
                  <c:v>43067</c:v>
                </c:pt>
                <c:pt idx="1094" c:formatCode="yyyy/m/d">
                  <c:v>43068</c:v>
                </c:pt>
                <c:pt idx="1095" c:formatCode="yyyy/m/d">
                  <c:v>43069</c:v>
                </c:pt>
                <c:pt idx="1096" c:formatCode="yyyy/m/d">
                  <c:v>43070</c:v>
                </c:pt>
                <c:pt idx="1097" c:formatCode="yyyy/m/d">
                  <c:v>43073</c:v>
                </c:pt>
                <c:pt idx="1098" c:formatCode="yyyy/m/d">
                  <c:v>43074</c:v>
                </c:pt>
                <c:pt idx="1099" c:formatCode="yyyy/m/d">
                  <c:v>43075</c:v>
                </c:pt>
                <c:pt idx="1100" c:formatCode="yyyy/m/d">
                  <c:v>43076</c:v>
                </c:pt>
                <c:pt idx="1101" c:formatCode="yyyy/m/d">
                  <c:v>43077</c:v>
                </c:pt>
                <c:pt idx="1102" c:formatCode="yyyy/m/d">
                  <c:v>43080</c:v>
                </c:pt>
                <c:pt idx="1103" c:formatCode="yyyy/m/d">
                  <c:v>43081</c:v>
                </c:pt>
                <c:pt idx="1104" c:formatCode="yyyy/m/d">
                  <c:v>43082</c:v>
                </c:pt>
                <c:pt idx="1105" c:formatCode="yyyy/m/d">
                  <c:v>43083</c:v>
                </c:pt>
                <c:pt idx="1106" c:formatCode="yyyy/m/d">
                  <c:v>43084</c:v>
                </c:pt>
                <c:pt idx="1107" c:formatCode="yyyy/m/d">
                  <c:v>43087</c:v>
                </c:pt>
                <c:pt idx="1108" c:formatCode="yyyy/m/d">
                  <c:v>43088</c:v>
                </c:pt>
                <c:pt idx="1109" c:formatCode="yyyy/m/d">
                  <c:v>43089</c:v>
                </c:pt>
                <c:pt idx="1110" c:formatCode="yyyy/m/d">
                  <c:v>43090</c:v>
                </c:pt>
                <c:pt idx="1111" c:formatCode="yyyy/m/d">
                  <c:v>43091</c:v>
                </c:pt>
                <c:pt idx="1112" c:formatCode="yyyy/m/d">
                  <c:v>43094</c:v>
                </c:pt>
                <c:pt idx="1113" c:formatCode="yyyy/m/d">
                  <c:v>43095</c:v>
                </c:pt>
                <c:pt idx="1114" c:formatCode="yyyy/m/d">
                  <c:v>43096</c:v>
                </c:pt>
                <c:pt idx="1115" c:formatCode="yyyy/m/d">
                  <c:v>43097</c:v>
                </c:pt>
                <c:pt idx="1116" c:formatCode="yyyy/m/d">
                  <c:v>43098</c:v>
                </c:pt>
                <c:pt idx="1117" c:formatCode="yyyy/m/d">
                  <c:v>43102</c:v>
                </c:pt>
                <c:pt idx="1118" c:formatCode="yyyy/m/d">
                  <c:v>43103</c:v>
                </c:pt>
                <c:pt idx="1119" c:formatCode="yyyy/m/d">
                  <c:v>43104</c:v>
                </c:pt>
                <c:pt idx="1120" c:formatCode="yyyy/m/d">
                  <c:v>43105</c:v>
                </c:pt>
                <c:pt idx="1121" c:formatCode="yyyy/m/d">
                  <c:v>43108</c:v>
                </c:pt>
                <c:pt idx="1122" c:formatCode="yyyy/m/d">
                  <c:v>43109</c:v>
                </c:pt>
                <c:pt idx="1123" c:formatCode="yyyy/m/d">
                  <c:v>43110</c:v>
                </c:pt>
                <c:pt idx="1124" c:formatCode="yyyy/m/d">
                  <c:v>43111</c:v>
                </c:pt>
                <c:pt idx="1125" c:formatCode="yyyy/m/d">
                  <c:v>43112</c:v>
                </c:pt>
                <c:pt idx="1126" c:formatCode="yyyy/m/d">
                  <c:v>43115</c:v>
                </c:pt>
                <c:pt idx="1127" c:formatCode="yyyy/m/d">
                  <c:v>43116</c:v>
                </c:pt>
                <c:pt idx="1128" c:formatCode="yyyy/m/d">
                  <c:v>43117</c:v>
                </c:pt>
                <c:pt idx="1129" c:formatCode="yyyy/m/d">
                  <c:v>43118</c:v>
                </c:pt>
                <c:pt idx="1130" c:formatCode="yyyy/m/d">
                  <c:v>43119</c:v>
                </c:pt>
                <c:pt idx="1131" c:formatCode="yyyy/m/d">
                  <c:v>43122</c:v>
                </c:pt>
                <c:pt idx="1132" c:formatCode="yyyy/m/d">
                  <c:v>43123</c:v>
                </c:pt>
                <c:pt idx="1133" c:formatCode="yyyy/m/d">
                  <c:v>43124</c:v>
                </c:pt>
                <c:pt idx="1134" c:formatCode="yyyy/m/d">
                  <c:v>43125</c:v>
                </c:pt>
                <c:pt idx="1135" c:formatCode="yyyy/m/d">
                  <c:v>43126</c:v>
                </c:pt>
                <c:pt idx="1136" c:formatCode="yyyy/m/d">
                  <c:v>43129</c:v>
                </c:pt>
                <c:pt idx="1137" c:formatCode="yyyy/m/d">
                  <c:v>43130</c:v>
                </c:pt>
                <c:pt idx="1138" c:formatCode="yyyy/m/d">
                  <c:v>43131</c:v>
                </c:pt>
                <c:pt idx="1139" c:formatCode="yyyy/m/d">
                  <c:v>43132</c:v>
                </c:pt>
                <c:pt idx="1140" c:formatCode="yyyy/m/d">
                  <c:v>43133</c:v>
                </c:pt>
                <c:pt idx="1141" c:formatCode="yyyy/m/d">
                  <c:v>43136</c:v>
                </c:pt>
                <c:pt idx="1142" c:formatCode="yyyy/m/d">
                  <c:v>43137</c:v>
                </c:pt>
                <c:pt idx="1143" c:formatCode="yyyy/m/d">
                  <c:v>43138</c:v>
                </c:pt>
                <c:pt idx="1144" c:formatCode="yyyy/m/d">
                  <c:v>43139</c:v>
                </c:pt>
                <c:pt idx="1145" c:formatCode="yyyy/m/d">
                  <c:v>43140</c:v>
                </c:pt>
                <c:pt idx="1146" c:formatCode="yyyy/m/d">
                  <c:v>43143</c:v>
                </c:pt>
                <c:pt idx="1147" c:formatCode="yyyy/m/d">
                  <c:v>43144</c:v>
                </c:pt>
                <c:pt idx="1148" c:formatCode="yyyy/m/d">
                  <c:v>43145</c:v>
                </c:pt>
                <c:pt idx="1149" c:formatCode="yyyy/m/d">
                  <c:v>43153</c:v>
                </c:pt>
                <c:pt idx="1150" c:formatCode="yyyy/m/d">
                  <c:v>43154</c:v>
                </c:pt>
                <c:pt idx="1151" c:formatCode="yyyy/m/d">
                  <c:v>43157</c:v>
                </c:pt>
                <c:pt idx="1152" c:formatCode="yyyy/m/d">
                  <c:v>43158</c:v>
                </c:pt>
                <c:pt idx="1153" c:formatCode="yyyy/m/d">
                  <c:v>43159</c:v>
                </c:pt>
                <c:pt idx="1154" c:formatCode="yyyy/m/d">
                  <c:v>43160</c:v>
                </c:pt>
                <c:pt idx="1155" c:formatCode="yyyy/m/d">
                  <c:v>43161</c:v>
                </c:pt>
                <c:pt idx="1156" c:formatCode="yyyy/m/d">
                  <c:v>43164</c:v>
                </c:pt>
                <c:pt idx="1157" c:formatCode="yyyy/m/d">
                  <c:v>43165</c:v>
                </c:pt>
                <c:pt idx="1158" c:formatCode="yyyy/m/d">
                  <c:v>43166</c:v>
                </c:pt>
                <c:pt idx="1159" c:formatCode="yyyy/m/d">
                  <c:v>43167</c:v>
                </c:pt>
                <c:pt idx="1160" c:formatCode="yyyy/m/d">
                  <c:v>43168</c:v>
                </c:pt>
                <c:pt idx="1161" c:formatCode="yyyy/m/d">
                  <c:v>43171</c:v>
                </c:pt>
                <c:pt idx="1162" c:formatCode="yyyy/m/d">
                  <c:v>43172</c:v>
                </c:pt>
                <c:pt idx="1163" c:formatCode="yyyy/m/d">
                  <c:v>43173</c:v>
                </c:pt>
                <c:pt idx="1164" c:formatCode="yyyy/m/d">
                  <c:v>43174</c:v>
                </c:pt>
                <c:pt idx="1165" c:formatCode="yyyy/m/d">
                  <c:v>43175</c:v>
                </c:pt>
                <c:pt idx="1166" c:formatCode="yyyy/m/d">
                  <c:v>43178</c:v>
                </c:pt>
                <c:pt idx="1167" c:formatCode="yyyy/m/d">
                  <c:v>43179</c:v>
                </c:pt>
                <c:pt idx="1168" c:formatCode="yyyy/m/d">
                  <c:v>43180</c:v>
                </c:pt>
                <c:pt idx="1169" c:formatCode="yyyy/m/d">
                  <c:v>43181</c:v>
                </c:pt>
                <c:pt idx="1170" c:formatCode="yyyy/m/d">
                  <c:v>43182</c:v>
                </c:pt>
                <c:pt idx="1171" c:formatCode="yyyy/m/d">
                  <c:v>43185</c:v>
                </c:pt>
                <c:pt idx="1172" c:formatCode="yyyy/m/d">
                  <c:v>43186</c:v>
                </c:pt>
                <c:pt idx="1173" c:formatCode="yyyy/m/d">
                  <c:v>43187</c:v>
                </c:pt>
                <c:pt idx="1174" c:formatCode="yyyy/m/d">
                  <c:v>43188</c:v>
                </c:pt>
                <c:pt idx="1175" c:formatCode="yyyy/m/d">
                  <c:v>43189</c:v>
                </c:pt>
                <c:pt idx="1176" c:formatCode="yyyy/m/d">
                  <c:v>43192</c:v>
                </c:pt>
                <c:pt idx="1177" c:formatCode="yyyy/m/d">
                  <c:v>43193</c:v>
                </c:pt>
                <c:pt idx="1178" c:formatCode="yyyy/m/d">
                  <c:v>43194</c:v>
                </c:pt>
                <c:pt idx="1179" c:formatCode="yyyy/m/d">
                  <c:v>43199</c:v>
                </c:pt>
                <c:pt idx="1180" c:formatCode="yyyy/m/d">
                  <c:v>43200</c:v>
                </c:pt>
                <c:pt idx="1181" c:formatCode="yyyy/m/d">
                  <c:v>43201</c:v>
                </c:pt>
                <c:pt idx="1182" c:formatCode="yyyy/m/d">
                  <c:v>43202</c:v>
                </c:pt>
                <c:pt idx="1183" c:formatCode="yyyy/m/d">
                  <c:v>43203</c:v>
                </c:pt>
                <c:pt idx="1184" c:formatCode="yyyy/m/d">
                  <c:v>43206</c:v>
                </c:pt>
                <c:pt idx="1185" c:formatCode="yyyy/m/d">
                  <c:v>43207</c:v>
                </c:pt>
                <c:pt idx="1186" c:formatCode="yyyy/m/d">
                  <c:v>43208</c:v>
                </c:pt>
                <c:pt idx="1187" c:formatCode="yyyy/m/d">
                  <c:v>43209</c:v>
                </c:pt>
                <c:pt idx="1188" c:formatCode="yyyy/m/d">
                  <c:v>43210</c:v>
                </c:pt>
                <c:pt idx="1189" c:formatCode="yyyy/m/d">
                  <c:v>43213</c:v>
                </c:pt>
                <c:pt idx="1190" c:formatCode="yyyy/m/d">
                  <c:v>43214</c:v>
                </c:pt>
                <c:pt idx="1191" c:formatCode="yyyy/m/d">
                  <c:v>43215</c:v>
                </c:pt>
                <c:pt idx="1192" c:formatCode="yyyy/m/d">
                  <c:v>43216</c:v>
                </c:pt>
                <c:pt idx="1193" c:formatCode="yyyy/m/d">
                  <c:v>43217</c:v>
                </c:pt>
                <c:pt idx="1194" c:formatCode="yyyy/m/d">
                  <c:v>43222</c:v>
                </c:pt>
                <c:pt idx="1195" c:formatCode="yyyy/m/d">
                  <c:v>43223</c:v>
                </c:pt>
                <c:pt idx="1196" c:formatCode="yyyy/m/d">
                  <c:v>43224</c:v>
                </c:pt>
                <c:pt idx="1197" c:formatCode="yyyy/m/d">
                  <c:v>43227</c:v>
                </c:pt>
                <c:pt idx="1198" c:formatCode="yyyy/m/d">
                  <c:v>43228</c:v>
                </c:pt>
                <c:pt idx="1199" c:formatCode="yyyy/m/d">
                  <c:v>43229</c:v>
                </c:pt>
                <c:pt idx="1200" c:formatCode="yyyy/m/d">
                  <c:v>43230</c:v>
                </c:pt>
                <c:pt idx="1201" c:formatCode="yyyy/m/d">
                  <c:v>43231</c:v>
                </c:pt>
                <c:pt idx="1202" c:formatCode="yyyy/m/d">
                  <c:v>43234</c:v>
                </c:pt>
                <c:pt idx="1203" c:formatCode="yyyy/m/d">
                  <c:v>43235</c:v>
                </c:pt>
                <c:pt idx="1204" c:formatCode="yyyy/m/d">
                  <c:v>43236</c:v>
                </c:pt>
                <c:pt idx="1205" c:formatCode="yyyy/m/d">
                  <c:v>43237</c:v>
                </c:pt>
                <c:pt idx="1206" c:formatCode="yyyy/m/d">
                  <c:v>43238</c:v>
                </c:pt>
                <c:pt idx="1207" c:formatCode="yyyy/m/d">
                  <c:v>43241</c:v>
                </c:pt>
                <c:pt idx="1208" c:formatCode="yyyy/m/d">
                  <c:v>43242</c:v>
                </c:pt>
                <c:pt idx="1209" c:formatCode="yyyy/m/d">
                  <c:v>43243</c:v>
                </c:pt>
                <c:pt idx="1210" c:formatCode="yyyy/m/d">
                  <c:v>43244</c:v>
                </c:pt>
                <c:pt idx="1211" c:formatCode="yyyy/m/d">
                  <c:v>43245</c:v>
                </c:pt>
                <c:pt idx="1212" c:formatCode="yyyy/m/d">
                  <c:v>43248</c:v>
                </c:pt>
                <c:pt idx="1213" c:formatCode="yyyy/m/d">
                  <c:v>43249</c:v>
                </c:pt>
                <c:pt idx="1214" c:formatCode="yyyy/m/d">
                  <c:v>43250</c:v>
                </c:pt>
                <c:pt idx="1215" c:formatCode="yyyy/m/d">
                  <c:v>43251</c:v>
                </c:pt>
                <c:pt idx="1216" c:formatCode="yyyy/m/d">
                  <c:v>43252</c:v>
                </c:pt>
                <c:pt idx="1217" c:formatCode="yyyy/m/d">
                  <c:v>43255</c:v>
                </c:pt>
                <c:pt idx="1218" c:formatCode="yyyy/m/d">
                  <c:v>43256</c:v>
                </c:pt>
                <c:pt idx="1219" c:formatCode="yyyy/m/d">
                  <c:v>43257</c:v>
                </c:pt>
                <c:pt idx="1220" c:formatCode="yyyy/m/d">
                  <c:v>43258</c:v>
                </c:pt>
                <c:pt idx="1221" c:formatCode="yyyy/m/d">
                  <c:v>43259</c:v>
                </c:pt>
                <c:pt idx="1222" c:formatCode="yyyy/m/d">
                  <c:v>43262</c:v>
                </c:pt>
                <c:pt idx="1223" c:formatCode="yyyy/m/d">
                  <c:v>43263</c:v>
                </c:pt>
                <c:pt idx="1224" c:formatCode="yyyy/m/d">
                  <c:v>43264</c:v>
                </c:pt>
                <c:pt idx="1225" c:formatCode="yyyy/m/d">
                  <c:v>43265</c:v>
                </c:pt>
                <c:pt idx="1226" c:formatCode="yyyy/m/d">
                  <c:v>43266</c:v>
                </c:pt>
                <c:pt idx="1227" c:formatCode="yyyy/m/d">
                  <c:v>43270</c:v>
                </c:pt>
                <c:pt idx="1228" c:formatCode="yyyy/m/d">
                  <c:v>43271</c:v>
                </c:pt>
                <c:pt idx="1229" c:formatCode="yyyy/m/d">
                  <c:v>43272</c:v>
                </c:pt>
                <c:pt idx="1230" c:formatCode="yyyy/m/d">
                  <c:v>43273</c:v>
                </c:pt>
                <c:pt idx="1231" c:formatCode="yyyy/m/d">
                  <c:v>43276</c:v>
                </c:pt>
                <c:pt idx="1232" c:formatCode="yyyy/m/d">
                  <c:v>43277</c:v>
                </c:pt>
                <c:pt idx="1233" c:formatCode="yyyy/m/d">
                  <c:v>43278</c:v>
                </c:pt>
                <c:pt idx="1234" c:formatCode="yyyy/m/d">
                  <c:v>43279</c:v>
                </c:pt>
                <c:pt idx="1235" c:formatCode="yyyy/m/d">
                  <c:v>43280</c:v>
                </c:pt>
                <c:pt idx="1236" c:formatCode="yyyy/m/d">
                  <c:v>43283</c:v>
                </c:pt>
                <c:pt idx="1237" c:formatCode="yyyy/m/d">
                  <c:v>43284</c:v>
                </c:pt>
                <c:pt idx="1238" c:formatCode="yyyy/m/d">
                  <c:v>43285</c:v>
                </c:pt>
                <c:pt idx="1239" c:formatCode="yyyy/m/d">
                  <c:v>43286</c:v>
                </c:pt>
                <c:pt idx="1240" c:formatCode="yyyy/m/d">
                  <c:v>43287</c:v>
                </c:pt>
                <c:pt idx="1241" c:formatCode="yyyy/m/d">
                  <c:v>43290</c:v>
                </c:pt>
                <c:pt idx="1242" c:formatCode="yyyy/m/d">
                  <c:v>43291</c:v>
                </c:pt>
                <c:pt idx="1243" c:formatCode="yyyy/m/d">
                  <c:v>43292</c:v>
                </c:pt>
                <c:pt idx="1244" c:formatCode="yyyy/m/d">
                  <c:v>43293</c:v>
                </c:pt>
                <c:pt idx="1245" c:formatCode="yyyy/m/d">
                  <c:v>43294</c:v>
                </c:pt>
                <c:pt idx="1246" c:formatCode="yyyy/m/d">
                  <c:v>43297</c:v>
                </c:pt>
                <c:pt idx="1247" c:formatCode="yyyy/m/d">
                  <c:v>43298</c:v>
                </c:pt>
                <c:pt idx="1248" c:formatCode="yyyy/m/d">
                  <c:v>43299</c:v>
                </c:pt>
                <c:pt idx="1249" c:formatCode="yyyy/m/d">
                  <c:v>43300</c:v>
                </c:pt>
                <c:pt idx="1250" c:formatCode="yyyy/m/d">
                  <c:v>43301</c:v>
                </c:pt>
                <c:pt idx="1251" c:formatCode="yyyy/m/d">
                  <c:v>43304</c:v>
                </c:pt>
                <c:pt idx="1252" c:formatCode="yyyy/m/d">
                  <c:v>43305</c:v>
                </c:pt>
                <c:pt idx="1253" c:formatCode="yyyy/m/d">
                  <c:v>43306</c:v>
                </c:pt>
                <c:pt idx="1254" c:formatCode="yyyy/m/d">
                  <c:v>43307</c:v>
                </c:pt>
                <c:pt idx="1255" c:formatCode="yyyy/m/d">
                  <c:v>43308</c:v>
                </c:pt>
                <c:pt idx="1256" c:formatCode="yyyy/m/d">
                  <c:v>43311</c:v>
                </c:pt>
                <c:pt idx="1257" c:formatCode="yyyy/m/d">
                  <c:v>43312</c:v>
                </c:pt>
                <c:pt idx="1258" c:formatCode="yyyy/m/d">
                  <c:v>43313</c:v>
                </c:pt>
                <c:pt idx="1259" c:formatCode="yyyy/m/d">
                  <c:v>43314</c:v>
                </c:pt>
                <c:pt idx="1260" c:formatCode="yyyy/m/d">
                  <c:v>43315</c:v>
                </c:pt>
                <c:pt idx="1261" c:formatCode="yyyy/m/d">
                  <c:v>43318</c:v>
                </c:pt>
                <c:pt idx="1262" c:formatCode="yyyy/m/d">
                  <c:v>43319</c:v>
                </c:pt>
                <c:pt idx="1263" c:formatCode="yyyy/m/d">
                  <c:v>43320</c:v>
                </c:pt>
                <c:pt idx="1264" c:formatCode="yyyy/m/d">
                  <c:v>43321</c:v>
                </c:pt>
                <c:pt idx="1265" c:formatCode="yyyy/m/d">
                  <c:v>43322</c:v>
                </c:pt>
                <c:pt idx="1266" c:formatCode="yyyy/m/d">
                  <c:v>43325</c:v>
                </c:pt>
                <c:pt idx="1267" c:formatCode="yyyy/m/d">
                  <c:v>43326</c:v>
                </c:pt>
                <c:pt idx="1268" c:formatCode="yyyy/m/d">
                  <c:v>43327</c:v>
                </c:pt>
                <c:pt idx="1269" c:formatCode="yyyy/m/d">
                  <c:v>43328</c:v>
                </c:pt>
                <c:pt idx="1270" c:formatCode="yyyy/m/d">
                  <c:v>43329</c:v>
                </c:pt>
                <c:pt idx="1271" c:formatCode="yyyy/m/d">
                  <c:v>43332</c:v>
                </c:pt>
                <c:pt idx="1272" c:formatCode="yyyy/m/d">
                  <c:v>43333</c:v>
                </c:pt>
                <c:pt idx="1273" c:formatCode="yyyy/m/d">
                  <c:v>43334</c:v>
                </c:pt>
                <c:pt idx="1274" c:formatCode="yyyy/m/d">
                  <c:v>43335</c:v>
                </c:pt>
                <c:pt idx="1275" c:formatCode="yyyy/m/d">
                  <c:v>43336</c:v>
                </c:pt>
                <c:pt idx="1276" c:formatCode="yyyy/m/d">
                  <c:v>43339</c:v>
                </c:pt>
                <c:pt idx="1277" c:formatCode="yyyy/m/d">
                  <c:v>43340</c:v>
                </c:pt>
                <c:pt idx="1278" c:formatCode="yyyy/m/d">
                  <c:v>43341</c:v>
                </c:pt>
                <c:pt idx="1279" c:formatCode="yyyy/m/d">
                  <c:v>43342</c:v>
                </c:pt>
                <c:pt idx="1280" c:formatCode="yyyy/m/d">
                  <c:v>43343</c:v>
                </c:pt>
                <c:pt idx="1281" c:formatCode="yyyy/m/d">
                  <c:v>43346</c:v>
                </c:pt>
                <c:pt idx="1282" c:formatCode="yyyy/m/d">
                  <c:v>43347</c:v>
                </c:pt>
                <c:pt idx="1283" c:formatCode="yyyy/m/d">
                  <c:v>43348</c:v>
                </c:pt>
                <c:pt idx="1284" c:formatCode="yyyy/m/d">
                  <c:v>43349</c:v>
                </c:pt>
                <c:pt idx="1285" c:formatCode="yyyy/m/d">
                  <c:v>43350</c:v>
                </c:pt>
                <c:pt idx="1286" c:formatCode="yyyy/m/d">
                  <c:v>43353</c:v>
                </c:pt>
                <c:pt idx="1287" c:formatCode="yyyy/m/d">
                  <c:v>43354</c:v>
                </c:pt>
                <c:pt idx="1288" c:formatCode="yyyy/m/d">
                  <c:v>43355</c:v>
                </c:pt>
                <c:pt idx="1289" c:formatCode="yyyy/m/d">
                  <c:v>43356</c:v>
                </c:pt>
                <c:pt idx="1290" c:formatCode="yyyy/m/d">
                  <c:v>43357</c:v>
                </c:pt>
                <c:pt idx="1291" c:formatCode="yyyy/m/d">
                  <c:v>43360</c:v>
                </c:pt>
                <c:pt idx="1292" c:formatCode="yyyy/m/d">
                  <c:v>43361</c:v>
                </c:pt>
                <c:pt idx="1293" c:formatCode="yyyy/m/d">
                  <c:v>43362</c:v>
                </c:pt>
                <c:pt idx="1294" c:formatCode="yyyy/m/d">
                  <c:v>43363</c:v>
                </c:pt>
                <c:pt idx="1295" c:formatCode="yyyy/m/d">
                  <c:v>43364</c:v>
                </c:pt>
                <c:pt idx="1296" c:formatCode="yyyy/m/d">
                  <c:v>43368</c:v>
                </c:pt>
                <c:pt idx="1297" c:formatCode="yyyy/m/d">
                  <c:v>43369</c:v>
                </c:pt>
                <c:pt idx="1298" c:formatCode="yyyy/m/d">
                  <c:v>43370</c:v>
                </c:pt>
                <c:pt idx="1299" c:formatCode="yyyy/m/d">
                  <c:v>43371</c:v>
                </c:pt>
                <c:pt idx="1300" c:formatCode="yyyy/m/d">
                  <c:v>43381</c:v>
                </c:pt>
                <c:pt idx="1301" c:formatCode="yyyy/m/d">
                  <c:v>43382</c:v>
                </c:pt>
                <c:pt idx="1302" c:formatCode="yyyy/m/d">
                  <c:v>43383</c:v>
                </c:pt>
                <c:pt idx="1303" c:formatCode="yyyy/m/d">
                  <c:v>43384</c:v>
                </c:pt>
                <c:pt idx="1304" c:formatCode="yyyy/m/d">
                  <c:v>43385</c:v>
                </c:pt>
                <c:pt idx="1305" c:formatCode="yyyy/m/d">
                  <c:v>43388</c:v>
                </c:pt>
                <c:pt idx="1306" c:formatCode="yyyy/m/d">
                  <c:v>43389</c:v>
                </c:pt>
                <c:pt idx="1307" c:formatCode="yyyy/m/d">
                  <c:v>43390</c:v>
                </c:pt>
                <c:pt idx="1308" c:formatCode="yyyy/m/d">
                  <c:v>43391</c:v>
                </c:pt>
                <c:pt idx="1309" c:formatCode="yyyy/m/d">
                  <c:v>43392</c:v>
                </c:pt>
                <c:pt idx="1310" c:formatCode="yyyy/m/d">
                  <c:v>43395</c:v>
                </c:pt>
                <c:pt idx="1311" c:formatCode="yyyy/m/d">
                  <c:v>43396</c:v>
                </c:pt>
                <c:pt idx="1312" c:formatCode="yyyy/m/d">
                  <c:v>43397</c:v>
                </c:pt>
                <c:pt idx="1313" c:formatCode="yyyy/m/d">
                  <c:v>43398</c:v>
                </c:pt>
                <c:pt idx="1314" c:formatCode="yyyy/m/d">
                  <c:v>43399</c:v>
                </c:pt>
                <c:pt idx="1315" c:formatCode="yyyy/m/d">
                  <c:v>43402</c:v>
                </c:pt>
                <c:pt idx="1316" c:formatCode="yyyy/m/d">
                  <c:v>43403</c:v>
                </c:pt>
                <c:pt idx="1317" c:formatCode="yyyy/m/d">
                  <c:v>43404</c:v>
                </c:pt>
                <c:pt idx="1318" c:formatCode="yyyy/m/d">
                  <c:v>43405</c:v>
                </c:pt>
                <c:pt idx="1319" c:formatCode="yyyy/m/d">
                  <c:v>43406</c:v>
                </c:pt>
                <c:pt idx="1320" c:formatCode="yyyy/m/d">
                  <c:v>43409</c:v>
                </c:pt>
                <c:pt idx="1321" c:formatCode="yyyy/m/d">
                  <c:v>43410</c:v>
                </c:pt>
                <c:pt idx="1322" c:formatCode="yyyy/m/d">
                  <c:v>43411</c:v>
                </c:pt>
                <c:pt idx="1323" c:formatCode="yyyy/m/d">
                  <c:v>43412</c:v>
                </c:pt>
                <c:pt idx="1324" c:formatCode="yyyy/m/d">
                  <c:v>43413</c:v>
                </c:pt>
                <c:pt idx="1325" c:formatCode="yyyy/m/d">
                  <c:v>43416</c:v>
                </c:pt>
                <c:pt idx="1326" c:formatCode="yyyy/m/d">
                  <c:v>43417</c:v>
                </c:pt>
                <c:pt idx="1327" c:formatCode="yyyy/m/d">
                  <c:v>43418</c:v>
                </c:pt>
                <c:pt idx="1328" c:formatCode="yyyy/m/d">
                  <c:v>43419</c:v>
                </c:pt>
                <c:pt idx="1329" c:formatCode="yyyy/m/d">
                  <c:v>43420</c:v>
                </c:pt>
                <c:pt idx="1330" c:formatCode="yyyy/m/d">
                  <c:v>43423</c:v>
                </c:pt>
                <c:pt idx="1331" c:formatCode="yyyy/m/d">
                  <c:v>43424</c:v>
                </c:pt>
                <c:pt idx="1332" c:formatCode="yyyy/m/d">
                  <c:v>43425</c:v>
                </c:pt>
                <c:pt idx="1333" c:formatCode="yyyy/m/d">
                  <c:v>43426</c:v>
                </c:pt>
                <c:pt idx="1334" c:formatCode="yyyy/m/d">
                  <c:v>43427</c:v>
                </c:pt>
                <c:pt idx="1335" c:formatCode="yyyy/m/d">
                  <c:v>43430</c:v>
                </c:pt>
                <c:pt idx="1336" c:formatCode="yyyy/m/d">
                  <c:v>43431</c:v>
                </c:pt>
                <c:pt idx="1337" c:formatCode="yyyy/m/d">
                  <c:v>43432</c:v>
                </c:pt>
                <c:pt idx="1338" c:formatCode="yyyy/m/d">
                  <c:v>43433</c:v>
                </c:pt>
                <c:pt idx="1339" c:formatCode="yyyy/m/d">
                  <c:v>43434</c:v>
                </c:pt>
                <c:pt idx="1340" c:formatCode="yyyy/m/d">
                  <c:v>43437</c:v>
                </c:pt>
                <c:pt idx="1341" c:formatCode="yyyy/m/d">
                  <c:v>43438</c:v>
                </c:pt>
                <c:pt idx="1342" c:formatCode="yyyy/m/d">
                  <c:v>43439</c:v>
                </c:pt>
                <c:pt idx="1343" c:formatCode="yyyy/m/d">
                  <c:v>43440</c:v>
                </c:pt>
                <c:pt idx="1344" c:formatCode="yyyy/m/d">
                  <c:v>43441</c:v>
                </c:pt>
                <c:pt idx="1345" c:formatCode="yyyy/m/d">
                  <c:v>43444</c:v>
                </c:pt>
                <c:pt idx="1346" c:formatCode="yyyy/m/d">
                  <c:v>43445</c:v>
                </c:pt>
                <c:pt idx="1347" c:formatCode="yyyy/m/d">
                  <c:v>43446</c:v>
                </c:pt>
                <c:pt idx="1348" c:formatCode="yyyy/m/d">
                  <c:v>43447</c:v>
                </c:pt>
                <c:pt idx="1349" c:formatCode="yyyy/m/d">
                  <c:v>43448</c:v>
                </c:pt>
                <c:pt idx="1350" c:formatCode="yyyy/m/d">
                  <c:v>43451</c:v>
                </c:pt>
                <c:pt idx="1351" c:formatCode="yyyy/m/d">
                  <c:v>43452</c:v>
                </c:pt>
                <c:pt idx="1352" c:formatCode="yyyy/m/d">
                  <c:v>43453</c:v>
                </c:pt>
                <c:pt idx="1353" c:formatCode="yyyy/m/d">
                  <c:v>43454</c:v>
                </c:pt>
                <c:pt idx="1354" c:formatCode="yyyy/m/d">
                  <c:v>43455</c:v>
                </c:pt>
                <c:pt idx="1355" c:formatCode="yyyy/m/d">
                  <c:v>43458</c:v>
                </c:pt>
                <c:pt idx="1356" c:formatCode="yyyy/m/d">
                  <c:v>43459</c:v>
                </c:pt>
                <c:pt idx="1357" c:formatCode="yyyy/m/d">
                  <c:v>43460</c:v>
                </c:pt>
                <c:pt idx="1358" c:formatCode="yyyy/m/d">
                  <c:v>43461</c:v>
                </c:pt>
                <c:pt idx="1359" c:formatCode="yyyy/m/d">
                  <c:v>43462</c:v>
                </c:pt>
                <c:pt idx="1360" c:formatCode="yyyy/m/d">
                  <c:v>43467</c:v>
                </c:pt>
                <c:pt idx="1361" c:formatCode="yyyy/m/d">
                  <c:v>43468</c:v>
                </c:pt>
                <c:pt idx="1362" c:formatCode="yyyy/m/d">
                  <c:v>43469</c:v>
                </c:pt>
                <c:pt idx="1363" c:formatCode="yyyy/m/d">
                  <c:v>43472</c:v>
                </c:pt>
                <c:pt idx="1364" c:formatCode="yyyy/m/d">
                  <c:v>43473</c:v>
                </c:pt>
                <c:pt idx="1365" c:formatCode="yyyy/m/d">
                  <c:v>43474</c:v>
                </c:pt>
                <c:pt idx="1366" c:formatCode="yyyy/m/d">
                  <c:v>43475</c:v>
                </c:pt>
                <c:pt idx="1367" c:formatCode="yyyy/m/d">
                  <c:v>43476</c:v>
                </c:pt>
                <c:pt idx="1368" c:formatCode="yyyy/m/d">
                  <c:v>43479</c:v>
                </c:pt>
                <c:pt idx="1369" c:formatCode="yyyy/m/d">
                  <c:v>43480</c:v>
                </c:pt>
                <c:pt idx="1370" c:formatCode="yyyy/m/d">
                  <c:v>43481</c:v>
                </c:pt>
                <c:pt idx="1371" c:formatCode="yyyy/m/d">
                  <c:v>43482</c:v>
                </c:pt>
                <c:pt idx="1372" c:formatCode="yyyy/m/d">
                  <c:v>43483</c:v>
                </c:pt>
                <c:pt idx="1373" c:formatCode="yyyy/m/d">
                  <c:v>43486</c:v>
                </c:pt>
                <c:pt idx="1374" c:formatCode="yyyy/m/d">
                  <c:v>43487</c:v>
                </c:pt>
                <c:pt idx="1375" c:formatCode="yyyy/m/d">
                  <c:v>43488</c:v>
                </c:pt>
                <c:pt idx="1376" c:formatCode="yyyy/m/d">
                  <c:v>43489</c:v>
                </c:pt>
                <c:pt idx="1377" c:formatCode="yyyy/m/d">
                  <c:v>43490</c:v>
                </c:pt>
                <c:pt idx="1378" c:formatCode="yyyy/m/d">
                  <c:v>43493</c:v>
                </c:pt>
                <c:pt idx="1379" c:formatCode="yyyy/m/d">
                  <c:v>43494</c:v>
                </c:pt>
                <c:pt idx="1380" c:formatCode="yyyy/m/d">
                  <c:v>43495</c:v>
                </c:pt>
                <c:pt idx="1381" c:formatCode="yyyy/m/d">
                  <c:v>43496</c:v>
                </c:pt>
                <c:pt idx="1382" c:formatCode="yyyy/m/d">
                  <c:v>43497</c:v>
                </c:pt>
                <c:pt idx="1383" c:formatCode="yyyy/m/d">
                  <c:v>43507</c:v>
                </c:pt>
                <c:pt idx="1384" c:formatCode="yyyy/m/d">
                  <c:v>43508</c:v>
                </c:pt>
                <c:pt idx="1385" c:formatCode="yyyy/m/d">
                  <c:v>43509</c:v>
                </c:pt>
                <c:pt idx="1386" c:formatCode="yyyy/m/d">
                  <c:v>43510</c:v>
                </c:pt>
                <c:pt idx="1387" c:formatCode="yyyy/m/d">
                  <c:v>43511</c:v>
                </c:pt>
                <c:pt idx="1388" c:formatCode="yyyy/m/d">
                  <c:v>43514</c:v>
                </c:pt>
                <c:pt idx="1389" c:formatCode="yyyy/m/d">
                  <c:v>43515</c:v>
                </c:pt>
                <c:pt idx="1390" c:formatCode="yyyy/m/d">
                  <c:v>43516</c:v>
                </c:pt>
                <c:pt idx="1391" c:formatCode="yyyy/m/d">
                  <c:v>43517</c:v>
                </c:pt>
                <c:pt idx="1392" c:formatCode="yyyy/m/d">
                  <c:v>43518</c:v>
                </c:pt>
                <c:pt idx="1393" c:formatCode="yyyy/m/d">
                  <c:v>43521</c:v>
                </c:pt>
                <c:pt idx="1394" c:formatCode="yyyy/m/d">
                  <c:v>43522</c:v>
                </c:pt>
                <c:pt idx="1395" c:formatCode="yyyy/m/d">
                  <c:v>43523</c:v>
                </c:pt>
                <c:pt idx="1396" c:formatCode="yyyy/m/d">
                  <c:v>43524</c:v>
                </c:pt>
                <c:pt idx="1397" c:formatCode="yyyy/m/d">
                  <c:v>43525</c:v>
                </c:pt>
                <c:pt idx="1398" c:formatCode="yyyy/m/d">
                  <c:v>43528</c:v>
                </c:pt>
                <c:pt idx="1399" c:formatCode="yyyy/m/d">
                  <c:v>43529</c:v>
                </c:pt>
                <c:pt idx="1400" c:formatCode="yyyy/m/d">
                  <c:v>43530</c:v>
                </c:pt>
                <c:pt idx="1401" c:formatCode="yyyy/m/d">
                  <c:v>43531</c:v>
                </c:pt>
                <c:pt idx="1402" c:formatCode="yyyy/m/d">
                  <c:v>43532</c:v>
                </c:pt>
                <c:pt idx="1403" c:formatCode="yyyy/m/d">
                  <c:v>43535</c:v>
                </c:pt>
                <c:pt idx="1404" c:formatCode="yyyy/m/d">
                  <c:v>43536</c:v>
                </c:pt>
                <c:pt idx="1405" c:formatCode="yyyy/m/d">
                  <c:v>43537</c:v>
                </c:pt>
                <c:pt idx="1406" c:formatCode="yyyy/m/d">
                  <c:v>43538</c:v>
                </c:pt>
                <c:pt idx="1407" c:formatCode="yyyy/m/d">
                  <c:v>43539</c:v>
                </c:pt>
                <c:pt idx="1408" c:formatCode="yyyy/m/d">
                  <c:v>43542</c:v>
                </c:pt>
                <c:pt idx="1409" c:formatCode="yyyy/m/d">
                  <c:v>43543</c:v>
                </c:pt>
                <c:pt idx="1410" c:formatCode="yyyy/m/d">
                  <c:v>43544</c:v>
                </c:pt>
                <c:pt idx="1411" c:formatCode="yyyy/m/d">
                  <c:v>43545</c:v>
                </c:pt>
                <c:pt idx="1412" c:formatCode="yyyy/m/d">
                  <c:v>43546</c:v>
                </c:pt>
                <c:pt idx="1413" c:formatCode="yyyy/m/d">
                  <c:v>43549</c:v>
                </c:pt>
                <c:pt idx="1414" c:formatCode="yyyy/m/d">
                  <c:v>43550</c:v>
                </c:pt>
                <c:pt idx="1415" c:formatCode="yyyy/m/d">
                  <c:v>43551</c:v>
                </c:pt>
                <c:pt idx="1416" c:formatCode="yyyy/m/d">
                  <c:v>43552</c:v>
                </c:pt>
                <c:pt idx="1417" c:formatCode="yyyy/m/d">
                  <c:v>43553</c:v>
                </c:pt>
                <c:pt idx="1418" c:formatCode="yyyy/m/d">
                  <c:v>43556</c:v>
                </c:pt>
                <c:pt idx="1419" c:formatCode="yyyy/m/d">
                  <c:v>43557</c:v>
                </c:pt>
                <c:pt idx="1420" c:formatCode="yyyy/m/d">
                  <c:v>43558</c:v>
                </c:pt>
                <c:pt idx="1421" c:formatCode="yyyy/m/d">
                  <c:v>43559</c:v>
                </c:pt>
                <c:pt idx="1422" c:formatCode="yyyy/m/d">
                  <c:v>43563</c:v>
                </c:pt>
                <c:pt idx="1423" c:formatCode="yyyy/m/d">
                  <c:v>43564</c:v>
                </c:pt>
                <c:pt idx="1424" c:formatCode="yyyy/m/d">
                  <c:v>43565</c:v>
                </c:pt>
                <c:pt idx="1425" c:formatCode="yyyy/m/d">
                  <c:v>43566</c:v>
                </c:pt>
                <c:pt idx="1426" c:formatCode="yyyy/m/d">
                  <c:v>43567</c:v>
                </c:pt>
                <c:pt idx="1427" c:formatCode="yyyy/m/d">
                  <c:v>43570</c:v>
                </c:pt>
                <c:pt idx="1428" c:formatCode="yyyy/m/d">
                  <c:v>43571</c:v>
                </c:pt>
                <c:pt idx="1429" c:formatCode="yyyy/m/d">
                  <c:v>43572</c:v>
                </c:pt>
                <c:pt idx="1430" c:formatCode="yyyy/m/d">
                  <c:v>43573</c:v>
                </c:pt>
                <c:pt idx="1431" c:formatCode="yyyy/m/d">
                  <c:v>43574</c:v>
                </c:pt>
                <c:pt idx="1432" c:formatCode="yyyy/m/d">
                  <c:v>43577</c:v>
                </c:pt>
                <c:pt idx="1433" c:formatCode="yyyy/m/d">
                  <c:v>43578</c:v>
                </c:pt>
                <c:pt idx="1434" c:formatCode="yyyy/m/d">
                  <c:v>43579</c:v>
                </c:pt>
                <c:pt idx="1435" c:formatCode="yyyy/m/d">
                  <c:v>43580</c:v>
                </c:pt>
                <c:pt idx="1436" c:formatCode="yyyy/m/d">
                  <c:v>43581</c:v>
                </c:pt>
                <c:pt idx="1437" c:formatCode="yyyy/m/d">
                  <c:v>43584</c:v>
                </c:pt>
                <c:pt idx="1438" c:formatCode="yyyy/m/d">
                  <c:v>43585</c:v>
                </c:pt>
                <c:pt idx="1439" c:formatCode="yyyy/m/d">
                  <c:v>43591</c:v>
                </c:pt>
                <c:pt idx="1440" c:formatCode="yyyy/m/d">
                  <c:v>43592</c:v>
                </c:pt>
                <c:pt idx="1441" c:formatCode="yyyy/m/d">
                  <c:v>43593</c:v>
                </c:pt>
                <c:pt idx="1442" c:formatCode="yyyy/m/d">
                  <c:v>43594</c:v>
                </c:pt>
                <c:pt idx="1443" c:formatCode="yyyy/m/d">
                  <c:v>43595</c:v>
                </c:pt>
                <c:pt idx="1444" c:formatCode="yyyy/m/d">
                  <c:v>43598</c:v>
                </c:pt>
                <c:pt idx="1445" c:formatCode="yyyy/m/d">
                  <c:v>43599</c:v>
                </c:pt>
                <c:pt idx="1446" c:formatCode="yyyy/m/d">
                  <c:v>43600</c:v>
                </c:pt>
                <c:pt idx="1447" c:formatCode="yyyy/m/d">
                  <c:v>43601</c:v>
                </c:pt>
                <c:pt idx="1448" c:formatCode="yyyy/m/d">
                  <c:v>43602</c:v>
                </c:pt>
                <c:pt idx="1449" c:formatCode="yyyy/m/d">
                  <c:v>43605</c:v>
                </c:pt>
                <c:pt idx="1450" c:formatCode="yyyy/m/d">
                  <c:v>43606</c:v>
                </c:pt>
                <c:pt idx="1451" c:formatCode="yyyy/m/d">
                  <c:v>43607</c:v>
                </c:pt>
                <c:pt idx="1452" c:formatCode="yyyy/m/d">
                  <c:v>43608</c:v>
                </c:pt>
                <c:pt idx="1453" c:formatCode="yyyy/m/d">
                  <c:v>43609</c:v>
                </c:pt>
                <c:pt idx="1454" c:formatCode="yyyy/m/d">
                  <c:v>43612</c:v>
                </c:pt>
                <c:pt idx="1455" c:formatCode="yyyy/m/d">
                  <c:v>43613</c:v>
                </c:pt>
                <c:pt idx="1456" c:formatCode="yyyy/m/d">
                  <c:v>43614</c:v>
                </c:pt>
                <c:pt idx="1457" c:formatCode="yyyy/m/d">
                  <c:v>43615</c:v>
                </c:pt>
                <c:pt idx="1458" c:formatCode="yyyy/m/d">
                  <c:v>43616</c:v>
                </c:pt>
                <c:pt idx="1459" c:formatCode="yyyy/m/d">
                  <c:v>43619</c:v>
                </c:pt>
                <c:pt idx="1460" c:formatCode="yyyy/m/d">
                  <c:v>43620</c:v>
                </c:pt>
                <c:pt idx="1461" c:formatCode="yyyy/m/d">
                  <c:v>43621</c:v>
                </c:pt>
                <c:pt idx="1462" c:formatCode="yyyy/m/d">
                  <c:v>43622</c:v>
                </c:pt>
                <c:pt idx="1463" c:formatCode="yyyy/m/d">
                  <c:v>43626</c:v>
                </c:pt>
                <c:pt idx="1464" c:formatCode="yyyy/m/d">
                  <c:v>43627</c:v>
                </c:pt>
                <c:pt idx="1465" c:formatCode="yyyy/m/d">
                  <c:v>43628</c:v>
                </c:pt>
                <c:pt idx="1466" c:formatCode="yyyy/m/d">
                  <c:v>43629</c:v>
                </c:pt>
                <c:pt idx="1467" c:formatCode="yyyy/m/d">
                  <c:v>43630</c:v>
                </c:pt>
                <c:pt idx="1468" c:formatCode="yyyy/m/d">
                  <c:v>43633</c:v>
                </c:pt>
                <c:pt idx="1469" c:formatCode="yyyy/m/d">
                  <c:v>43634</c:v>
                </c:pt>
                <c:pt idx="1470" c:formatCode="yyyy/m/d">
                  <c:v>43635</c:v>
                </c:pt>
                <c:pt idx="1471" c:formatCode="yyyy/m/d">
                  <c:v>43636</c:v>
                </c:pt>
                <c:pt idx="1472" c:formatCode="yyyy/m/d">
                  <c:v>43637</c:v>
                </c:pt>
                <c:pt idx="1473" c:formatCode="yyyy/m/d">
                  <c:v>43640</c:v>
                </c:pt>
                <c:pt idx="1474" c:formatCode="yyyy/m/d">
                  <c:v>43641</c:v>
                </c:pt>
                <c:pt idx="1475" c:formatCode="yyyy/m/d">
                  <c:v>43642</c:v>
                </c:pt>
                <c:pt idx="1476" c:formatCode="yyyy/m/d">
                  <c:v>43643</c:v>
                </c:pt>
                <c:pt idx="1477" c:formatCode="yyyy/m/d">
                  <c:v>43644</c:v>
                </c:pt>
                <c:pt idx="1478" c:formatCode="yyyy/m/d">
                  <c:v>43647</c:v>
                </c:pt>
                <c:pt idx="1479" c:formatCode="yyyy/m/d">
                  <c:v>43648</c:v>
                </c:pt>
                <c:pt idx="1480" c:formatCode="yyyy/m/d">
                  <c:v>43649</c:v>
                </c:pt>
                <c:pt idx="1481" c:formatCode="yyyy/m/d">
                  <c:v>43650</c:v>
                </c:pt>
                <c:pt idx="1482" c:formatCode="yyyy/m/d">
                  <c:v>43651</c:v>
                </c:pt>
                <c:pt idx="1483" c:formatCode="yyyy/m/d">
                  <c:v>43654</c:v>
                </c:pt>
                <c:pt idx="1484" c:formatCode="yyyy/m/d">
                  <c:v>43655</c:v>
                </c:pt>
                <c:pt idx="1485" c:formatCode="yyyy/m/d">
                  <c:v>43656</c:v>
                </c:pt>
                <c:pt idx="1486" c:formatCode="yyyy/m/d">
                  <c:v>43657</c:v>
                </c:pt>
                <c:pt idx="1487" c:formatCode="yyyy/m/d">
                  <c:v>43658</c:v>
                </c:pt>
                <c:pt idx="1488" c:formatCode="yyyy/m/d">
                  <c:v>43661</c:v>
                </c:pt>
                <c:pt idx="1489" c:formatCode="yyyy/m/d">
                  <c:v>43662</c:v>
                </c:pt>
                <c:pt idx="1490" c:formatCode="yyyy/m/d">
                  <c:v>43663</c:v>
                </c:pt>
                <c:pt idx="1491" c:formatCode="yyyy/m/d">
                  <c:v>43664</c:v>
                </c:pt>
                <c:pt idx="1492" c:formatCode="yyyy/m/d">
                  <c:v>43665</c:v>
                </c:pt>
                <c:pt idx="1493" c:formatCode="yyyy/m/d">
                  <c:v>43668</c:v>
                </c:pt>
                <c:pt idx="1494" c:formatCode="yyyy/m/d">
                  <c:v>43669</c:v>
                </c:pt>
                <c:pt idx="1495" c:formatCode="yyyy/m/d">
                  <c:v>43670</c:v>
                </c:pt>
                <c:pt idx="1496" c:formatCode="yyyy/m/d">
                  <c:v>43671</c:v>
                </c:pt>
                <c:pt idx="1497" c:formatCode="yyyy/m/d">
                  <c:v>43672</c:v>
                </c:pt>
                <c:pt idx="1498" c:formatCode="yyyy/m/d">
                  <c:v>43675</c:v>
                </c:pt>
                <c:pt idx="1499" c:formatCode="yyyy/m/d">
                  <c:v>43676</c:v>
                </c:pt>
                <c:pt idx="1500" c:formatCode="yyyy/m/d">
                  <c:v>43677</c:v>
                </c:pt>
                <c:pt idx="1501" c:formatCode="yyyy/m/d">
                  <c:v>43678</c:v>
                </c:pt>
                <c:pt idx="1502" c:formatCode="yyyy/m/d">
                  <c:v>43679</c:v>
                </c:pt>
                <c:pt idx="1503" c:formatCode="yyyy/m/d">
                  <c:v>43682</c:v>
                </c:pt>
                <c:pt idx="1504" c:formatCode="yyyy/m/d">
                  <c:v>43683</c:v>
                </c:pt>
                <c:pt idx="1505" c:formatCode="yyyy/m/d">
                  <c:v>43684</c:v>
                </c:pt>
                <c:pt idx="1506" c:formatCode="yyyy/m/d">
                  <c:v>43685</c:v>
                </c:pt>
                <c:pt idx="1507" c:formatCode="yyyy/m/d">
                  <c:v>43686</c:v>
                </c:pt>
                <c:pt idx="1508" c:formatCode="yyyy/m/d">
                  <c:v>43689</c:v>
                </c:pt>
                <c:pt idx="1509" c:formatCode="yyyy/m/d">
                  <c:v>43690</c:v>
                </c:pt>
                <c:pt idx="1510" c:formatCode="yyyy/m/d">
                  <c:v>43691</c:v>
                </c:pt>
                <c:pt idx="1511" c:formatCode="yyyy/m/d">
                  <c:v>43692</c:v>
                </c:pt>
                <c:pt idx="1512" c:formatCode="yyyy/m/d">
                  <c:v>43693</c:v>
                </c:pt>
                <c:pt idx="1513" c:formatCode="yyyy/m/d">
                  <c:v>43696</c:v>
                </c:pt>
                <c:pt idx="1514" c:formatCode="yyyy/m/d">
                  <c:v>43697</c:v>
                </c:pt>
                <c:pt idx="1515" c:formatCode="yyyy/m/d">
                  <c:v>43698</c:v>
                </c:pt>
                <c:pt idx="1516" c:formatCode="yyyy/m/d">
                  <c:v>43699</c:v>
                </c:pt>
                <c:pt idx="1517" c:formatCode="yyyy/m/d">
                  <c:v>43700</c:v>
                </c:pt>
                <c:pt idx="1518" c:formatCode="yyyy/m/d">
                  <c:v>43703</c:v>
                </c:pt>
                <c:pt idx="1519" c:formatCode="yyyy/m/d">
                  <c:v>43704</c:v>
                </c:pt>
                <c:pt idx="1520" c:formatCode="yyyy/m/d">
                  <c:v>43705</c:v>
                </c:pt>
                <c:pt idx="1521" c:formatCode="yyyy/m/d">
                  <c:v>43706</c:v>
                </c:pt>
                <c:pt idx="1522" c:formatCode="yyyy/m/d">
                  <c:v>43707</c:v>
                </c:pt>
                <c:pt idx="1523" c:formatCode="yyyy/m/d">
                  <c:v>43710</c:v>
                </c:pt>
                <c:pt idx="1524" c:formatCode="yyyy/m/d">
                  <c:v>43711</c:v>
                </c:pt>
                <c:pt idx="1525" c:formatCode="yyyy/m/d">
                  <c:v>43712</c:v>
                </c:pt>
                <c:pt idx="1526" c:formatCode="yyyy/m/d">
                  <c:v>43713</c:v>
                </c:pt>
                <c:pt idx="1527" c:formatCode="yyyy/m/d">
                  <c:v>43714</c:v>
                </c:pt>
                <c:pt idx="1528" c:formatCode="yyyy/m/d">
                  <c:v>43717</c:v>
                </c:pt>
                <c:pt idx="1529" c:formatCode="yyyy/m/d">
                  <c:v>43718</c:v>
                </c:pt>
                <c:pt idx="1530" c:formatCode="yyyy/m/d">
                  <c:v>43719</c:v>
                </c:pt>
                <c:pt idx="1531" c:formatCode="yyyy/m/d">
                  <c:v>43720</c:v>
                </c:pt>
                <c:pt idx="1532" c:formatCode="yyyy/m/d">
                  <c:v>43724</c:v>
                </c:pt>
                <c:pt idx="1533" c:formatCode="yyyy/m/d">
                  <c:v>43725</c:v>
                </c:pt>
                <c:pt idx="1534" c:formatCode="yyyy/m/d">
                  <c:v>43726</c:v>
                </c:pt>
                <c:pt idx="1535" c:formatCode="yyyy/m/d">
                  <c:v>43727</c:v>
                </c:pt>
                <c:pt idx="1536" c:formatCode="yyyy/m/d">
                  <c:v>43728</c:v>
                </c:pt>
                <c:pt idx="1537" c:formatCode="yyyy/m/d">
                  <c:v>43731</c:v>
                </c:pt>
                <c:pt idx="1538" c:formatCode="yyyy/m/d">
                  <c:v>43732</c:v>
                </c:pt>
                <c:pt idx="1539" c:formatCode="yyyy/m/d">
                  <c:v>43733</c:v>
                </c:pt>
                <c:pt idx="1540" c:formatCode="yyyy/m/d">
                  <c:v>43734</c:v>
                </c:pt>
                <c:pt idx="1541" c:formatCode="yyyy/m/d">
                  <c:v>43735</c:v>
                </c:pt>
                <c:pt idx="1542" c:formatCode="yyyy/m/d">
                  <c:v>43738</c:v>
                </c:pt>
                <c:pt idx="1543" c:formatCode="yyyy/m/d">
                  <c:v>43746</c:v>
                </c:pt>
                <c:pt idx="1544" c:formatCode="yyyy/m/d">
                  <c:v>43747</c:v>
                </c:pt>
                <c:pt idx="1545" c:formatCode="yyyy/m/d">
                  <c:v>43748</c:v>
                </c:pt>
                <c:pt idx="1546" c:formatCode="yyyy/m/d">
                  <c:v>43749</c:v>
                </c:pt>
                <c:pt idx="1547" c:formatCode="yyyy/m/d">
                  <c:v>43752</c:v>
                </c:pt>
                <c:pt idx="1548" c:formatCode="yyyy/m/d">
                  <c:v>43753</c:v>
                </c:pt>
                <c:pt idx="1549" c:formatCode="yyyy/m/d">
                  <c:v>43754</c:v>
                </c:pt>
                <c:pt idx="1550" c:formatCode="yyyy/m/d">
                  <c:v>43755</c:v>
                </c:pt>
                <c:pt idx="1551" c:formatCode="yyyy/m/d">
                  <c:v>43756</c:v>
                </c:pt>
                <c:pt idx="1552" c:formatCode="yyyy/m/d">
                  <c:v>43759</c:v>
                </c:pt>
                <c:pt idx="1553" c:formatCode="yyyy/m/d">
                  <c:v>43760</c:v>
                </c:pt>
                <c:pt idx="1554" c:formatCode="yyyy/m/d">
                  <c:v>43761</c:v>
                </c:pt>
                <c:pt idx="1555" c:formatCode="yyyy/m/d">
                  <c:v>43762</c:v>
                </c:pt>
                <c:pt idx="1556" c:formatCode="yyyy/m/d">
                  <c:v>43763</c:v>
                </c:pt>
                <c:pt idx="1557" c:formatCode="yyyy/m/d">
                  <c:v>43766</c:v>
                </c:pt>
                <c:pt idx="1558" c:formatCode="yyyy/m/d">
                  <c:v>43767</c:v>
                </c:pt>
                <c:pt idx="1559" c:formatCode="yyyy/m/d">
                  <c:v>43768</c:v>
                </c:pt>
                <c:pt idx="1560" c:formatCode="yyyy/m/d">
                  <c:v>43769</c:v>
                </c:pt>
                <c:pt idx="1561" c:formatCode="yyyy/m/d">
                  <c:v>43770</c:v>
                </c:pt>
                <c:pt idx="1562" c:formatCode="yyyy/m/d">
                  <c:v>43773</c:v>
                </c:pt>
                <c:pt idx="1563" c:formatCode="yyyy/m/d">
                  <c:v>43774</c:v>
                </c:pt>
                <c:pt idx="1564" c:formatCode="yyyy/m/d">
                  <c:v>43775</c:v>
                </c:pt>
                <c:pt idx="1565" c:formatCode="yyyy/m/d">
                  <c:v>43776</c:v>
                </c:pt>
                <c:pt idx="1566" c:formatCode="yyyy/m/d">
                  <c:v>43777</c:v>
                </c:pt>
                <c:pt idx="1567" c:formatCode="yyyy/m/d">
                  <c:v>43780</c:v>
                </c:pt>
                <c:pt idx="1568" c:formatCode="yyyy/m/d">
                  <c:v>43781</c:v>
                </c:pt>
                <c:pt idx="1569" c:formatCode="yyyy/m/d">
                  <c:v>43782</c:v>
                </c:pt>
                <c:pt idx="1570" c:formatCode="yyyy/m/d">
                  <c:v>43783</c:v>
                </c:pt>
                <c:pt idx="1571" c:formatCode="yyyy/m/d">
                  <c:v>43784</c:v>
                </c:pt>
                <c:pt idx="1572" c:formatCode="yyyy/m/d">
                  <c:v>43787</c:v>
                </c:pt>
                <c:pt idx="1573" c:formatCode="yyyy/m/d">
                  <c:v>43788</c:v>
                </c:pt>
                <c:pt idx="1574" c:formatCode="yyyy/m/d">
                  <c:v>43789</c:v>
                </c:pt>
                <c:pt idx="1575" c:formatCode="yyyy/m/d">
                  <c:v>43790</c:v>
                </c:pt>
                <c:pt idx="1576" c:formatCode="yyyy/m/d">
                  <c:v>43791</c:v>
                </c:pt>
                <c:pt idx="1577" c:formatCode="yyyy/m/d">
                  <c:v>43794</c:v>
                </c:pt>
                <c:pt idx="1578" c:formatCode="yyyy/m/d">
                  <c:v>43795</c:v>
                </c:pt>
                <c:pt idx="1579" c:formatCode="yyyy/m/d">
                  <c:v>43796</c:v>
                </c:pt>
                <c:pt idx="1580" c:formatCode="yyyy/m/d">
                  <c:v>43797</c:v>
                </c:pt>
                <c:pt idx="1581" c:formatCode="yyyy/m/d">
                  <c:v>43798</c:v>
                </c:pt>
                <c:pt idx="1582" c:formatCode="yyyy/m/d">
                  <c:v>43801</c:v>
                </c:pt>
                <c:pt idx="1583" c:formatCode="yyyy/m/d">
                  <c:v>43802</c:v>
                </c:pt>
                <c:pt idx="1584" c:formatCode="yyyy/m/d">
                  <c:v>43803</c:v>
                </c:pt>
                <c:pt idx="1585" c:formatCode="yyyy/m/d">
                  <c:v>43804</c:v>
                </c:pt>
                <c:pt idx="1586" c:formatCode="yyyy/m/d">
                  <c:v>43805</c:v>
                </c:pt>
                <c:pt idx="1587" c:formatCode="yyyy/m/d">
                  <c:v>43808</c:v>
                </c:pt>
                <c:pt idx="1588" c:formatCode="yyyy/m/d">
                  <c:v>43809</c:v>
                </c:pt>
                <c:pt idx="1589" c:formatCode="yyyy/m/d">
                  <c:v>43810</c:v>
                </c:pt>
                <c:pt idx="1590" c:formatCode="yyyy/m/d">
                  <c:v>43811</c:v>
                </c:pt>
                <c:pt idx="1591" c:formatCode="yyyy/m/d">
                  <c:v>43812</c:v>
                </c:pt>
                <c:pt idx="1592" c:formatCode="yyyy/m/d">
                  <c:v>43815</c:v>
                </c:pt>
                <c:pt idx="1593" c:formatCode="yyyy/m/d">
                  <c:v>43816</c:v>
                </c:pt>
                <c:pt idx="1594" c:formatCode="yyyy/m/d">
                  <c:v>43817</c:v>
                </c:pt>
                <c:pt idx="1595" c:formatCode="yyyy/m/d">
                  <c:v>43818</c:v>
                </c:pt>
                <c:pt idx="1596" c:formatCode="yyyy/m/d">
                  <c:v>43819</c:v>
                </c:pt>
                <c:pt idx="1597" c:formatCode="yyyy/m/d">
                  <c:v>43822</c:v>
                </c:pt>
                <c:pt idx="1598" c:formatCode="yyyy/m/d">
                  <c:v>43823</c:v>
                </c:pt>
                <c:pt idx="1599" c:formatCode="yyyy/m/d">
                  <c:v>43824</c:v>
                </c:pt>
                <c:pt idx="1600" c:formatCode="yyyy/m/d">
                  <c:v>43825</c:v>
                </c:pt>
                <c:pt idx="1601" c:formatCode="yyyy/m/d">
                  <c:v>43826</c:v>
                </c:pt>
                <c:pt idx="1602" c:formatCode="yyyy/m/d">
                  <c:v>43829</c:v>
                </c:pt>
                <c:pt idx="1603" c:formatCode="yyyy/m/d">
                  <c:v>43830</c:v>
                </c:pt>
                <c:pt idx="1604" c:formatCode="yyyy/m/d">
                  <c:v>43832</c:v>
                </c:pt>
                <c:pt idx="1605" c:formatCode="yyyy/m/d">
                  <c:v>43833</c:v>
                </c:pt>
                <c:pt idx="1606" c:formatCode="yyyy/m/d">
                  <c:v>43836</c:v>
                </c:pt>
                <c:pt idx="1607" c:formatCode="yyyy/m/d">
                  <c:v>43837</c:v>
                </c:pt>
                <c:pt idx="1608" c:formatCode="yyyy/m/d">
                  <c:v>43838</c:v>
                </c:pt>
                <c:pt idx="1609" c:formatCode="yyyy/m/d">
                  <c:v>43839</c:v>
                </c:pt>
                <c:pt idx="1610" c:formatCode="yyyy/m/d">
                  <c:v>43840</c:v>
                </c:pt>
                <c:pt idx="1611" c:formatCode="yyyy/m/d">
                  <c:v>43843</c:v>
                </c:pt>
                <c:pt idx="1612" c:formatCode="yyyy/m/d">
                  <c:v>43844</c:v>
                </c:pt>
                <c:pt idx="1613" c:formatCode="yyyy/m/d">
                  <c:v>43845</c:v>
                </c:pt>
                <c:pt idx="1614" c:formatCode="yyyy/m/d">
                  <c:v>43846</c:v>
                </c:pt>
                <c:pt idx="1615" c:formatCode="yyyy/m/d">
                  <c:v>43847</c:v>
                </c:pt>
                <c:pt idx="1616" c:formatCode="yyyy/m/d">
                  <c:v>43850</c:v>
                </c:pt>
                <c:pt idx="1617" c:formatCode="yyyy/m/d">
                  <c:v>43851</c:v>
                </c:pt>
                <c:pt idx="1618" c:formatCode="yyyy/m/d">
                  <c:v>43852</c:v>
                </c:pt>
                <c:pt idx="1619" c:formatCode="yyyy/m/d">
                  <c:v>43853</c:v>
                </c:pt>
                <c:pt idx="1620" c:formatCode="yyyy/m/d">
                  <c:v>43864</c:v>
                </c:pt>
                <c:pt idx="1621" c:formatCode="yyyy/m/d">
                  <c:v>43865</c:v>
                </c:pt>
                <c:pt idx="1622" c:formatCode="yyyy/m/d">
                  <c:v>43866</c:v>
                </c:pt>
                <c:pt idx="1623" c:formatCode="yyyy/m/d">
                  <c:v>43867</c:v>
                </c:pt>
                <c:pt idx="1624" c:formatCode="yyyy/m/d">
                  <c:v>43868</c:v>
                </c:pt>
                <c:pt idx="1625" c:formatCode="yyyy/m/d">
                  <c:v>43871</c:v>
                </c:pt>
                <c:pt idx="1626" c:formatCode="yyyy/m/d">
                  <c:v>43872</c:v>
                </c:pt>
                <c:pt idx="1627" c:formatCode="yyyy/m/d">
                  <c:v>43873</c:v>
                </c:pt>
                <c:pt idx="1628" c:formatCode="yyyy/m/d">
                  <c:v>43874</c:v>
                </c:pt>
                <c:pt idx="1629" c:formatCode="yyyy/m/d">
                  <c:v>43875</c:v>
                </c:pt>
                <c:pt idx="1630" c:formatCode="yyyy/m/d">
                  <c:v>43878</c:v>
                </c:pt>
                <c:pt idx="1631" c:formatCode="yyyy/m/d">
                  <c:v>43879</c:v>
                </c:pt>
                <c:pt idx="1632" c:formatCode="yyyy/m/d">
                  <c:v>43880</c:v>
                </c:pt>
                <c:pt idx="1633" c:formatCode="yyyy/m/d">
                  <c:v>43881</c:v>
                </c:pt>
                <c:pt idx="1634" c:formatCode="yyyy/m/d">
                  <c:v>43882</c:v>
                </c:pt>
                <c:pt idx="1635" c:formatCode="yyyy/m/d">
                  <c:v>43885</c:v>
                </c:pt>
                <c:pt idx="1636" c:formatCode="yyyy/m/d">
                  <c:v>43886</c:v>
                </c:pt>
                <c:pt idx="1637" c:formatCode="yyyy/m/d">
                  <c:v>43887</c:v>
                </c:pt>
                <c:pt idx="1638" c:formatCode="yyyy/m/d">
                  <c:v>43888</c:v>
                </c:pt>
                <c:pt idx="1639" c:formatCode="yyyy/m/d">
                  <c:v>43889</c:v>
                </c:pt>
                <c:pt idx="1640" c:formatCode="yyyy/m/d">
                  <c:v>43892</c:v>
                </c:pt>
                <c:pt idx="1641" c:formatCode="yyyy/m/d">
                  <c:v>43893</c:v>
                </c:pt>
                <c:pt idx="1642" c:formatCode="yyyy/m/d">
                  <c:v>43894</c:v>
                </c:pt>
                <c:pt idx="1643" c:formatCode="yyyy/m/d">
                  <c:v>43895</c:v>
                </c:pt>
                <c:pt idx="1644" c:formatCode="yyyy/m/d">
                  <c:v>43896</c:v>
                </c:pt>
                <c:pt idx="1645" c:formatCode="yyyy/m/d">
                  <c:v>43899</c:v>
                </c:pt>
                <c:pt idx="1646" c:formatCode="yyyy/m/d">
                  <c:v>43900</c:v>
                </c:pt>
                <c:pt idx="1647" c:formatCode="yyyy/m/d">
                  <c:v>43901</c:v>
                </c:pt>
                <c:pt idx="1648" c:formatCode="yyyy/m/d">
                  <c:v>43902</c:v>
                </c:pt>
                <c:pt idx="1649" c:formatCode="yyyy/m/d">
                  <c:v>43903</c:v>
                </c:pt>
                <c:pt idx="1650" c:formatCode="yyyy/m/d">
                  <c:v>43906</c:v>
                </c:pt>
                <c:pt idx="1651" c:formatCode="yyyy/m/d">
                  <c:v>43907</c:v>
                </c:pt>
                <c:pt idx="1652" c:formatCode="yyyy/m/d">
                  <c:v>43908</c:v>
                </c:pt>
                <c:pt idx="1653" c:formatCode="yyyy/m/d">
                  <c:v>43909</c:v>
                </c:pt>
                <c:pt idx="1654" c:formatCode="yyyy/m/d">
                  <c:v>43910</c:v>
                </c:pt>
                <c:pt idx="1655" c:formatCode="yyyy/m/d">
                  <c:v>43913</c:v>
                </c:pt>
                <c:pt idx="1656" c:formatCode="yyyy/m/d">
                  <c:v>43914</c:v>
                </c:pt>
                <c:pt idx="1657" c:formatCode="yyyy/m/d">
                  <c:v>43915</c:v>
                </c:pt>
                <c:pt idx="1658" c:formatCode="yyyy/m/d">
                  <c:v>43916</c:v>
                </c:pt>
                <c:pt idx="1659" c:formatCode="yyyy/m/d">
                  <c:v>43917</c:v>
                </c:pt>
                <c:pt idx="1660" c:formatCode="yyyy/m/d">
                  <c:v>43920</c:v>
                </c:pt>
                <c:pt idx="1661" c:formatCode="yyyy/m/d">
                  <c:v>43921</c:v>
                </c:pt>
                <c:pt idx="1662" c:formatCode="yyyy/m/d">
                  <c:v>43922</c:v>
                </c:pt>
                <c:pt idx="1663" c:formatCode="yyyy/m/d">
                  <c:v>43923</c:v>
                </c:pt>
                <c:pt idx="1664" c:formatCode="yyyy/m/d">
                  <c:v>43924</c:v>
                </c:pt>
                <c:pt idx="1665" c:formatCode="yyyy/m/d">
                  <c:v>43928</c:v>
                </c:pt>
                <c:pt idx="1666" c:formatCode="yyyy/m/d">
                  <c:v>43929</c:v>
                </c:pt>
                <c:pt idx="1667" c:formatCode="yyyy/m/d">
                  <c:v>43930</c:v>
                </c:pt>
                <c:pt idx="1668" c:formatCode="yyyy/m/d">
                  <c:v>43931</c:v>
                </c:pt>
                <c:pt idx="1669" c:formatCode="yyyy/m/d">
                  <c:v>43934</c:v>
                </c:pt>
                <c:pt idx="1670" c:formatCode="yyyy/m/d">
                  <c:v>43935</c:v>
                </c:pt>
                <c:pt idx="1671" c:formatCode="yyyy/m/d">
                  <c:v>43936</c:v>
                </c:pt>
                <c:pt idx="1672" c:formatCode="yyyy/m/d">
                  <c:v>43937</c:v>
                </c:pt>
                <c:pt idx="1673" c:formatCode="yyyy/m/d">
                  <c:v>43938</c:v>
                </c:pt>
                <c:pt idx="1674" c:formatCode="yyyy/m/d">
                  <c:v>43941</c:v>
                </c:pt>
                <c:pt idx="1675" c:formatCode="yyyy/m/d">
                  <c:v>43942</c:v>
                </c:pt>
                <c:pt idx="1676" c:formatCode="yyyy/m/d">
                  <c:v>43943</c:v>
                </c:pt>
                <c:pt idx="1677" c:formatCode="yyyy/m/d">
                  <c:v>43944</c:v>
                </c:pt>
                <c:pt idx="1678" c:formatCode="yyyy/m/d">
                  <c:v>43945</c:v>
                </c:pt>
                <c:pt idx="1679" c:formatCode="yyyy/m/d">
                  <c:v>43948</c:v>
                </c:pt>
                <c:pt idx="1680" c:formatCode="yyyy/m/d">
                  <c:v>43949</c:v>
                </c:pt>
                <c:pt idx="1681" c:formatCode="yyyy/m/d">
                  <c:v>43950</c:v>
                </c:pt>
                <c:pt idx="1682" c:formatCode="yyyy/m/d">
                  <c:v>43951</c:v>
                </c:pt>
                <c:pt idx="1683" c:formatCode="yyyy/m/d">
                  <c:v>43957</c:v>
                </c:pt>
                <c:pt idx="1684" c:formatCode="yyyy/m/d">
                  <c:v>43958</c:v>
                </c:pt>
                <c:pt idx="1685" c:formatCode="yyyy/m/d">
                  <c:v>43959</c:v>
                </c:pt>
                <c:pt idx="1686" c:formatCode="yyyy/m/d">
                  <c:v>43962</c:v>
                </c:pt>
                <c:pt idx="1687" c:formatCode="yyyy/m/d">
                  <c:v>43963</c:v>
                </c:pt>
                <c:pt idx="1688" c:formatCode="yyyy/m/d">
                  <c:v>43964</c:v>
                </c:pt>
                <c:pt idx="1689" c:formatCode="yyyy/m/d">
                  <c:v>43965</c:v>
                </c:pt>
                <c:pt idx="1690" c:formatCode="yyyy/m/d">
                  <c:v>43966</c:v>
                </c:pt>
                <c:pt idx="1691" c:formatCode="yyyy/m/d">
                  <c:v>43969</c:v>
                </c:pt>
                <c:pt idx="1692" c:formatCode="yyyy/m/d">
                  <c:v>43970</c:v>
                </c:pt>
                <c:pt idx="1693" c:formatCode="yyyy/m/d">
                  <c:v>43971</c:v>
                </c:pt>
                <c:pt idx="1694" c:formatCode="yyyy/m/d">
                  <c:v>43972</c:v>
                </c:pt>
                <c:pt idx="1695" c:formatCode="yyyy/m/d">
                  <c:v>43973</c:v>
                </c:pt>
                <c:pt idx="1696" c:formatCode="yyyy/m/d">
                  <c:v>43976</c:v>
                </c:pt>
                <c:pt idx="1697" c:formatCode="yyyy/m/d">
                  <c:v>43977</c:v>
                </c:pt>
                <c:pt idx="1698" c:formatCode="yyyy/m/d">
                  <c:v>43978</c:v>
                </c:pt>
                <c:pt idx="1699" c:formatCode="yyyy/m/d">
                  <c:v>43979</c:v>
                </c:pt>
                <c:pt idx="1700" c:formatCode="yyyy/m/d">
                  <c:v>43980</c:v>
                </c:pt>
                <c:pt idx="1701" c:formatCode="yyyy/m/d">
                  <c:v>43983</c:v>
                </c:pt>
                <c:pt idx="1702" c:formatCode="yyyy/m/d">
                  <c:v>43984</c:v>
                </c:pt>
                <c:pt idx="1703" c:formatCode="yyyy/m/d">
                  <c:v>43985</c:v>
                </c:pt>
                <c:pt idx="1704" c:formatCode="yyyy/m/d">
                  <c:v>43986</c:v>
                </c:pt>
                <c:pt idx="1705" c:formatCode="yyyy/m/d">
                  <c:v>43987</c:v>
                </c:pt>
                <c:pt idx="1706" c:formatCode="yyyy/m/d">
                  <c:v>43990</c:v>
                </c:pt>
                <c:pt idx="1707" c:formatCode="yyyy/m/d">
                  <c:v>43991</c:v>
                </c:pt>
                <c:pt idx="1708" c:formatCode="yyyy/m/d">
                  <c:v>43992</c:v>
                </c:pt>
                <c:pt idx="1709" c:formatCode="yyyy/m/d">
                  <c:v>43993</c:v>
                </c:pt>
                <c:pt idx="1710" c:formatCode="yyyy/m/d">
                  <c:v>43994</c:v>
                </c:pt>
                <c:pt idx="1711" c:formatCode="yyyy/m/d">
                  <c:v>43997</c:v>
                </c:pt>
                <c:pt idx="1712" c:formatCode="yyyy/m/d">
                  <c:v>43998</c:v>
                </c:pt>
                <c:pt idx="1713" c:formatCode="yyyy/m/d">
                  <c:v>43999</c:v>
                </c:pt>
                <c:pt idx="1714" c:formatCode="yyyy/m/d">
                  <c:v>44000</c:v>
                </c:pt>
                <c:pt idx="1715" c:formatCode="yyyy/m/d">
                  <c:v>44001</c:v>
                </c:pt>
                <c:pt idx="1716" c:formatCode="yyyy/m/d">
                  <c:v>44004</c:v>
                </c:pt>
                <c:pt idx="1717" c:formatCode="yyyy/m/d">
                  <c:v>44005</c:v>
                </c:pt>
                <c:pt idx="1718" c:formatCode="yyyy/m/d">
                  <c:v>44006</c:v>
                </c:pt>
                <c:pt idx="1719" c:formatCode="yyyy/m/d">
                  <c:v>44011</c:v>
                </c:pt>
                <c:pt idx="1720" c:formatCode="yyyy/m/d">
                  <c:v>44012</c:v>
                </c:pt>
                <c:pt idx="1721" c:formatCode="yyyy/m/d">
                  <c:v>44013</c:v>
                </c:pt>
                <c:pt idx="1722" c:formatCode="yyyy/m/d">
                  <c:v>44014</c:v>
                </c:pt>
                <c:pt idx="1723" c:formatCode="yyyy/m/d">
                  <c:v>44015</c:v>
                </c:pt>
                <c:pt idx="1724" c:formatCode="yyyy/m/d">
                  <c:v>44018</c:v>
                </c:pt>
                <c:pt idx="1725" c:formatCode="yyyy/m/d">
                  <c:v>44019</c:v>
                </c:pt>
                <c:pt idx="1726" c:formatCode="yyyy/m/d">
                  <c:v>44020</c:v>
                </c:pt>
                <c:pt idx="1727" c:formatCode="yyyy/m/d">
                  <c:v>44021</c:v>
                </c:pt>
                <c:pt idx="1728" c:formatCode="yyyy/m/d">
                  <c:v>44022</c:v>
                </c:pt>
                <c:pt idx="1729" c:formatCode="yyyy/m/d">
                  <c:v>44025</c:v>
                </c:pt>
                <c:pt idx="1730" c:formatCode="yyyy/m/d">
                  <c:v>44026</c:v>
                </c:pt>
                <c:pt idx="1731" c:formatCode="yyyy/m/d">
                  <c:v>44027</c:v>
                </c:pt>
                <c:pt idx="1732" c:formatCode="yyyy/m/d">
                  <c:v>44028</c:v>
                </c:pt>
                <c:pt idx="1733" c:formatCode="yyyy/m/d">
                  <c:v>44029</c:v>
                </c:pt>
                <c:pt idx="1734" c:formatCode="yyyy/m/d">
                  <c:v>44032</c:v>
                </c:pt>
                <c:pt idx="1735" c:formatCode="yyyy/m/d">
                  <c:v>44033</c:v>
                </c:pt>
                <c:pt idx="1736" c:formatCode="yyyy/m/d">
                  <c:v>44034</c:v>
                </c:pt>
                <c:pt idx="1737" c:formatCode="yyyy/m/d">
                  <c:v>44035</c:v>
                </c:pt>
                <c:pt idx="1738" c:formatCode="yyyy/m/d">
                  <c:v>44036</c:v>
                </c:pt>
                <c:pt idx="1739" c:formatCode="yyyy/m/d">
                  <c:v>44039</c:v>
                </c:pt>
                <c:pt idx="1740" c:formatCode="yyyy/m/d">
                  <c:v>44040</c:v>
                </c:pt>
                <c:pt idx="1741" c:formatCode="yyyy/m/d">
                  <c:v>44041</c:v>
                </c:pt>
                <c:pt idx="1742" c:formatCode="yyyy/m/d">
                  <c:v>44042</c:v>
                </c:pt>
                <c:pt idx="1743" c:formatCode="yyyy/m/d">
                  <c:v>44043</c:v>
                </c:pt>
                <c:pt idx="1744" c:formatCode="yyyy/m/d">
                  <c:v>44046</c:v>
                </c:pt>
                <c:pt idx="1745" c:formatCode="yyyy/m/d">
                  <c:v>44047</c:v>
                </c:pt>
                <c:pt idx="1746" c:formatCode="yyyy/m/d">
                  <c:v>44048</c:v>
                </c:pt>
                <c:pt idx="1747" c:formatCode="yyyy/m/d">
                  <c:v>44049</c:v>
                </c:pt>
                <c:pt idx="1748" c:formatCode="yyyy/m/d">
                  <c:v>44050</c:v>
                </c:pt>
                <c:pt idx="1749" c:formatCode="yyyy/m/d">
                  <c:v>44053</c:v>
                </c:pt>
                <c:pt idx="1750" c:formatCode="yyyy/m/d">
                  <c:v>44054</c:v>
                </c:pt>
                <c:pt idx="1751" c:formatCode="yyyy/m/d">
                  <c:v>44055</c:v>
                </c:pt>
                <c:pt idx="1752" c:formatCode="yyyy/m/d">
                  <c:v>44056</c:v>
                </c:pt>
                <c:pt idx="1753" c:formatCode="yyyy/m/d">
                  <c:v>44057</c:v>
                </c:pt>
                <c:pt idx="1754" c:formatCode="yyyy/m/d">
                  <c:v>44060</c:v>
                </c:pt>
                <c:pt idx="1755" c:formatCode="yyyy/m/d">
                  <c:v>44061</c:v>
                </c:pt>
                <c:pt idx="1756" c:formatCode="yyyy/m/d">
                  <c:v>44062</c:v>
                </c:pt>
                <c:pt idx="1757" c:formatCode="yyyy/m/d">
                  <c:v>44063</c:v>
                </c:pt>
                <c:pt idx="1758" c:formatCode="yyyy/m/d">
                  <c:v>44064</c:v>
                </c:pt>
                <c:pt idx="1759" c:formatCode="yyyy/m/d">
                  <c:v>44067</c:v>
                </c:pt>
                <c:pt idx="1760" c:formatCode="yyyy/m/d">
                  <c:v>44068</c:v>
                </c:pt>
                <c:pt idx="1761" c:formatCode="yyyy/m/d">
                  <c:v>44069</c:v>
                </c:pt>
                <c:pt idx="1762" c:formatCode="yyyy/m/d">
                  <c:v>44070</c:v>
                </c:pt>
                <c:pt idx="1763" c:formatCode="yyyy/m/d">
                  <c:v>44071</c:v>
                </c:pt>
                <c:pt idx="1764" c:formatCode="yyyy/m/d">
                  <c:v>44074</c:v>
                </c:pt>
                <c:pt idx="1765" c:formatCode="yyyy/m/d">
                  <c:v>44075</c:v>
                </c:pt>
                <c:pt idx="1766" c:formatCode="yyyy/m/d">
                  <c:v>44076</c:v>
                </c:pt>
                <c:pt idx="1767" c:formatCode="yyyy/m/d">
                  <c:v>44077</c:v>
                </c:pt>
                <c:pt idx="1768" c:formatCode="yyyy/m/d">
                  <c:v>44078</c:v>
                </c:pt>
                <c:pt idx="1769" c:formatCode="yyyy/m/d">
                  <c:v>44081</c:v>
                </c:pt>
                <c:pt idx="1770" c:formatCode="yyyy/m/d">
                  <c:v>44082</c:v>
                </c:pt>
                <c:pt idx="1771" c:formatCode="yyyy/m/d">
                  <c:v>44083</c:v>
                </c:pt>
                <c:pt idx="1772" c:formatCode="yyyy/m/d">
                  <c:v>44084</c:v>
                </c:pt>
                <c:pt idx="1773" c:formatCode="yyyy/m/d">
                  <c:v>44085</c:v>
                </c:pt>
                <c:pt idx="1774" c:formatCode="yyyy/m/d">
                  <c:v>44088</c:v>
                </c:pt>
                <c:pt idx="1775" c:formatCode="yyyy/m/d">
                  <c:v>44089</c:v>
                </c:pt>
                <c:pt idx="1776" c:formatCode="yyyy/m/d">
                  <c:v>44090</c:v>
                </c:pt>
                <c:pt idx="1777" c:formatCode="yyyy/m/d">
                  <c:v>44091</c:v>
                </c:pt>
                <c:pt idx="1778" c:formatCode="yyyy/m/d">
                  <c:v>44092</c:v>
                </c:pt>
                <c:pt idx="1779" c:formatCode="yyyy/m/d">
                  <c:v>44095</c:v>
                </c:pt>
                <c:pt idx="1780" c:formatCode="yyyy/m/d">
                  <c:v>44096</c:v>
                </c:pt>
                <c:pt idx="1781" c:formatCode="yyyy/m/d">
                  <c:v>44097</c:v>
                </c:pt>
                <c:pt idx="1782" c:formatCode="yyyy/m/d">
                  <c:v>44098</c:v>
                </c:pt>
                <c:pt idx="1783" c:formatCode="yyyy/m/d">
                  <c:v>44099</c:v>
                </c:pt>
                <c:pt idx="1784" c:formatCode="yyyy/m/d">
                  <c:v>44102</c:v>
                </c:pt>
                <c:pt idx="1785" c:formatCode="yyyy/m/d">
                  <c:v>44103</c:v>
                </c:pt>
                <c:pt idx="1786" c:formatCode="yyyy/m/d">
                  <c:v>44104</c:v>
                </c:pt>
                <c:pt idx="1787" c:formatCode="yyyy/m/d">
                  <c:v>44113</c:v>
                </c:pt>
                <c:pt idx="1788" c:formatCode="yyyy/m/d">
                  <c:v>44116</c:v>
                </c:pt>
                <c:pt idx="1789" c:formatCode="yyyy/m/d">
                  <c:v>44117</c:v>
                </c:pt>
                <c:pt idx="1790" c:formatCode="yyyy/m/d">
                  <c:v>44118</c:v>
                </c:pt>
                <c:pt idx="1791" c:formatCode="yyyy/m/d">
                  <c:v>44119</c:v>
                </c:pt>
                <c:pt idx="1792" c:formatCode="yyyy/m/d">
                  <c:v>44120</c:v>
                </c:pt>
                <c:pt idx="1793" c:formatCode="yyyy/m/d">
                  <c:v>44123</c:v>
                </c:pt>
                <c:pt idx="1794" c:formatCode="yyyy/m/d">
                  <c:v>44124</c:v>
                </c:pt>
                <c:pt idx="1795" c:formatCode="yyyy/m/d">
                  <c:v>44125</c:v>
                </c:pt>
                <c:pt idx="1796" c:formatCode="yyyy/m/d">
                  <c:v>44126</c:v>
                </c:pt>
                <c:pt idx="1797" c:formatCode="yyyy/m/d">
                  <c:v>44127</c:v>
                </c:pt>
                <c:pt idx="1798" c:formatCode="yyyy/m/d">
                  <c:v>44130</c:v>
                </c:pt>
                <c:pt idx="1799" c:formatCode="yyyy/m/d">
                  <c:v>44131</c:v>
                </c:pt>
                <c:pt idx="1800" c:formatCode="yyyy/m/d">
                  <c:v>44132</c:v>
                </c:pt>
                <c:pt idx="1801" c:formatCode="yyyy/m/d">
                  <c:v>44133</c:v>
                </c:pt>
                <c:pt idx="1802" c:formatCode="yyyy/m/d">
                  <c:v>44134</c:v>
                </c:pt>
                <c:pt idx="1803" c:formatCode="yyyy/m/d">
                  <c:v>44137</c:v>
                </c:pt>
                <c:pt idx="1804" c:formatCode="yyyy/m/d">
                  <c:v>44138</c:v>
                </c:pt>
                <c:pt idx="1805" c:formatCode="yyyy/m/d">
                  <c:v>44139</c:v>
                </c:pt>
                <c:pt idx="1806" c:formatCode="yyyy/m/d">
                  <c:v>44140</c:v>
                </c:pt>
                <c:pt idx="1807" c:formatCode="yyyy/m/d">
                  <c:v>44141</c:v>
                </c:pt>
                <c:pt idx="1808" c:formatCode="yyyy/m/d">
                  <c:v>44144</c:v>
                </c:pt>
                <c:pt idx="1809" c:formatCode="yyyy/m/d">
                  <c:v>44145</c:v>
                </c:pt>
                <c:pt idx="1810" c:formatCode="yyyy/m/d">
                  <c:v>44146</c:v>
                </c:pt>
                <c:pt idx="1811" c:formatCode="yyyy/m/d">
                  <c:v>44147</c:v>
                </c:pt>
                <c:pt idx="1812" c:formatCode="yyyy/m/d">
                  <c:v>44148</c:v>
                </c:pt>
                <c:pt idx="1813" c:formatCode="yyyy/m/d">
                  <c:v>44151</c:v>
                </c:pt>
                <c:pt idx="1814" c:formatCode="yyyy/m/d">
                  <c:v>44152</c:v>
                </c:pt>
                <c:pt idx="1815" c:formatCode="yyyy/m/d">
                  <c:v>44153</c:v>
                </c:pt>
                <c:pt idx="1816" c:formatCode="yyyy/m/d">
                  <c:v>44154</c:v>
                </c:pt>
                <c:pt idx="1817" c:formatCode="yyyy/m/d">
                  <c:v>44155</c:v>
                </c:pt>
                <c:pt idx="1818" c:formatCode="yyyy/m/d">
                  <c:v>44158</c:v>
                </c:pt>
                <c:pt idx="1819" c:formatCode="yyyy/m/d">
                  <c:v>44159</c:v>
                </c:pt>
                <c:pt idx="1820" c:formatCode="yyyy/m/d">
                  <c:v>44160</c:v>
                </c:pt>
                <c:pt idx="1821" c:formatCode="yyyy/m/d">
                  <c:v>44161</c:v>
                </c:pt>
                <c:pt idx="1822" c:formatCode="yyyy/m/d">
                  <c:v>44162</c:v>
                </c:pt>
                <c:pt idx="1823" c:formatCode="yyyy/m/d">
                  <c:v>44165</c:v>
                </c:pt>
                <c:pt idx="1824" c:formatCode="yyyy/m/d">
                  <c:v>44166</c:v>
                </c:pt>
                <c:pt idx="1825" c:formatCode="yyyy/m/d">
                  <c:v>44167</c:v>
                </c:pt>
                <c:pt idx="1826" c:formatCode="yyyy/m/d">
                  <c:v>44168</c:v>
                </c:pt>
                <c:pt idx="1827" c:formatCode="yyyy/m/d">
                  <c:v>44169</c:v>
                </c:pt>
                <c:pt idx="1828" c:formatCode="yyyy/m/d">
                  <c:v>44172</c:v>
                </c:pt>
                <c:pt idx="1829" c:formatCode="yyyy/m/d">
                  <c:v>44173</c:v>
                </c:pt>
                <c:pt idx="1830" c:formatCode="yyyy/m/d">
                  <c:v>44174</c:v>
                </c:pt>
                <c:pt idx="1831" c:formatCode="yyyy/m/d">
                  <c:v>44175</c:v>
                </c:pt>
                <c:pt idx="1832" c:formatCode="yyyy/m/d">
                  <c:v>44176</c:v>
                </c:pt>
                <c:pt idx="1833" c:formatCode="yyyy/m/d">
                  <c:v>44179</c:v>
                </c:pt>
                <c:pt idx="1834" c:formatCode="yyyy/m/d">
                  <c:v>44180</c:v>
                </c:pt>
                <c:pt idx="1835" c:formatCode="yyyy/m/d">
                  <c:v>44181</c:v>
                </c:pt>
                <c:pt idx="1836" c:formatCode="yyyy/m/d">
                  <c:v>44182</c:v>
                </c:pt>
                <c:pt idx="1837" c:formatCode="yyyy/m/d">
                  <c:v>44183</c:v>
                </c:pt>
                <c:pt idx="1838" c:formatCode="yyyy/m/d">
                  <c:v>44186</c:v>
                </c:pt>
                <c:pt idx="1839" c:formatCode="yyyy/m/d">
                  <c:v>44187</c:v>
                </c:pt>
                <c:pt idx="1840" c:formatCode="yyyy/m/d">
                  <c:v>44188</c:v>
                </c:pt>
                <c:pt idx="1841" c:formatCode="yyyy/m/d">
                  <c:v>44189</c:v>
                </c:pt>
                <c:pt idx="1842" c:formatCode="yyyy/m/d">
                  <c:v>44190</c:v>
                </c:pt>
                <c:pt idx="1843" c:formatCode="yyyy/m/d">
                  <c:v>44193</c:v>
                </c:pt>
                <c:pt idx="1844" c:formatCode="yyyy/m/d">
                  <c:v>44194</c:v>
                </c:pt>
                <c:pt idx="1845" c:formatCode="yyyy/m/d">
                  <c:v>44195</c:v>
                </c:pt>
                <c:pt idx="1846" c:formatCode="yyyy/m/d">
                  <c:v>44196</c:v>
                </c:pt>
                <c:pt idx="1847" c:formatCode="yyyy/m/d">
                  <c:v>44200</c:v>
                </c:pt>
                <c:pt idx="1848" c:formatCode="yyyy/m/d">
                  <c:v>44201</c:v>
                </c:pt>
                <c:pt idx="1849" c:formatCode="yyyy/m/d">
                  <c:v>44202</c:v>
                </c:pt>
                <c:pt idx="1850" c:formatCode="yyyy/m/d">
                  <c:v>44203</c:v>
                </c:pt>
                <c:pt idx="1851" c:formatCode="yyyy/m/d">
                  <c:v>44204</c:v>
                </c:pt>
                <c:pt idx="1852" c:formatCode="yyyy/m/d">
                  <c:v>44207</c:v>
                </c:pt>
                <c:pt idx="1853" c:formatCode="yyyy/m/d">
                  <c:v>44208</c:v>
                </c:pt>
                <c:pt idx="1854" c:formatCode="yyyy/m/d">
                  <c:v>44209</c:v>
                </c:pt>
                <c:pt idx="1855" c:formatCode="yyyy/m/d">
                  <c:v>44210</c:v>
                </c:pt>
                <c:pt idx="1856" c:formatCode="yyyy/m/d">
                  <c:v>44211</c:v>
                </c:pt>
                <c:pt idx="1857" c:formatCode="yyyy/m/d">
                  <c:v>44214</c:v>
                </c:pt>
                <c:pt idx="1858" c:formatCode="yyyy/m/d">
                  <c:v>44215</c:v>
                </c:pt>
                <c:pt idx="1859" c:formatCode="yyyy/m/d">
                  <c:v>44216</c:v>
                </c:pt>
                <c:pt idx="1860" c:formatCode="yyyy/m/d">
                  <c:v>44217</c:v>
                </c:pt>
                <c:pt idx="1861" c:formatCode="yyyy/m/d">
                  <c:v>44218</c:v>
                </c:pt>
                <c:pt idx="1862" c:formatCode="yyyy/m/d">
                  <c:v>44221</c:v>
                </c:pt>
                <c:pt idx="1863" c:formatCode="yyyy/m/d">
                  <c:v>44222</c:v>
                </c:pt>
                <c:pt idx="1864" c:formatCode="yyyy/m/d">
                  <c:v>44223</c:v>
                </c:pt>
                <c:pt idx="1865" c:formatCode="yyyy/m/d">
                  <c:v>44224</c:v>
                </c:pt>
                <c:pt idx="1866" c:formatCode="yyyy/m/d">
                  <c:v>44225</c:v>
                </c:pt>
                <c:pt idx="1867" c:formatCode="yyyy/m/d">
                  <c:v>44228</c:v>
                </c:pt>
                <c:pt idx="1868" c:formatCode="yyyy/m/d">
                  <c:v>44229</c:v>
                </c:pt>
                <c:pt idx="1869" c:formatCode="yyyy/m/d">
                  <c:v>44230</c:v>
                </c:pt>
                <c:pt idx="1870" c:formatCode="yyyy/m/d">
                  <c:v>44231</c:v>
                </c:pt>
                <c:pt idx="1871" c:formatCode="yyyy/m/d">
                  <c:v>44232</c:v>
                </c:pt>
                <c:pt idx="1872" c:formatCode="yyyy/m/d">
                  <c:v>44235</c:v>
                </c:pt>
                <c:pt idx="1873" c:formatCode="yyyy/m/d">
                  <c:v>44236</c:v>
                </c:pt>
                <c:pt idx="1874" c:formatCode="yyyy/m/d">
                  <c:v>44237</c:v>
                </c:pt>
                <c:pt idx="1875" c:formatCode="yyyy/m/d">
                  <c:v>44245</c:v>
                </c:pt>
                <c:pt idx="1876" c:formatCode="yyyy/m/d">
                  <c:v>44246</c:v>
                </c:pt>
                <c:pt idx="1877" c:formatCode="yyyy/m/d">
                  <c:v>44249</c:v>
                </c:pt>
                <c:pt idx="1878" c:formatCode="yyyy/m/d">
                  <c:v>44250</c:v>
                </c:pt>
                <c:pt idx="1879" c:formatCode="yyyy/m/d">
                  <c:v>44251</c:v>
                </c:pt>
                <c:pt idx="1880" c:formatCode="yyyy/m/d">
                  <c:v>44252</c:v>
                </c:pt>
                <c:pt idx="1881" c:formatCode="yyyy/m/d">
                  <c:v>44253</c:v>
                </c:pt>
                <c:pt idx="1882" c:formatCode="yyyy/m/d">
                  <c:v>44256</c:v>
                </c:pt>
                <c:pt idx="1883" c:formatCode="yyyy/m/d">
                  <c:v>44257</c:v>
                </c:pt>
                <c:pt idx="1884" c:formatCode="yyyy/m/d">
                  <c:v>44258</c:v>
                </c:pt>
                <c:pt idx="1885" c:formatCode="yyyy/m/d">
                  <c:v>44259</c:v>
                </c:pt>
                <c:pt idx="1886" c:formatCode="yyyy/m/d">
                  <c:v>44260</c:v>
                </c:pt>
                <c:pt idx="1887" c:formatCode="yyyy/m/d">
                  <c:v>44263</c:v>
                </c:pt>
                <c:pt idx="1888" c:formatCode="yyyy/m/d">
                  <c:v>44264</c:v>
                </c:pt>
                <c:pt idx="1889" c:formatCode="yyyy/m/d">
                  <c:v>44265</c:v>
                </c:pt>
                <c:pt idx="1890" c:formatCode="yyyy/m/d">
                  <c:v>44266</c:v>
                </c:pt>
                <c:pt idx="1891" c:formatCode="yyyy/m/d">
                  <c:v>44267</c:v>
                </c:pt>
                <c:pt idx="1892" c:formatCode="yyyy/m/d">
                  <c:v>44270</c:v>
                </c:pt>
                <c:pt idx="1893" c:formatCode="yyyy/m/d">
                  <c:v>44271</c:v>
                </c:pt>
                <c:pt idx="1894" c:formatCode="yyyy/m/d">
                  <c:v>44272</c:v>
                </c:pt>
                <c:pt idx="1895" c:formatCode="yyyy/m/d">
                  <c:v>44273</c:v>
                </c:pt>
                <c:pt idx="1896" c:formatCode="yyyy/m/d">
                  <c:v>44274</c:v>
                </c:pt>
                <c:pt idx="1897" c:formatCode="yyyy/m/d">
                  <c:v>44277</c:v>
                </c:pt>
                <c:pt idx="1898" c:formatCode="yyyy/m/d">
                  <c:v>44278</c:v>
                </c:pt>
                <c:pt idx="1899" c:formatCode="yyyy/m/d">
                  <c:v>44279</c:v>
                </c:pt>
                <c:pt idx="1900" c:formatCode="yyyy/m/d">
                  <c:v>44280</c:v>
                </c:pt>
                <c:pt idx="1901" c:formatCode="yyyy/m/d">
                  <c:v>44281</c:v>
                </c:pt>
                <c:pt idx="1902" c:formatCode="yyyy/m/d">
                  <c:v>44284</c:v>
                </c:pt>
                <c:pt idx="1903" c:formatCode="yyyy/m/d">
                  <c:v>44285</c:v>
                </c:pt>
                <c:pt idx="1904" c:formatCode="yyyy/m/d">
                  <c:v>44286</c:v>
                </c:pt>
                <c:pt idx="1905" c:formatCode="yyyy/m/d">
                  <c:v>44287</c:v>
                </c:pt>
                <c:pt idx="1906" c:formatCode="yyyy/m/d">
                  <c:v>44288</c:v>
                </c:pt>
                <c:pt idx="1907" c:formatCode="yyyy/m/d">
                  <c:v>44292</c:v>
                </c:pt>
                <c:pt idx="1908" c:formatCode="yyyy/m/d">
                  <c:v>44293</c:v>
                </c:pt>
                <c:pt idx="1909" c:formatCode="yyyy/m/d">
                  <c:v>44294</c:v>
                </c:pt>
                <c:pt idx="1910" c:formatCode="yyyy/m/d">
                  <c:v>44295</c:v>
                </c:pt>
                <c:pt idx="1911" c:formatCode="yyyy/m/d">
                  <c:v>44298</c:v>
                </c:pt>
                <c:pt idx="1912" c:formatCode="yyyy/m/d">
                  <c:v>44299</c:v>
                </c:pt>
                <c:pt idx="1913" c:formatCode="yyyy/m/d">
                  <c:v>44300</c:v>
                </c:pt>
                <c:pt idx="1914" c:formatCode="yyyy/m/d">
                  <c:v>44301</c:v>
                </c:pt>
                <c:pt idx="1915" c:formatCode="yyyy/m/d">
                  <c:v>44302</c:v>
                </c:pt>
                <c:pt idx="1916" c:formatCode="yyyy/m/d">
                  <c:v>44305</c:v>
                </c:pt>
                <c:pt idx="1917" c:formatCode="yyyy/m/d">
                  <c:v>44306</c:v>
                </c:pt>
                <c:pt idx="1918" c:formatCode="yyyy/m/d">
                  <c:v>44307</c:v>
                </c:pt>
                <c:pt idx="1919" c:formatCode="yyyy/m/d">
                  <c:v>44308</c:v>
                </c:pt>
                <c:pt idx="1920" c:formatCode="yyyy/m/d">
                  <c:v>44309</c:v>
                </c:pt>
                <c:pt idx="1921" c:formatCode="yyyy/m/d">
                  <c:v>44312</c:v>
                </c:pt>
                <c:pt idx="1922" c:formatCode="yyyy/m/d">
                  <c:v>44313</c:v>
                </c:pt>
                <c:pt idx="1923" c:formatCode="yyyy/m/d">
                  <c:v>44314</c:v>
                </c:pt>
                <c:pt idx="1924" c:formatCode="yyyy/m/d">
                  <c:v>44315</c:v>
                </c:pt>
                <c:pt idx="1925" c:formatCode="yyyy/m/d">
                  <c:v>44316</c:v>
                </c:pt>
                <c:pt idx="1926" c:formatCode="yyyy/m/d">
                  <c:v>44322</c:v>
                </c:pt>
                <c:pt idx="1927" c:formatCode="yyyy/m/d">
                  <c:v>44323</c:v>
                </c:pt>
                <c:pt idx="1928" c:formatCode="yyyy/m/d">
                  <c:v>44326</c:v>
                </c:pt>
                <c:pt idx="1929" c:formatCode="yyyy/m/d">
                  <c:v>44327</c:v>
                </c:pt>
                <c:pt idx="1930" c:formatCode="yyyy/m/d">
                  <c:v>44328</c:v>
                </c:pt>
                <c:pt idx="1931" c:formatCode="yyyy/m/d">
                  <c:v>44329</c:v>
                </c:pt>
                <c:pt idx="1932" c:formatCode="yyyy/m/d">
                  <c:v>44330</c:v>
                </c:pt>
                <c:pt idx="1933" c:formatCode="yyyy/m/d">
                  <c:v>44333</c:v>
                </c:pt>
                <c:pt idx="1934" c:formatCode="yyyy/m/d">
                  <c:v>44334</c:v>
                </c:pt>
                <c:pt idx="1935" c:formatCode="yyyy/m/d">
                  <c:v>44335</c:v>
                </c:pt>
                <c:pt idx="1936" c:formatCode="yyyy/m/d">
                  <c:v>44336</c:v>
                </c:pt>
                <c:pt idx="1937" c:formatCode="yyyy/m/d">
                  <c:v>44337</c:v>
                </c:pt>
                <c:pt idx="1938" c:formatCode="yyyy/m/d">
                  <c:v>44340</c:v>
                </c:pt>
                <c:pt idx="1939" c:formatCode="yyyy/m/d">
                  <c:v>44341</c:v>
                </c:pt>
                <c:pt idx="1940" c:formatCode="yyyy/m/d">
                  <c:v>44342</c:v>
                </c:pt>
                <c:pt idx="1941" c:formatCode="yyyy/m/d">
                  <c:v>44343</c:v>
                </c:pt>
                <c:pt idx="1942" c:formatCode="yyyy/m/d">
                  <c:v>44344</c:v>
                </c:pt>
                <c:pt idx="1943" c:formatCode="yyyy/m/d">
                  <c:v>44347</c:v>
                </c:pt>
                <c:pt idx="1944" c:formatCode="yyyy/m/d">
                  <c:v>44348</c:v>
                </c:pt>
                <c:pt idx="1945" c:formatCode="yyyy/m/d">
                  <c:v>44349</c:v>
                </c:pt>
                <c:pt idx="1946" c:formatCode="yyyy/m/d">
                  <c:v>44350</c:v>
                </c:pt>
                <c:pt idx="1947" c:formatCode="yyyy/m/d">
                  <c:v>44351</c:v>
                </c:pt>
                <c:pt idx="1948" c:formatCode="yyyy/m/d">
                  <c:v>44354</c:v>
                </c:pt>
                <c:pt idx="1949" c:formatCode="yyyy/m/d">
                  <c:v>44355</c:v>
                </c:pt>
                <c:pt idx="1950" c:formatCode="yyyy/m/d">
                  <c:v>44356</c:v>
                </c:pt>
                <c:pt idx="1951" c:formatCode="yyyy/m/d">
                  <c:v>44357</c:v>
                </c:pt>
                <c:pt idx="1952" c:formatCode="yyyy/m/d">
                  <c:v>44358</c:v>
                </c:pt>
                <c:pt idx="1953" c:formatCode="yyyy/m/d">
                  <c:v>44362</c:v>
                </c:pt>
                <c:pt idx="1954" c:formatCode="yyyy/m/d">
                  <c:v>44363</c:v>
                </c:pt>
                <c:pt idx="1955" c:formatCode="yyyy/m/d">
                  <c:v>44364</c:v>
                </c:pt>
                <c:pt idx="1956" c:formatCode="yyyy/m/d">
                  <c:v>44365</c:v>
                </c:pt>
                <c:pt idx="1957" c:formatCode="yyyy/m/d">
                  <c:v>44368</c:v>
                </c:pt>
                <c:pt idx="1958" c:formatCode="yyyy/m/d">
                  <c:v>44369</c:v>
                </c:pt>
                <c:pt idx="1959" c:formatCode="yyyy/m/d">
                  <c:v>44370</c:v>
                </c:pt>
                <c:pt idx="1960" c:formatCode="yyyy/m/d">
                  <c:v>44371</c:v>
                </c:pt>
                <c:pt idx="1961" c:formatCode="yyyy/m/d">
                  <c:v>44372</c:v>
                </c:pt>
                <c:pt idx="1962" c:formatCode="yyyy/m/d">
                  <c:v>44375</c:v>
                </c:pt>
                <c:pt idx="1963" c:formatCode="yyyy/m/d">
                  <c:v>44376</c:v>
                </c:pt>
                <c:pt idx="1964" c:formatCode="yyyy/m/d">
                  <c:v>44377</c:v>
                </c:pt>
                <c:pt idx="1965" c:formatCode="yyyy/m/d">
                  <c:v>44378</c:v>
                </c:pt>
                <c:pt idx="1966" c:formatCode="yyyy/m/d">
                  <c:v>44379</c:v>
                </c:pt>
                <c:pt idx="1967" c:formatCode="yyyy/m/d">
                  <c:v>44382</c:v>
                </c:pt>
                <c:pt idx="1968" c:formatCode="yyyy/m/d">
                  <c:v>44383</c:v>
                </c:pt>
                <c:pt idx="1969" c:formatCode="yyyy/m/d">
                  <c:v>44384</c:v>
                </c:pt>
                <c:pt idx="1970" c:formatCode="yyyy/m/d">
                  <c:v>44385</c:v>
                </c:pt>
                <c:pt idx="1971" c:formatCode="yyyy/m/d">
                  <c:v>44386</c:v>
                </c:pt>
                <c:pt idx="1972" c:formatCode="yyyy/m/d">
                  <c:v>44389</c:v>
                </c:pt>
                <c:pt idx="1973" c:formatCode="yyyy/m/d">
                  <c:v>44390</c:v>
                </c:pt>
                <c:pt idx="1974" c:formatCode="yyyy/m/d">
                  <c:v>44391</c:v>
                </c:pt>
                <c:pt idx="1975" c:formatCode="yyyy/m/d">
                  <c:v>44392</c:v>
                </c:pt>
                <c:pt idx="1976" c:formatCode="yyyy/m/d">
                  <c:v>44393</c:v>
                </c:pt>
                <c:pt idx="1977" c:formatCode="yyyy/m/d">
                  <c:v>44396</c:v>
                </c:pt>
                <c:pt idx="1978" c:formatCode="yyyy/m/d">
                  <c:v>44397</c:v>
                </c:pt>
                <c:pt idx="1979" c:formatCode="yyyy/m/d">
                  <c:v>44398</c:v>
                </c:pt>
                <c:pt idx="1980" c:formatCode="yyyy/m/d">
                  <c:v>44399</c:v>
                </c:pt>
                <c:pt idx="1981" c:formatCode="yyyy/m/d">
                  <c:v>44400</c:v>
                </c:pt>
                <c:pt idx="1982" c:formatCode="yyyy/m/d">
                  <c:v>44403</c:v>
                </c:pt>
                <c:pt idx="1983" c:formatCode="yyyy/m/d">
                  <c:v>44404</c:v>
                </c:pt>
                <c:pt idx="1984" c:formatCode="yyyy/m/d">
                  <c:v>44405</c:v>
                </c:pt>
                <c:pt idx="1985" c:formatCode="yyyy/m/d">
                  <c:v>44406</c:v>
                </c:pt>
                <c:pt idx="1986" c:formatCode="yyyy/m/d">
                  <c:v>44407</c:v>
                </c:pt>
                <c:pt idx="1987" c:formatCode="yyyy/m/d">
                  <c:v>44410</c:v>
                </c:pt>
                <c:pt idx="1988" c:formatCode="yyyy/m/d">
                  <c:v>44411</c:v>
                </c:pt>
                <c:pt idx="1989" c:formatCode="yyyy/m/d">
                  <c:v>44412</c:v>
                </c:pt>
                <c:pt idx="1990" c:formatCode="yyyy/m/d">
                  <c:v>44413</c:v>
                </c:pt>
                <c:pt idx="1991" c:formatCode="yyyy/m/d">
                  <c:v>44414</c:v>
                </c:pt>
                <c:pt idx="1992" c:formatCode="yyyy/m/d">
                  <c:v>44417</c:v>
                </c:pt>
                <c:pt idx="1993" c:formatCode="yyyy/m/d">
                  <c:v>44418</c:v>
                </c:pt>
                <c:pt idx="1994" c:formatCode="yyyy/m/d">
                  <c:v>44419</c:v>
                </c:pt>
                <c:pt idx="1995" c:formatCode="yyyy/m/d">
                  <c:v>44420</c:v>
                </c:pt>
                <c:pt idx="1996" c:formatCode="yyyy/m/d">
                  <c:v>44421</c:v>
                </c:pt>
                <c:pt idx="1997" c:formatCode="yyyy/m/d">
                  <c:v>44424</c:v>
                </c:pt>
                <c:pt idx="1998" c:formatCode="yyyy/m/d">
                  <c:v>44425</c:v>
                </c:pt>
                <c:pt idx="1999" c:formatCode="yyyy/m/d">
                  <c:v>44426</c:v>
                </c:pt>
                <c:pt idx="2000" c:formatCode="yyyy/m/d">
                  <c:v>44427</c:v>
                </c:pt>
                <c:pt idx="2001" c:formatCode="yyyy/m/d">
                  <c:v>44428</c:v>
                </c:pt>
                <c:pt idx="2002" c:formatCode="yyyy/m/d">
                  <c:v>44431</c:v>
                </c:pt>
                <c:pt idx="2003" c:formatCode="yyyy/m/d">
                  <c:v>44432</c:v>
                </c:pt>
                <c:pt idx="2004" c:formatCode="yyyy/m/d">
                  <c:v>44433</c:v>
                </c:pt>
                <c:pt idx="2005" c:formatCode="yyyy/m/d">
                  <c:v>44434</c:v>
                </c:pt>
                <c:pt idx="2006" c:formatCode="yyyy/m/d">
                  <c:v>44435</c:v>
                </c:pt>
                <c:pt idx="2007" c:formatCode="yyyy/m/d">
                  <c:v>44438</c:v>
                </c:pt>
                <c:pt idx="2008" c:formatCode="yyyy/m/d">
                  <c:v>44439</c:v>
                </c:pt>
                <c:pt idx="2009" c:formatCode="yyyy/m/d">
                  <c:v>44440</c:v>
                </c:pt>
                <c:pt idx="2010" c:formatCode="yyyy/m/d">
                  <c:v>44441</c:v>
                </c:pt>
                <c:pt idx="2011" c:formatCode="yyyy/m/d">
                  <c:v>44442</c:v>
                </c:pt>
                <c:pt idx="2012" c:formatCode="yyyy/m/d">
                  <c:v>44445</c:v>
                </c:pt>
                <c:pt idx="2013" c:formatCode="yyyy/m/d">
                  <c:v>44446</c:v>
                </c:pt>
                <c:pt idx="2014" c:formatCode="yyyy/m/d">
                  <c:v>44447</c:v>
                </c:pt>
                <c:pt idx="2015" c:formatCode="yyyy/m/d">
                  <c:v>44448</c:v>
                </c:pt>
                <c:pt idx="2016" c:formatCode="yyyy/m/d">
                  <c:v>44449</c:v>
                </c:pt>
                <c:pt idx="2017" c:formatCode="yyyy/m/d">
                  <c:v>44452</c:v>
                </c:pt>
                <c:pt idx="2018" c:formatCode="yyyy/m/d">
                  <c:v>44453</c:v>
                </c:pt>
                <c:pt idx="2019" c:formatCode="yyyy/m/d">
                  <c:v>44454</c:v>
                </c:pt>
                <c:pt idx="2020" c:formatCode="yyyy/m/d">
                  <c:v>44455</c:v>
                </c:pt>
                <c:pt idx="2021" c:formatCode="yyyy/m/d">
                  <c:v>44456</c:v>
                </c:pt>
                <c:pt idx="2022" c:formatCode="yyyy/m/d">
                  <c:v>44461</c:v>
                </c:pt>
                <c:pt idx="2023" c:formatCode="yyyy/m/d">
                  <c:v>44462</c:v>
                </c:pt>
                <c:pt idx="2024" c:formatCode="yyyy/m/d">
                  <c:v>44463</c:v>
                </c:pt>
                <c:pt idx="2025" c:formatCode="yyyy/m/d">
                  <c:v>44466</c:v>
                </c:pt>
                <c:pt idx="2026" c:formatCode="yyyy/m/d">
                  <c:v>44467</c:v>
                </c:pt>
                <c:pt idx="2027" c:formatCode="yyyy/m/d">
                  <c:v>44468</c:v>
                </c:pt>
                <c:pt idx="2028" c:formatCode="yyyy/m/d">
                  <c:v>44469</c:v>
                </c:pt>
                <c:pt idx="2029" c:formatCode="yyyy/m/d">
                  <c:v>44477</c:v>
                </c:pt>
                <c:pt idx="2030" c:formatCode="yyyy/m/d">
                  <c:v>44480</c:v>
                </c:pt>
                <c:pt idx="2031" c:formatCode="yyyy/m/d">
                  <c:v>44481</c:v>
                </c:pt>
                <c:pt idx="2032" c:formatCode="yyyy/m/d">
                  <c:v>44482</c:v>
                </c:pt>
                <c:pt idx="2033" c:formatCode="yyyy/m/d">
                  <c:v>44483</c:v>
                </c:pt>
                <c:pt idx="2034" c:formatCode="yyyy/m/d">
                  <c:v>44484</c:v>
                </c:pt>
                <c:pt idx="2035" c:formatCode="yyyy/m/d">
                  <c:v>44487</c:v>
                </c:pt>
                <c:pt idx="2036" c:formatCode="yyyy/m/d">
                  <c:v>44488</c:v>
                </c:pt>
                <c:pt idx="2037" c:formatCode="yyyy/m/d">
                  <c:v>44489</c:v>
                </c:pt>
                <c:pt idx="2038" c:formatCode="yyyy/m/d">
                  <c:v>44490</c:v>
                </c:pt>
                <c:pt idx="2039" c:formatCode="yyyy/m/d">
                  <c:v>44491</c:v>
                </c:pt>
                <c:pt idx="2040" c:formatCode="yyyy/m/d">
                  <c:v>44494</c:v>
                </c:pt>
                <c:pt idx="2041" c:formatCode="yyyy/m/d">
                  <c:v>44495</c:v>
                </c:pt>
                <c:pt idx="2042" c:formatCode="yyyy/m/d">
                  <c:v>44496</c:v>
                </c:pt>
                <c:pt idx="2043" c:formatCode="yyyy/m/d">
                  <c:v>44497</c:v>
                </c:pt>
                <c:pt idx="2044" c:formatCode="yyyy/m/d">
                  <c:v>44498</c:v>
                </c:pt>
                <c:pt idx="2045" c:formatCode="yyyy/m/d">
                  <c:v>44501</c:v>
                </c:pt>
                <c:pt idx="2046" c:formatCode="yyyy/m/d">
                  <c:v>44502</c:v>
                </c:pt>
                <c:pt idx="2047" c:formatCode="yyyy/m/d">
                  <c:v>44503</c:v>
                </c:pt>
                <c:pt idx="2048" c:formatCode="yyyy/m/d">
                  <c:v>44504</c:v>
                </c:pt>
                <c:pt idx="2049" c:formatCode="yyyy/m/d">
                  <c:v>44505</c:v>
                </c:pt>
                <c:pt idx="2050" c:formatCode="yyyy/m/d">
                  <c:v>44508</c:v>
                </c:pt>
                <c:pt idx="2051" c:formatCode="yyyy/m/d">
                  <c:v>44509</c:v>
                </c:pt>
                <c:pt idx="2052" c:formatCode="yyyy/m/d">
                  <c:v>44510</c:v>
                </c:pt>
                <c:pt idx="2053" c:formatCode="yyyy/m/d">
                  <c:v>44511</c:v>
                </c:pt>
                <c:pt idx="2054" c:formatCode="yyyy/m/d">
                  <c:v>44512</c:v>
                </c:pt>
                <c:pt idx="2055" c:formatCode="yyyy/m/d">
                  <c:v>44515</c:v>
                </c:pt>
                <c:pt idx="2056" c:formatCode="yyyy/m/d">
                  <c:v>44516</c:v>
                </c:pt>
                <c:pt idx="2057" c:formatCode="yyyy/m/d">
                  <c:v>44517</c:v>
                </c:pt>
                <c:pt idx="2058" c:formatCode="yyyy/m/d">
                  <c:v>44518</c:v>
                </c:pt>
                <c:pt idx="2059" c:formatCode="yyyy/m/d">
                  <c:v>44519</c:v>
                </c:pt>
                <c:pt idx="2060" c:formatCode="yyyy/m/d">
                  <c:v>44522</c:v>
                </c:pt>
                <c:pt idx="2061" c:formatCode="yyyy/m/d">
                  <c:v>44523</c:v>
                </c:pt>
                <c:pt idx="2062" c:formatCode="yyyy/m/d">
                  <c:v>44524</c:v>
                </c:pt>
                <c:pt idx="2063" c:formatCode="yyyy/m/d">
                  <c:v>44525</c:v>
                </c:pt>
                <c:pt idx="2064" c:formatCode="yyyy/m/d">
                  <c:v>44526</c:v>
                </c:pt>
                <c:pt idx="2065" c:formatCode="yyyy/m/d">
                  <c:v>44529</c:v>
                </c:pt>
                <c:pt idx="2066" c:formatCode="yyyy/m/d">
                  <c:v>44530</c:v>
                </c:pt>
                <c:pt idx="2067" c:formatCode="yyyy/m/d">
                  <c:v>44531</c:v>
                </c:pt>
                <c:pt idx="2068" c:formatCode="yyyy/m/d">
                  <c:v>44532</c:v>
                </c:pt>
                <c:pt idx="2069" c:formatCode="yyyy/m/d">
                  <c:v>44533</c:v>
                </c:pt>
                <c:pt idx="2070" c:formatCode="yyyy/m/d">
                  <c:v>44536</c:v>
                </c:pt>
                <c:pt idx="2071" c:formatCode="yyyy/m/d">
                  <c:v>44537</c:v>
                </c:pt>
                <c:pt idx="2072" c:formatCode="yyyy/m/d">
                  <c:v>44538</c:v>
                </c:pt>
                <c:pt idx="2073" c:formatCode="yyyy/m/d">
                  <c:v>44539</c:v>
                </c:pt>
                <c:pt idx="2074" c:formatCode="yyyy/m/d">
                  <c:v>44540</c:v>
                </c:pt>
                <c:pt idx="2075" c:formatCode="yyyy/m/d">
                  <c:v>44543</c:v>
                </c:pt>
                <c:pt idx="2076" c:formatCode="yyyy/m/d">
                  <c:v>44544</c:v>
                </c:pt>
                <c:pt idx="2077" c:formatCode="yyyy/m/d">
                  <c:v>44545</c:v>
                </c:pt>
                <c:pt idx="2078" c:formatCode="yyyy/m/d">
                  <c:v>44546</c:v>
                </c:pt>
                <c:pt idx="2079" c:formatCode="yyyy/m/d">
                  <c:v>44547</c:v>
                </c:pt>
                <c:pt idx="2080" c:formatCode="yyyy/m/d">
                  <c:v>44550</c:v>
                </c:pt>
                <c:pt idx="2081" c:formatCode="yyyy/m/d">
                  <c:v>44551</c:v>
                </c:pt>
                <c:pt idx="2082" c:formatCode="yyyy/m/d">
                  <c:v>44552</c:v>
                </c:pt>
                <c:pt idx="2083" c:formatCode="yyyy/m/d">
                  <c:v>44553</c:v>
                </c:pt>
                <c:pt idx="2084" c:formatCode="yyyy/m/d">
                  <c:v>44554</c:v>
                </c:pt>
                <c:pt idx="2085" c:formatCode="yyyy/m/d">
                  <c:v>44557</c:v>
                </c:pt>
                <c:pt idx="2086" c:formatCode="yyyy/m/d">
                  <c:v>44558</c:v>
                </c:pt>
                <c:pt idx="2087" c:formatCode="yyyy/m/d">
                  <c:v>44559</c:v>
                </c:pt>
                <c:pt idx="2088" c:formatCode="yyyy/m/d">
                  <c:v>44560</c:v>
                </c:pt>
                <c:pt idx="2089" c:formatCode="yyyy/m/d">
                  <c:v>44561</c:v>
                </c:pt>
                <c:pt idx="2090" c:formatCode="yyyy/m/d">
                  <c:v>44565</c:v>
                </c:pt>
                <c:pt idx="2091" c:formatCode="yyyy/m/d">
                  <c:v>44566</c:v>
                </c:pt>
                <c:pt idx="2092" c:formatCode="yyyy/m/d">
                  <c:v>44567</c:v>
                </c:pt>
                <c:pt idx="2093" c:formatCode="yyyy/m/d">
                  <c:v>44568</c:v>
                </c:pt>
                <c:pt idx="2094" c:formatCode="yyyy/m/d">
                  <c:v>44571</c:v>
                </c:pt>
                <c:pt idx="2095" c:formatCode="yyyy/m/d">
                  <c:v>44572</c:v>
                </c:pt>
                <c:pt idx="2096" c:formatCode="yyyy/m/d">
                  <c:v>44573</c:v>
                </c:pt>
                <c:pt idx="2097" c:formatCode="yyyy/m/d">
                  <c:v>44574</c:v>
                </c:pt>
                <c:pt idx="2098" c:formatCode="yyyy/m/d">
                  <c:v>44575</c:v>
                </c:pt>
                <c:pt idx="2099" c:formatCode="yyyy/m/d">
                  <c:v>44578</c:v>
                </c:pt>
                <c:pt idx="2100" c:formatCode="yyyy/m/d">
                  <c:v>44579</c:v>
                </c:pt>
                <c:pt idx="2101" c:formatCode="yyyy/m/d">
                  <c:v>44580</c:v>
                </c:pt>
                <c:pt idx="2102" c:formatCode="yyyy/m/d">
                  <c:v>44581</c:v>
                </c:pt>
                <c:pt idx="2103" c:formatCode="yyyy/m/d">
                  <c:v>44582</c:v>
                </c:pt>
                <c:pt idx="2104" c:formatCode="yyyy/m/d">
                  <c:v>44585</c:v>
                </c:pt>
                <c:pt idx="2105" c:formatCode="yyyy/m/d">
                  <c:v>44586</c:v>
                </c:pt>
                <c:pt idx="2106" c:formatCode="yyyy/m/d">
                  <c:v>44587</c:v>
                </c:pt>
                <c:pt idx="2107" c:formatCode="yyyy/m/d">
                  <c:v>44588</c:v>
                </c:pt>
                <c:pt idx="2108" c:formatCode="yyyy/m/d">
                  <c:v>44589</c:v>
                </c:pt>
                <c:pt idx="2109" c:formatCode="yyyy/m/d">
                  <c:v>44599</c:v>
                </c:pt>
                <c:pt idx="2110" c:formatCode="yyyy/m/d">
                  <c:v>44600</c:v>
                </c:pt>
                <c:pt idx="2111" c:formatCode="yyyy/m/d">
                  <c:v>44601</c:v>
                </c:pt>
                <c:pt idx="2112" c:formatCode="yyyy/m/d">
                  <c:v>44602</c:v>
                </c:pt>
                <c:pt idx="2113" c:formatCode="yyyy/m/d">
                  <c:v>44603</c:v>
                </c:pt>
                <c:pt idx="2114" c:formatCode="yyyy/m/d">
                  <c:v>44606</c:v>
                </c:pt>
                <c:pt idx="2115" c:formatCode="yyyy/m/d">
                  <c:v>44607</c:v>
                </c:pt>
                <c:pt idx="2116" c:formatCode="yyyy/m/d">
                  <c:v>44608</c:v>
                </c:pt>
                <c:pt idx="2117" c:formatCode="yyyy/m/d">
                  <c:v>44609</c:v>
                </c:pt>
                <c:pt idx="2118" c:formatCode="yyyy/m/d">
                  <c:v>44610</c:v>
                </c:pt>
                <c:pt idx="2119" c:formatCode="yyyy/m/d">
                  <c:v>44613</c:v>
                </c:pt>
                <c:pt idx="2120" c:formatCode="yyyy/m/d">
                  <c:v>44614</c:v>
                </c:pt>
                <c:pt idx="2121" c:formatCode="yyyy/m/d">
                  <c:v>44615</c:v>
                </c:pt>
                <c:pt idx="2122" c:formatCode="yyyy/m/d">
                  <c:v>44616</c:v>
                </c:pt>
                <c:pt idx="2123" c:formatCode="yyyy/m/d">
                  <c:v>44617</c:v>
                </c:pt>
                <c:pt idx="2124" c:formatCode="yyyy/m/d">
                  <c:v>44620</c:v>
                </c:pt>
                <c:pt idx="2125" c:formatCode="yyyy/m/d">
                  <c:v>44621</c:v>
                </c:pt>
                <c:pt idx="2126" c:formatCode="yyyy/m/d">
                  <c:v>44622</c:v>
                </c:pt>
                <c:pt idx="2127" c:formatCode="yyyy/m/d">
                  <c:v>44623</c:v>
                </c:pt>
                <c:pt idx="2128" c:formatCode="yyyy/m/d">
                  <c:v>44624</c:v>
                </c:pt>
                <c:pt idx="2129" c:formatCode="yyyy/m/d">
                  <c:v>44627</c:v>
                </c:pt>
                <c:pt idx="2130" c:formatCode="yyyy/m/d">
                  <c:v>44628</c:v>
                </c:pt>
                <c:pt idx="2131" c:formatCode="yyyy/m/d">
                  <c:v>44629</c:v>
                </c:pt>
                <c:pt idx="2132" c:formatCode="yyyy/m/d">
                  <c:v>44630</c:v>
                </c:pt>
                <c:pt idx="2133" c:formatCode="yyyy/m/d">
                  <c:v>44631</c:v>
                </c:pt>
                <c:pt idx="2134" c:formatCode="yyyy/m/d">
                  <c:v>44634</c:v>
                </c:pt>
                <c:pt idx="2135" c:formatCode="yyyy/m/d">
                  <c:v>44635</c:v>
                </c:pt>
                <c:pt idx="2136" c:formatCode="yyyy/m/d">
                  <c:v>44636</c:v>
                </c:pt>
                <c:pt idx="2137" c:formatCode="yyyy/m/d">
                  <c:v>44637</c:v>
                </c:pt>
                <c:pt idx="2138" c:formatCode="yyyy/m/d">
                  <c:v>44638</c:v>
                </c:pt>
                <c:pt idx="2139" c:formatCode="yyyy/m/d">
                  <c:v>44641</c:v>
                </c:pt>
                <c:pt idx="2140" c:formatCode="yyyy/m/d">
                  <c:v>44642</c:v>
                </c:pt>
                <c:pt idx="2141" c:formatCode="yyyy/m/d">
                  <c:v>44643</c:v>
                </c:pt>
                <c:pt idx="2142" c:formatCode="yyyy/m/d">
                  <c:v>44644</c:v>
                </c:pt>
                <c:pt idx="2143" c:formatCode="yyyy/m/d">
                  <c:v>44645</c:v>
                </c:pt>
                <c:pt idx="2144" c:formatCode="yyyy/m/d">
                  <c:v>44648</c:v>
                </c:pt>
                <c:pt idx="2145" c:formatCode="yyyy/m/d">
                  <c:v>44649</c:v>
                </c:pt>
                <c:pt idx="2146" c:formatCode="yyyy/m/d">
                  <c:v>44650</c:v>
                </c:pt>
                <c:pt idx="2147" c:formatCode="yyyy/m/d">
                  <c:v>44651</c:v>
                </c:pt>
                <c:pt idx="2148" c:formatCode="yyyy/m/d">
                  <c:v>44652</c:v>
                </c:pt>
                <c:pt idx="2149" c:formatCode="yyyy/m/d">
                  <c:v>44657</c:v>
                </c:pt>
                <c:pt idx="2150" c:formatCode="yyyy/m/d">
                  <c:v>44658</c:v>
                </c:pt>
                <c:pt idx="2151" c:formatCode="yyyy/m/d">
                  <c:v>44659</c:v>
                </c:pt>
                <c:pt idx="2152" c:formatCode="yyyy/m/d">
                  <c:v>44662</c:v>
                </c:pt>
                <c:pt idx="2153" c:formatCode="yyyy/m/d">
                  <c:v>44663</c:v>
                </c:pt>
                <c:pt idx="2154" c:formatCode="yyyy/m/d">
                  <c:v>44664</c:v>
                </c:pt>
                <c:pt idx="2155" c:formatCode="yyyy/m/d">
                  <c:v>44665</c:v>
                </c:pt>
                <c:pt idx="2156" c:formatCode="yyyy/m/d">
                  <c:v>44666</c:v>
                </c:pt>
                <c:pt idx="2157" c:formatCode="yyyy/m/d">
                  <c:v>44669</c:v>
                </c:pt>
                <c:pt idx="2158" c:formatCode="yyyy/m/d">
                  <c:v>44670</c:v>
                </c:pt>
                <c:pt idx="2159" c:formatCode="yyyy/m/d">
                  <c:v>44671</c:v>
                </c:pt>
                <c:pt idx="2160" c:formatCode="yyyy/m/d">
                  <c:v>44672</c:v>
                </c:pt>
                <c:pt idx="2161" c:formatCode="yyyy/m/d">
                  <c:v>44673</c:v>
                </c:pt>
                <c:pt idx="2162" c:formatCode="yyyy/m/d">
                  <c:v>44676</c:v>
                </c:pt>
                <c:pt idx="2163" c:formatCode="yyyy/m/d">
                  <c:v>44677</c:v>
                </c:pt>
                <c:pt idx="2164" c:formatCode="yyyy/m/d">
                  <c:v>44678</c:v>
                </c:pt>
                <c:pt idx="2165" c:formatCode="yyyy/m/d">
                  <c:v>44679</c:v>
                </c:pt>
                <c:pt idx="2166" c:formatCode="yyyy/m/d">
                  <c:v>44680</c:v>
                </c:pt>
                <c:pt idx="2167" c:formatCode="yyyy/m/d">
                  <c:v>44686</c:v>
                </c:pt>
                <c:pt idx="2168" c:formatCode="yyyy/m/d">
                  <c:v>44687</c:v>
                </c:pt>
                <c:pt idx="2169" c:formatCode="yyyy/m/d">
                  <c:v>44690</c:v>
                </c:pt>
                <c:pt idx="2170" c:formatCode="yyyy/m/d">
                  <c:v>44691</c:v>
                </c:pt>
                <c:pt idx="2171" c:formatCode="yyyy/m/d">
                  <c:v>44692</c:v>
                </c:pt>
                <c:pt idx="2172" c:formatCode="yyyy/m/d">
                  <c:v>44693</c:v>
                </c:pt>
                <c:pt idx="2173" c:formatCode="yyyy/m/d">
                  <c:v>44694</c:v>
                </c:pt>
                <c:pt idx="2174" c:formatCode="yyyy/m/d">
                  <c:v>44697</c:v>
                </c:pt>
                <c:pt idx="2175" c:formatCode="yyyy/m/d">
                  <c:v>44698</c:v>
                </c:pt>
                <c:pt idx="2176" c:formatCode="yyyy/m/d">
                  <c:v>44699</c:v>
                </c:pt>
                <c:pt idx="2177" c:formatCode="yyyy/m/d">
                  <c:v>44700</c:v>
                </c:pt>
                <c:pt idx="2178" c:formatCode="yyyy/m/d">
                  <c:v>44701</c:v>
                </c:pt>
                <c:pt idx="2179" c:formatCode="yyyy/m/d">
                  <c:v>44704</c:v>
                </c:pt>
                <c:pt idx="2180" c:formatCode="yyyy/m/d">
                  <c:v>44705</c:v>
                </c:pt>
                <c:pt idx="2181" c:formatCode="yyyy/m/d">
                  <c:v>44706</c:v>
                </c:pt>
                <c:pt idx="2182" c:formatCode="yyyy/m/d">
                  <c:v>44707</c:v>
                </c:pt>
                <c:pt idx="2183" c:formatCode="yyyy/m/d">
                  <c:v>44708</c:v>
                </c:pt>
                <c:pt idx="2184" c:formatCode="yyyy/m/d">
                  <c:v>44711</c:v>
                </c:pt>
                <c:pt idx="2185" c:formatCode="yyyy/m/d">
                  <c:v>44712</c:v>
                </c:pt>
                <c:pt idx="2186" c:formatCode="yyyy/m/d">
                  <c:v>44713</c:v>
                </c:pt>
                <c:pt idx="2187" c:formatCode="yyyy/m/d">
                  <c:v>44714</c:v>
                </c:pt>
                <c:pt idx="2188" c:formatCode="yyyy/m/d">
                  <c:v>44718</c:v>
                </c:pt>
                <c:pt idx="2189" c:formatCode="yyyy/m/d">
                  <c:v>44719</c:v>
                </c:pt>
                <c:pt idx="2190" c:formatCode="yyyy/m/d">
                  <c:v>44720</c:v>
                </c:pt>
                <c:pt idx="2191" c:formatCode="yyyy/m/d">
                  <c:v>44721</c:v>
                </c:pt>
                <c:pt idx="2192" c:formatCode="yyyy/m/d">
                  <c:v>44722</c:v>
                </c:pt>
                <c:pt idx="2193" c:formatCode="yyyy/m/d">
                  <c:v>44725</c:v>
                </c:pt>
                <c:pt idx="2194" c:formatCode="yyyy/m/d">
                  <c:v>44726</c:v>
                </c:pt>
                <c:pt idx="2195" c:formatCode="yyyy/m/d">
                  <c:v>44727</c:v>
                </c:pt>
                <c:pt idx="2196" c:formatCode="yyyy/m/d">
                  <c:v>44728</c:v>
                </c:pt>
                <c:pt idx="2197" c:formatCode="yyyy/m/d">
                  <c:v>44729</c:v>
                </c:pt>
                <c:pt idx="2198" c:formatCode="yyyy/m/d">
                  <c:v>44732</c:v>
                </c:pt>
                <c:pt idx="2199" c:formatCode="yyyy/m/d">
                  <c:v>44733</c:v>
                </c:pt>
                <c:pt idx="2200" c:formatCode="yyyy/m/d">
                  <c:v>44734</c:v>
                </c:pt>
                <c:pt idx="2201" c:formatCode="yyyy/m/d">
                  <c:v>44735</c:v>
                </c:pt>
                <c:pt idx="2202" c:formatCode="yyyy/m/d">
                  <c:v>44736</c:v>
                </c:pt>
                <c:pt idx="2203" c:formatCode="yyyy/m/d">
                  <c:v>44739</c:v>
                </c:pt>
                <c:pt idx="2204" c:formatCode="yyyy/m/d">
                  <c:v>44740</c:v>
                </c:pt>
                <c:pt idx="2205" c:formatCode="yyyy/m/d">
                  <c:v>44741</c:v>
                </c:pt>
                <c:pt idx="2206" c:formatCode="yyyy/m/d">
                  <c:v>44742</c:v>
                </c:pt>
                <c:pt idx="2207" c:formatCode="yyyy/m/d">
                  <c:v>44743</c:v>
                </c:pt>
                <c:pt idx="2208" c:formatCode="yyyy/m/d">
                  <c:v>44746</c:v>
                </c:pt>
                <c:pt idx="2209" c:formatCode="yyyy/m/d">
                  <c:v>44747</c:v>
                </c:pt>
                <c:pt idx="2210" c:formatCode="yyyy/m/d">
                  <c:v>44748</c:v>
                </c:pt>
                <c:pt idx="2211" c:formatCode="yyyy/m/d">
                  <c:v>44749</c:v>
                </c:pt>
                <c:pt idx="2212" c:formatCode="yyyy/m/d">
                  <c:v>44750</c:v>
                </c:pt>
                <c:pt idx="2213" c:formatCode="yyyy/m/d">
                  <c:v>44753</c:v>
                </c:pt>
                <c:pt idx="2214" c:formatCode="yyyy/m/d">
                  <c:v>44754</c:v>
                </c:pt>
                <c:pt idx="2215" c:formatCode="yyyy/m/d">
                  <c:v>44755</c:v>
                </c:pt>
                <c:pt idx="2216" c:formatCode="yyyy/m/d">
                  <c:v>44756</c:v>
                </c:pt>
                <c:pt idx="2217" c:formatCode="yyyy/m/d">
                  <c:v>44757</c:v>
                </c:pt>
                <c:pt idx="2218" c:formatCode="yyyy/m/d">
                  <c:v>44760</c:v>
                </c:pt>
                <c:pt idx="2219" c:formatCode="yyyy/m/d">
                  <c:v>44761</c:v>
                </c:pt>
                <c:pt idx="2220" c:formatCode="yyyy/m/d">
                  <c:v>44762</c:v>
                </c:pt>
                <c:pt idx="2221" c:formatCode="yyyy/m/d">
                  <c:v>44763</c:v>
                </c:pt>
                <c:pt idx="2222" c:formatCode="yyyy/m/d">
                  <c:v>44764</c:v>
                </c:pt>
                <c:pt idx="2223" c:formatCode="yyyy/m/d">
                  <c:v>44767</c:v>
                </c:pt>
                <c:pt idx="2224" c:formatCode="yyyy/m/d">
                  <c:v>44768</c:v>
                </c:pt>
                <c:pt idx="2225" c:formatCode="yyyy/m/d">
                  <c:v>44769</c:v>
                </c:pt>
                <c:pt idx="2226" c:formatCode="yyyy/m/d">
                  <c:v>44770</c:v>
                </c:pt>
                <c:pt idx="2227" c:formatCode="yyyy/m/d">
                  <c:v>44771</c:v>
                </c:pt>
                <c:pt idx="2228" c:formatCode="yyyy/m/d">
                  <c:v>44774</c:v>
                </c:pt>
                <c:pt idx="2229" c:formatCode="yyyy/m/d">
                  <c:v>44775</c:v>
                </c:pt>
                <c:pt idx="2230" c:formatCode="yyyy/m/d">
                  <c:v>44776</c:v>
                </c:pt>
                <c:pt idx="2231" c:formatCode="yyyy/m/d">
                  <c:v>44777</c:v>
                </c:pt>
                <c:pt idx="2232" c:formatCode="yyyy/m/d">
                  <c:v>44778</c:v>
                </c:pt>
                <c:pt idx="2233" c:formatCode="yyyy/m/d">
                  <c:v>44781</c:v>
                </c:pt>
                <c:pt idx="2234" c:formatCode="yyyy/m/d">
                  <c:v>44782</c:v>
                </c:pt>
                <c:pt idx="2235" c:formatCode="yyyy/m/d">
                  <c:v>44783</c:v>
                </c:pt>
                <c:pt idx="2236" c:formatCode="yyyy/m/d">
                  <c:v>44784</c:v>
                </c:pt>
                <c:pt idx="2237" c:formatCode="yyyy/m/d">
                  <c:v>44785</c:v>
                </c:pt>
                <c:pt idx="2238" c:formatCode="yyyy/m/d">
                  <c:v>44788</c:v>
                </c:pt>
                <c:pt idx="2239" c:formatCode="yyyy/m/d">
                  <c:v>44789</c:v>
                </c:pt>
                <c:pt idx="2240" c:formatCode="yyyy/m/d">
                  <c:v>44790</c:v>
                </c:pt>
                <c:pt idx="2241" c:formatCode="yyyy/m/d">
                  <c:v>44791</c:v>
                </c:pt>
                <c:pt idx="2242" c:formatCode="yyyy/m/d">
                  <c:v>44792</c:v>
                </c:pt>
                <c:pt idx="2243" c:formatCode="yyyy/m/d">
                  <c:v>44795</c:v>
                </c:pt>
                <c:pt idx="2244" c:formatCode="yyyy/m/d">
                  <c:v>44796</c:v>
                </c:pt>
                <c:pt idx="2245" c:formatCode="yyyy/m/d">
                  <c:v>44797</c:v>
                </c:pt>
                <c:pt idx="2246" c:formatCode="yyyy/m/d">
                  <c:v>44798</c:v>
                </c:pt>
                <c:pt idx="2247" c:formatCode="yyyy/m/d">
                  <c:v>44799</c:v>
                </c:pt>
                <c:pt idx="2248" c:formatCode="yyyy/m/d">
                  <c:v>44802</c:v>
                </c:pt>
                <c:pt idx="2249" c:formatCode="yyyy/m/d">
                  <c:v>44803</c:v>
                </c:pt>
                <c:pt idx="2250" c:formatCode="yyyy/m/d">
                  <c:v>44804</c:v>
                </c:pt>
                <c:pt idx="2251" c:formatCode="yyyy/m/d">
                  <c:v>44805</c:v>
                </c:pt>
                <c:pt idx="2252" c:formatCode="yyyy/m/d">
                  <c:v>44806</c:v>
                </c:pt>
                <c:pt idx="2253" c:formatCode="yyyy/m/d">
                  <c:v>44809</c:v>
                </c:pt>
                <c:pt idx="2254" c:formatCode="yyyy/m/d">
                  <c:v>44810</c:v>
                </c:pt>
                <c:pt idx="2255" c:formatCode="yyyy/m/d">
                  <c:v>44811</c:v>
                </c:pt>
                <c:pt idx="2256" c:formatCode="yyyy/m/d">
                  <c:v>44812</c:v>
                </c:pt>
                <c:pt idx="2257" c:formatCode="yyyy/m/d">
                  <c:v>44813</c:v>
                </c:pt>
                <c:pt idx="2258" c:formatCode="yyyy/m/d">
                  <c:v>44817</c:v>
                </c:pt>
                <c:pt idx="2259" c:formatCode="yyyy/m/d">
                  <c:v>44818</c:v>
                </c:pt>
                <c:pt idx="2260" c:formatCode="yyyy/m/d">
                  <c:v>44819</c:v>
                </c:pt>
                <c:pt idx="2261" c:formatCode="yyyy/m/d">
                  <c:v>44820</c:v>
                </c:pt>
                <c:pt idx="2262" c:formatCode="yyyy/m/d">
                  <c:v>44823</c:v>
                </c:pt>
                <c:pt idx="2263" c:formatCode="yyyy/m/d">
                  <c:v>44824</c:v>
                </c:pt>
                <c:pt idx="2264" c:formatCode="yyyy/m/d">
                  <c:v>44825</c:v>
                </c:pt>
                <c:pt idx="2265" c:formatCode="yyyy/m/d">
                  <c:v>44826</c:v>
                </c:pt>
                <c:pt idx="2266" c:formatCode="yyyy/m/d">
                  <c:v>44827</c:v>
                </c:pt>
                <c:pt idx="2267" c:formatCode="yyyy/m/d">
                  <c:v>44830</c:v>
                </c:pt>
                <c:pt idx="2268" c:formatCode="yyyy/m/d">
                  <c:v>44831</c:v>
                </c:pt>
                <c:pt idx="2269" c:formatCode="yyyy/m/d">
                  <c:v>44832</c:v>
                </c:pt>
                <c:pt idx="2270" c:formatCode="yyyy/m/d">
                  <c:v>44833</c:v>
                </c:pt>
                <c:pt idx="2271" c:formatCode="yyyy/m/d">
                  <c:v>44834</c:v>
                </c:pt>
                <c:pt idx="2272" c:formatCode="yyyy/m/d">
                  <c:v>44844</c:v>
                </c:pt>
                <c:pt idx="2273" c:formatCode="yyyy/m/d">
                  <c:v>44845</c:v>
                </c:pt>
                <c:pt idx="2274" c:formatCode="yyyy/m/d">
                  <c:v>44846</c:v>
                </c:pt>
                <c:pt idx="2275" c:formatCode="yyyy/m/d">
                  <c:v>44847</c:v>
                </c:pt>
                <c:pt idx="2276" c:formatCode="yyyy/m/d">
                  <c:v>44848</c:v>
                </c:pt>
                <c:pt idx="2277" c:formatCode="yyyy/m/d">
                  <c:v>44851</c:v>
                </c:pt>
                <c:pt idx="2278" c:formatCode="yyyy/m/d">
                  <c:v>44852</c:v>
                </c:pt>
                <c:pt idx="2279" c:formatCode="yyyy/m/d">
                  <c:v>44853</c:v>
                </c:pt>
                <c:pt idx="2280" c:formatCode="yyyy/m/d">
                  <c:v>44854</c:v>
                </c:pt>
                <c:pt idx="2281" c:formatCode="yyyy/m/d">
                  <c:v>44855</c:v>
                </c:pt>
                <c:pt idx="2282" c:formatCode="yyyy/m/d">
                  <c:v>44858</c:v>
                </c:pt>
                <c:pt idx="2283" c:formatCode="yyyy/m/d">
                  <c:v>44859</c:v>
                </c:pt>
                <c:pt idx="2284" c:formatCode="yyyy/m/d">
                  <c:v>44860</c:v>
                </c:pt>
                <c:pt idx="2285" c:formatCode="yyyy/m/d">
                  <c:v>44861</c:v>
                </c:pt>
                <c:pt idx="2286" c:formatCode="yyyy/m/d">
                  <c:v>44862</c:v>
                </c:pt>
                <c:pt idx="2287" c:formatCode="yyyy/m/d">
                  <c:v>44865</c:v>
                </c:pt>
                <c:pt idx="2288" c:formatCode="yyyy/m/d">
                  <c:v>44866</c:v>
                </c:pt>
                <c:pt idx="2289" c:formatCode="yyyy/m/d">
                  <c:v>44867</c:v>
                </c:pt>
                <c:pt idx="2290" c:formatCode="yyyy/m/d">
                  <c:v>44868</c:v>
                </c:pt>
                <c:pt idx="2291" c:formatCode="yyyy/m/d">
                  <c:v>44869</c:v>
                </c:pt>
                <c:pt idx="2292" c:formatCode="yyyy/m/d">
                  <c:v>44872</c:v>
                </c:pt>
                <c:pt idx="2293" c:formatCode="yyyy/m/d">
                  <c:v>44873</c:v>
                </c:pt>
                <c:pt idx="2294" c:formatCode="yyyy/m/d">
                  <c:v>44874</c:v>
                </c:pt>
                <c:pt idx="2295" c:formatCode="yyyy/m/d">
                  <c:v>44875</c:v>
                </c:pt>
                <c:pt idx="2296" c:formatCode="yyyy/m/d">
                  <c:v>44876</c:v>
                </c:pt>
                <c:pt idx="2297" c:formatCode="yyyy/m/d">
                  <c:v>44879</c:v>
                </c:pt>
                <c:pt idx="2298" c:formatCode="yyyy/m/d">
                  <c:v>44880</c:v>
                </c:pt>
                <c:pt idx="2299" c:formatCode="yyyy/m/d">
                  <c:v>44881</c:v>
                </c:pt>
                <c:pt idx="2300" c:formatCode="yyyy/m/d">
                  <c:v>44882</c:v>
                </c:pt>
                <c:pt idx="2301" c:formatCode="yyyy/m/d">
                  <c:v>44883</c:v>
                </c:pt>
                <c:pt idx="2302" c:formatCode="yyyy/m/d">
                  <c:v>44886</c:v>
                </c:pt>
                <c:pt idx="2303" c:formatCode="yyyy/m/d">
                  <c:v>44887</c:v>
                </c:pt>
                <c:pt idx="2304" c:formatCode="yyyy/m/d">
                  <c:v>44888</c:v>
                </c:pt>
                <c:pt idx="2305" c:formatCode="yyyy/m/d">
                  <c:v>44889</c:v>
                </c:pt>
                <c:pt idx="2306" c:formatCode="yyyy/m/d">
                  <c:v>44890</c:v>
                </c:pt>
                <c:pt idx="2307" c:formatCode="yyyy/m/d">
                  <c:v>44893</c:v>
                </c:pt>
                <c:pt idx="2308" c:formatCode="yyyy/m/d">
                  <c:v>44894</c:v>
                </c:pt>
                <c:pt idx="2309" c:formatCode="yyyy/m/d">
                  <c:v>44895</c:v>
                </c:pt>
                <c:pt idx="2310" c:formatCode="yyyy/m/d">
                  <c:v>44896</c:v>
                </c:pt>
                <c:pt idx="2311" c:formatCode="yyyy/m/d">
                  <c:v>44897</c:v>
                </c:pt>
                <c:pt idx="2312" c:formatCode="yyyy/m/d">
                  <c:v>44900</c:v>
                </c:pt>
                <c:pt idx="2313" c:formatCode="yyyy/m/d">
                  <c:v>44901</c:v>
                </c:pt>
                <c:pt idx="2314" c:formatCode="yyyy/m/d">
                  <c:v>44902</c:v>
                </c:pt>
                <c:pt idx="2315" c:formatCode="yyyy/m/d">
                  <c:v>44903</c:v>
                </c:pt>
                <c:pt idx="2316" c:formatCode="yyyy/m/d">
                  <c:v>44904</c:v>
                </c:pt>
                <c:pt idx="2317" c:formatCode="yyyy/m/d">
                  <c:v>44907</c:v>
                </c:pt>
                <c:pt idx="2318" c:formatCode="yyyy/m/d">
                  <c:v>44908</c:v>
                </c:pt>
                <c:pt idx="2319" c:formatCode="yyyy/m/d">
                  <c:v>44909</c:v>
                </c:pt>
                <c:pt idx="2320" c:formatCode="yyyy/m/d">
                  <c:v>44910</c:v>
                </c:pt>
                <c:pt idx="2321" c:formatCode="yyyy/m/d">
                  <c:v>44911</c:v>
                </c:pt>
                <c:pt idx="2322" c:formatCode="yyyy/m/d">
                  <c:v>44914</c:v>
                </c:pt>
                <c:pt idx="2323" c:formatCode="yyyy/m/d">
                  <c:v>44915</c:v>
                </c:pt>
                <c:pt idx="2324" c:formatCode="yyyy/m/d">
                  <c:v>44916</c:v>
                </c:pt>
                <c:pt idx="2325" c:formatCode="yyyy/m/d">
                  <c:v>44917</c:v>
                </c:pt>
                <c:pt idx="2326" c:formatCode="yyyy/m/d">
                  <c:v>44918</c:v>
                </c:pt>
                <c:pt idx="2327" c:formatCode="yyyy/m/d">
                  <c:v>44921</c:v>
                </c:pt>
                <c:pt idx="2328" c:formatCode="yyyy/m/d">
                  <c:v>44922</c:v>
                </c:pt>
                <c:pt idx="2329" c:formatCode="yyyy/m/d">
                  <c:v>44923</c:v>
                </c:pt>
                <c:pt idx="2330" c:formatCode="yyyy/m/d">
                  <c:v>44924</c:v>
                </c:pt>
                <c:pt idx="2331" c:formatCode="yyyy/m/d">
                  <c:v>44925</c:v>
                </c:pt>
                <c:pt idx="2332" c:formatCode="yyyy/m/d">
                  <c:v>44929</c:v>
                </c:pt>
                <c:pt idx="2333" c:formatCode="yyyy/m/d">
                  <c:v>44930</c:v>
                </c:pt>
                <c:pt idx="2334" c:formatCode="yyyy/m/d">
                  <c:v>44931</c:v>
                </c:pt>
                <c:pt idx="2335" c:formatCode="yyyy/m/d">
                  <c:v>44932</c:v>
                </c:pt>
                <c:pt idx="2336" c:formatCode="yyyy/m/d">
                  <c:v>44935</c:v>
                </c:pt>
                <c:pt idx="2337" c:formatCode="yyyy/m/d">
                  <c:v>44936</c:v>
                </c:pt>
                <c:pt idx="2338" c:formatCode="yyyy/m/d">
                  <c:v>44937</c:v>
                </c:pt>
                <c:pt idx="2339" c:formatCode="yyyy/m/d">
                  <c:v>44938</c:v>
                </c:pt>
                <c:pt idx="2340" c:formatCode="yyyy/m/d">
                  <c:v>44939</c:v>
                </c:pt>
                <c:pt idx="2341" c:formatCode="yyyy/m/d">
                  <c:v>44942</c:v>
                </c:pt>
                <c:pt idx="2342" c:formatCode="yyyy/m/d">
                  <c:v>44943</c:v>
                </c:pt>
                <c:pt idx="2343" c:formatCode="yyyy/m/d">
                  <c:v>44944</c:v>
                </c:pt>
                <c:pt idx="2344" c:formatCode="yyyy/m/d">
                  <c:v>44945</c:v>
                </c:pt>
                <c:pt idx="2345" c:formatCode="yyyy/m/d">
                  <c:v>44946</c:v>
                </c:pt>
                <c:pt idx="2346" c:formatCode="yyyy/m/d">
                  <c:v>44956</c:v>
                </c:pt>
                <c:pt idx="2347" c:formatCode="yyyy/m/d">
                  <c:v>44957</c:v>
                </c:pt>
                <c:pt idx="2348" c:formatCode="yyyy/m/d">
                  <c:v>44958</c:v>
                </c:pt>
                <c:pt idx="2349" c:formatCode="yyyy/m/d">
                  <c:v>44959</c:v>
                </c:pt>
                <c:pt idx="2350" c:formatCode="yyyy/m/d">
                  <c:v>44960</c:v>
                </c:pt>
                <c:pt idx="2351" c:formatCode="yyyy/m/d">
                  <c:v>44963</c:v>
                </c:pt>
                <c:pt idx="2352" c:formatCode="yyyy/m/d">
                  <c:v>44964</c:v>
                </c:pt>
                <c:pt idx="2353" c:formatCode="yyyy/m/d">
                  <c:v>44965</c:v>
                </c:pt>
                <c:pt idx="2354" c:formatCode="yyyy/m/d">
                  <c:v>44966</c:v>
                </c:pt>
                <c:pt idx="2355" c:formatCode="yyyy/m/d">
                  <c:v>44967</c:v>
                </c:pt>
                <c:pt idx="2356" c:formatCode="yyyy/m/d">
                  <c:v>44970</c:v>
                </c:pt>
                <c:pt idx="2357" c:formatCode="yyyy/m/d">
                  <c:v>44971</c:v>
                </c:pt>
                <c:pt idx="2358" c:formatCode="yyyy/m/d">
                  <c:v>44972</c:v>
                </c:pt>
                <c:pt idx="2359" c:formatCode="yyyy/m/d">
                  <c:v>44973</c:v>
                </c:pt>
                <c:pt idx="2360" c:formatCode="yyyy/m/d">
                  <c:v>44974</c:v>
                </c:pt>
                <c:pt idx="2361" c:formatCode="yyyy/m/d">
                  <c:v>44977</c:v>
                </c:pt>
                <c:pt idx="2362" c:formatCode="yyyy/m/d">
                  <c:v>44978</c:v>
                </c:pt>
                <c:pt idx="2363" c:formatCode="yyyy/m/d">
                  <c:v>44979</c:v>
                </c:pt>
                <c:pt idx="2364" c:formatCode="yyyy/m/d">
                  <c:v>44980</c:v>
                </c:pt>
                <c:pt idx="2365" c:formatCode="yyyy/m/d">
                  <c:v>44981</c:v>
                </c:pt>
                <c:pt idx="2366" c:formatCode="yyyy/m/d">
                  <c:v>44984</c:v>
                </c:pt>
                <c:pt idx="2367" c:formatCode="yyyy/m/d">
                  <c:v>44985</c:v>
                </c:pt>
                <c:pt idx="2368" c:formatCode="yyyy/m/d">
                  <c:v>44986</c:v>
                </c:pt>
                <c:pt idx="2369" c:formatCode="yyyy/m/d">
                  <c:v>44987</c:v>
                </c:pt>
                <c:pt idx="2370" c:formatCode="yyyy/m/d">
                  <c:v>44988</c:v>
                </c:pt>
                <c:pt idx="2371" c:formatCode="yyyy/m/d">
                  <c:v>44991</c:v>
                </c:pt>
                <c:pt idx="2372" c:formatCode="yyyy/m/d">
                  <c:v>44992</c:v>
                </c:pt>
                <c:pt idx="2373" c:formatCode="yyyy/m/d">
                  <c:v>44993</c:v>
                </c:pt>
                <c:pt idx="2374" c:formatCode="yyyy/m/d">
                  <c:v>44994</c:v>
                </c:pt>
                <c:pt idx="2375" c:formatCode="yyyy/m/d">
                  <c:v>44995</c:v>
                </c:pt>
                <c:pt idx="2376" c:formatCode="yyyy/m/d">
                  <c:v>44998</c:v>
                </c:pt>
                <c:pt idx="2377" c:formatCode="yyyy/m/d">
                  <c:v>44999</c:v>
                </c:pt>
                <c:pt idx="2378" c:formatCode="yyyy/m/d">
                  <c:v>45000</c:v>
                </c:pt>
                <c:pt idx="2379" c:formatCode="yyyy/m/d">
                  <c:v>45001</c:v>
                </c:pt>
                <c:pt idx="2380" c:formatCode="yyyy/m/d">
                  <c:v>45002</c:v>
                </c:pt>
                <c:pt idx="2381" c:formatCode="yyyy/m/d">
                  <c:v>45005</c:v>
                </c:pt>
                <c:pt idx="2382" c:formatCode="yyyy/m/d">
                  <c:v>45006</c:v>
                </c:pt>
                <c:pt idx="2383" c:formatCode="yyyy/m/d">
                  <c:v>45007</c:v>
                </c:pt>
                <c:pt idx="2384" c:formatCode="yyyy/m/d">
                  <c:v>45008</c:v>
                </c:pt>
                <c:pt idx="2385" c:formatCode="yyyy/m/d">
                  <c:v>45009</c:v>
                </c:pt>
                <c:pt idx="2386" c:formatCode="yyyy/m/d">
                  <c:v>45012</c:v>
                </c:pt>
                <c:pt idx="2387" c:formatCode="yyyy/m/d">
                  <c:v>45013</c:v>
                </c:pt>
                <c:pt idx="2388" c:formatCode="yyyy/m/d">
                  <c:v>45014</c:v>
                </c:pt>
                <c:pt idx="2389" c:formatCode="yyyy/m/d">
                  <c:v>45015</c:v>
                </c:pt>
                <c:pt idx="2390" c:formatCode="yyyy/m/d">
                  <c:v>45016</c:v>
                </c:pt>
                <c:pt idx="2391" c:formatCode="yyyy/m/d">
                  <c:v>45019</c:v>
                </c:pt>
                <c:pt idx="2392" c:formatCode="yyyy/m/d">
                  <c:v>45020</c:v>
                </c:pt>
                <c:pt idx="2393" c:formatCode="yyyy/m/d">
                  <c:v>45022</c:v>
                </c:pt>
                <c:pt idx="2394" c:formatCode="yyyy/m/d">
                  <c:v>45023</c:v>
                </c:pt>
                <c:pt idx="2395" c:formatCode="yyyy/m/d">
                  <c:v>45026</c:v>
                </c:pt>
                <c:pt idx="2396" c:formatCode="yyyy/m/d">
                  <c:v>45027</c:v>
                </c:pt>
                <c:pt idx="2397" c:formatCode="yyyy/m/d">
                  <c:v>45028</c:v>
                </c:pt>
                <c:pt idx="2398" c:formatCode="yyyy/m/d">
                  <c:v>45029</c:v>
                </c:pt>
                <c:pt idx="2399" c:formatCode="yyyy/m/d">
                  <c:v>45030</c:v>
                </c:pt>
                <c:pt idx="2400" c:formatCode="yyyy/m/d">
                  <c:v>45033</c:v>
                </c:pt>
                <c:pt idx="2401" c:formatCode="yyyy/m/d">
                  <c:v>45034</c:v>
                </c:pt>
                <c:pt idx="2402" c:formatCode="yyyy/m/d">
                  <c:v>45035</c:v>
                </c:pt>
                <c:pt idx="2403" c:formatCode="yyyy/m/d">
                  <c:v>45036</c:v>
                </c:pt>
                <c:pt idx="2404" c:formatCode="yyyy/m/d">
                  <c:v>45037</c:v>
                </c:pt>
                <c:pt idx="2405" c:formatCode="yyyy/m/d">
                  <c:v>45040</c:v>
                </c:pt>
                <c:pt idx="2406" c:formatCode="yyyy/m/d">
                  <c:v>45041</c:v>
                </c:pt>
                <c:pt idx="2407" c:formatCode="yyyy/m/d">
                  <c:v>45042</c:v>
                </c:pt>
                <c:pt idx="2408" c:formatCode="yyyy/m/d">
                  <c:v>45043</c:v>
                </c:pt>
                <c:pt idx="2409" c:formatCode="yyyy/m/d">
                  <c:v>45044</c:v>
                </c:pt>
                <c:pt idx="2410" c:formatCode="yyyy/m/d">
                  <c:v>45050</c:v>
                </c:pt>
                <c:pt idx="2411" c:formatCode="yyyy/m/d">
                  <c:v>45051</c:v>
                </c:pt>
                <c:pt idx="2412" c:formatCode="yyyy/m/d">
                  <c:v>45054</c:v>
                </c:pt>
                <c:pt idx="2413" c:formatCode="yyyy/m/d">
                  <c:v>45055</c:v>
                </c:pt>
                <c:pt idx="2414" c:formatCode="yyyy/m/d">
                  <c:v>45056</c:v>
                </c:pt>
                <c:pt idx="2415" c:formatCode="yyyy/m/d">
                  <c:v>45057</c:v>
                </c:pt>
                <c:pt idx="2416" c:formatCode="yyyy/m/d">
                  <c:v>45058</c:v>
                </c:pt>
                <c:pt idx="2417" c:formatCode="yyyy/m/d">
                  <c:v>45061</c:v>
                </c:pt>
                <c:pt idx="2418" c:formatCode="yyyy/m/d">
                  <c:v>45062</c:v>
                </c:pt>
                <c:pt idx="2419" c:formatCode="yyyy/m/d">
                  <c:v>45063</c:v>
                </c:pt>
                <c:pt idx="2420" c:formatCode="yyyy/m/d">
                  <c:v>45064</c:v>
                </c:pt>
                <c:pt idx="2421" c:formatCode="yyyy/m/d">
                  <c:v>45065</c:v>
                </c:pt>
                <c:pt idx="2422" c:formatCode="yyyy/m/d">
                  <c:v>45068</c:v>
                </c:pt>
                <c:pt idx="2423" c:formatCode="yyyy/m/d">
                  <c:v>45069</c:v>
                </c:pt>
                <c:pt idx="2424" c:formatCode="yyyy/m/d">
                  <c:v>45070</c:v>
                </c:pt>
                <c:pt idx="2425" c:formatCode="yyyy/m/d">
                  <c:v>45071</c:v>
                </c:pt>
                <c:pt idx="2426" c:formatCode="yyyy/m/d">
                  <c:v>45072</c:v>
                </c:pt>
                <c:pt idx="2427" c:formatCode="yyyy/m/d">
                  <c:v>45075</c:v>
                </c:pt>
                <c:pt idx="2428" c:formatCode="yyyy/m/d">
                  <c:v>45076</c:v>
                </c:pt>
                <c:pt idx="2429" c:formatCode="yyyy/m/d">
                  <c:v>45077</c:v>
                </c:pt>
                <c:pt idx="2430" c:formatCode="yyyy/m/d">
                  <c:v>45078</c:v>
                </c:pt>
                <c:pt idx="2431" c:formatCode="yyyy/m/d">
                  <c:v>45079</c:v>
                </c:pt>
                <c:pt idx="2432" c:formatCode="yyyy/m/d">
                  <c:v>45082</c:v>
                </c:pt>
                <c:pt idx="2433" c:formatCode="yyyy/m/d">
                  <c:v>45083</c:v>
                </c:pt>
                <c:pt idx="2434" c:formatCode="yyyy/m/d">
                  <c:v>45084</c:v>
                </c:pt>
                <c:pt idx="2435" c:formatCode="yyyy/m/d">
                  <c:v>45085</c:v>
                </c:pt>
                <c:pt idx="2436" c:formatCode="yyyy/m/d">
                  <c:v>45086</c:v>
                </c:pt>
                <c:pt idx="2437" c:formatCode="yyyy/m/d">
                  <c:v>45089</c:v>
                </c:pt>
                <c:pt idx="2438" c:formatCode="yyyy/m/d">
                  <c:v>45090</c:v>
                </c:pt>
                <c:pt idx="2439" c:formatCode="yyyy/m/d">
                  <c:v>45091</c:v>
                </c:pt>
                <c:pt idx="2440" c:formatCode="yyyy/m/d">
                  <c:v>45092</c:v>
                </c:pt>
                <c:pt idx="2441" c:formatCode="yyyy/m/d">
                  <c:v>45093</c:v>
                </c:pt>
                <c:pt idx="2442" c:formatCode="yyyy/m/d">
                  <c:v>45096</c:v>
                </c:pt>
                <c:pt idx="2443" c:formatCode="yyyy/m/d">
                  <c:v>45097</c:v>
                </c:pt>
                <c:pt idx="2444" c:formatCode="yyyy/m/d">
                  <c:v>45098</c:v>
                </c:pt>
                <c:pt idx="2445" c:formatCode="yyyy/m/d">
                  <c:v>45103</c:v>
                </c:pt>
                <c:pt idx="2446" c:formatCode="yyyy/m/d">
                  <c:v>45104</c:v>
                </c:pt>
                <c:pt idx="2447" c:formatCode="yyyy/m/d">
                  <c:v>45105</c:v>
                </c:pt>
                <c:pt idx="2448" c:formatCode="yyyy/m/d">
                  <c:v>45106</c:v>
                </c:pt>
                <c:pt idx="2449" c:formatCode="yyyy/m/d">
                  <c:v>45107</c:v>
                </c:pt>
                <c:pt idx="2450" c:formatCode="yyyy/m/d">
                  <c:v>45110</c:v>
                </c:pt>
                <c:pt idx="2451" c:formatCode="yyyy/m/d">
                  <c:v>45111</c:v>
                </c:pt>
                <c:pt idx="2452" c:formatCode="yyyy/m/d">
                  <c:v>45112</c:v>
                </c:pt>
                <c:pt idx="2453" c:formatCode="yyyy/m/d">
                  <c:v>45113</c:v>
                </c:pt>
                <c:pt idx="2454" c:formatCode="yyyy/m/d">
                  <c:v>45114</c:v>
                </c:pt>
                <c:pt idx="2455" c:formatCode="yyyy/m/d">
                  <c:v>45117</c:v>
                </c:pt>
                <c:pt idx="2456" c:formatCode="yyyy/m/d">
                  <c:v>45118</c:v>
                </c:pt>
                <c:pt idx="2457" c:formatCode="yyyy/m/d">
                  <c:v>45119</c:v>
                </c:pt>
                <c:pt idx="2458" c:formatCode="yyyy/m/d">
                  <c:v>45120</c:v>
                </c:pt>
                <c:pt idx="2459" c:formatCode="yyyy/m/d">
                  <c:v>45121</c:v>
                </c:pt>
                <c:pt idx="2460" c:formatCode="yyyy/m/d">
                  <c:v>45124</c:v>
                </c:pt>
                <c:pt idx="2461" c:formatCode="yyyy/m/d">
                  <c:v>45125</c:v>
                </c:pt>
                <c:pt idx="2462" c:formatCode="yyyy/m/d">
                  <c:v>45126</c:v>
                </c:pt>
                <c:pt idx="2463" c:formatCode="yyyy/m/d">
                  <c:v>45127</c:v>
                </c:pt>
                <c:pt idx="2464" c:formatCode="yyyy/m/d">
                  <c:v>45128</c:v>
                </c:pt>
                <c:pt idx="2465" c:formatCode="yyyy/m/d">
                  <c:v>45131</c:v>
                </c:pt>
                <c:pt idx="2466" c:formatCode="yyyy/m/d">
                  <c:v>45132</c:v>
                </c:pt>
                <c:pt idx="2467" c:formatCode="yyyy/m/d">
                  <c:v>45133</c:v>
                </c:pt>
                <c:pt idx="2468" c:formatCode="yyyy/m/d">
                  <c:v>45134</c:v>
                </c:pt>
                <c:pt idx="2469" c:formatCode="yyyy/m/d">
                  <c:v>45135</c:v>
                </c:pt>
                <c:pt idx="2470" c:formatCode="yyyy/m/d">
                  <c:v>45138</c:v>
                </c:pt>
                <c:pt idx="2471" c:formatCode="yyyy/m/d">
                  <c:v>45139</c:v>
                </c:pt>
                <c:pt idx="2472" c:formatCode="yyyy/m/d">
                  <c:v>45140</c:v>
                </c:pt>
                <c:pt idx="2473" c:formatCode="yyyy/m/d">
                  <c:v>45141</c:v>
                </c:pt>
                <c:pt idx="2474" c:formatCode="yyyy/m/d">
                  <c:v>45142</c:v>
                </c:pt>
                <c:pt idx="2475" c:formatCode="yyyy/m/d">
                  <c:v>45145</c:v>
                </c:pt>
                <c:pt idx="2476" c:formatCode="yyyy/m/d">
                  <c:v>45146</c:v>
                </c:pt>
                <c:pt idx="2477" c:formatCode="yyyy/m/d">
                  <c:v>45147</c:v>
                </c:pt>
                <c:pt idx="2478" c:formatCode="yyyy/m/d">
                  <c:v>45148</c:v>
                </c:pt>
                <c:pt idx="2479" c:formatCode="yyyy/m/d">
                  <c:v>45149</c:v>
                </c:pt>
                <c:pt idx="2480" c:formatCode="yyyy/m/d">
                  <c:v>45152</c:v>
                </c:pt>
                <c:pt idx="2481" c:formatCode="yyyy/m/d">
                  <c:v>45153</c:v>
                </c:pt>
                <c:pt idx="2482" c:formatCode="yyyy/m/d">
                  <c:v>45154</c:v>
                </c:pt>
                <c:pt idx="2483" c:formatCode="yyyy/m/d">
                  <c:v>45155</c:v>
                </c:pt>
                <c:pt idx="2484" c:formatCode="yyyy/m/d">
                  <c:v>45156</c:v>
                </c:pt>
                <c:pt idx="2485" c:formatCode="yyyy/m/d">
                  <c:v>45159</c:v>
                </c:pt>
                <c:pt idx="2486" c:formatCode="yyyy/m/d">
                  <c:v>45160</c:v>
                </c:pt>
                <c:pt idx="2487" c:formatCode="yyyy/m/d">
                  <c:v>45161</c:v>
                </c:pt>
                <c:pt idx="2488" c:formatCode="yyyy/m/d">
                  <c:v>45162</c:v>
                </c:pt>
                <c:pt idx="2489" c:formatCode="yyyy/m/d">
                  <c:v>45163</c:v>
                </c:pt>
                <c:pt idx="2490" c:formatCode="yyyy/m/d">
                  <c:v>45166</c:v>
                </c:pt>
                <c:pt idx="2491" c:formatCode="yyyy/m/d">
                  <c:v>45167</c:v>
                </c:pt>
                <c:pt idx="2492" c:formatCode="yyyy/m/d">
                  <c:v>45168</c:v>
                </c:pt>
                <c:pt idx="2493" c:formatCode="yyyy/m/d">
                  <c:v>45169</c:v>
                </c:pt>
                <c:pt idx="2494" c:formatCode="yyyy/m/d">
                  <c:v>45170</c:v>
                </c:pt>
                <c:pt idx="2495" c:formatCode="yyyy/m/d">
                  <c:v>45173</c:v>
                </c:pt>
                <c:pt idx="2496" c:formatCode="yyyy/m/d">
                  <c:v>45174</c:v>
                </c:pt>
                <c:pt idx="2497" c:formatCode="yyyy/m/d">
                  <c:v>45175</c:v>
                </c:pt>
                <c:pt idx="2498" c:formatCode="yyyy/m/d">
                  <c:v>45176</c:v>
                </c:pt>
                <c:pt idx="2499" c:formatCode="yyyy/m/d">
                  <c:v>45177</c:v>
                </c:pt>
                <c:pt idx="2500" c:formatCode="yyyy/m/d">
                  <c:v>45180</c:v>
                </c:pt>
                <c:pt idx="2501" c:formatCode="yyyy/m/d">
                  <c:v>45181</c:v>
                </c:pt>
                <c:pt idx="2502" c:formatCode="yyyy/m/d">
                  <c:v>45182</c:v>
                </c:pt>
                <c:pt idx="2503" c:formatCode="yyyy/m/d">
                  <c:v>45183</c:v>
                </c:pt>
                <c:pt idx="2504" c:formatCode="yyyy/m/d">
                  <c:v>45184</c:v>
                </c:pt>
                <c:pt idx="2505" c:formatCode="yyyy/m/d">
                  <c:v>45187</c:v>
                </c:pt>
                <c:pt idx="2506" c:formatCode="yyyy/m/d">
                  <c:v>45188</c:v>
                </c:pt>
                <c:pt idx="2507" c:formatCode="yyyy/m/d">
                  <c:v>45189</c:v>
                </c:pt>
                <c:pt idx="2508" c:formatCode="yyyy/m/d">
                  <c:v>45190</c:v>
                </c:pt>
                <c:pt idx="2509" c:formatCode="yyyy/m/d">
                  <c:v>45191</c:v>
                </c:pt>
                <c:pt idx="2510" c:formatCode="yyyy/m/d">
                  <c:v>45194</c:v>
                </c:pt>
                <c:pt idx="2511" c:formatCode="yyyy/m/d">
                  <c:v>45195</c:v>
                </c:pt>
                <c:pt idx="2512" c:formatCode="yyyy/m/d">
                  <c:v>45196</c:v>
                </c:pt>
                <c:pt idx="2513" c:formatCode="yyyy/m/d">
                  <c:v>45197</c:v>
                </c:pt>
                <c:pt idx="2514" c:formatCode="yyyy/m/d">
                  <c:v>45208</c:v>
                </c:pt>
                <c:pt idx="2515" c:formatCode="yyyy/m/d">
                  <c:v>45209</c:v>
                </c:pt>
                <c:pt idx="2516" c:formatCode="yyyy/m/d">
                  <c:v>45210</c:v>
                </c:pt>
                <c:pt idx="2517" c:formatCode="yyyy/m/d">
                  <c:v>45211</c:v>
                </c:pt>
                <c:pt idx="2518" c:formatCode="yyyy/m/d">
                  <c:v>45212</c:v>
                </c:pt>
                <c:pt idx="2519" c:formatCode="yyyy/m/d">
                  <c:v>45215</c:v>
                </c:pt>
                <c:pt idx="2520" c:formatCode="yyyy/m/d">
                  <c:v>45216</c:v>
                </c:pt>
                <c:pt idx="2521" c:formatCode="yyyy/m/d">
                  <c:v>45217</c:v>
                </c:pt>
                <c:pt idx="2522" c:formatCode="yyyy/m/d">
                  <c:v>45218</c:v>
                </c:pt>
                <c:pt idx="2523" c:formatCode="yyyy/m/d">
                  <c:v>45219</c:v>
                </c:pt>
                <c:pt idx="2524" c:formatCode="yyyy/m/d">
                  <c:v>45222</c:v>
                </c:pt>
                <c:pt idx="2525" c:formatCode="yyyy/m/d">
                  <c:v>45223</c:v>
                </c:pt>
                <c:pt idx="2526" c:formatCode="yyyy/m/d">
                  <c:v>45224</c:v>
                </c:pt>
                <c:pt idx="2527" c:formatCode="yyyy/m/d">
                  <c:v>45225</c:v>
                </c:pt>
                <c:pt idx="2528" c:formatCode="yyyy/m/d">
                  <c:v>45226</c:v>
                </c:pt>
                <c:pt idx="2529" c:formatCode="yyyy/m/d">
                  <c:v>45229</c:v>
                </c:pt>
                <c:pt idx="2530" c:formatCode="yyyy/m/d">
                  <c:v>45230</c:v>
                </c:pt>
                <c:pt idx="2531" c:formatCode="yyyy/m/d">
                  <c:v>45231</c:v>
                </c:pt>
                <c:pt idx="2532" c:formatCode="yyyy/m/d">
                  <c:v>45232</c:v>
                </c:pt>
                <c:pt idx="2533" c:formatCode="yyyy/m/d">
                  <c:v>45233</c:v>
                </c:pt>
                <c:pt idx="2534" c:formatCode="yyyy/m/d">
                  <c:v>45236</c:v>
                </c:pt>
                <c:pt idx="2535" c:formatCode="yyyy/m/d">
                  <c:v>45237</c:v>
                </c:pt>
                <c:pt idx="2536" c:formatCode="yyyy/m/d">
                  <c:v>45238</c:v>
                </c:pt>
                <c:pt idx="2537" c:formatCode="yyyy/m/d">
                  <c:v>45239</c:v>
                </c:pt>
                <c:pt idx="2538" c:formatCode="yyyy/m/d">
                  <c:v>45240</c:v>
                </c:pt>
                <c:pt idx="2539" c:formatCode="yyyy/m/d">
                  <c:v>45243</c:v>
                </c:pt>
                <c:pt idx="2540" c:formatCode="yyyy/m/d">
                  <c:v>45244</c:v>
                </c:pt>
                <c:pt idx="2541" c:formatCode="yyyy/m/d">
                  <c:v>45245</c:v>
                </c:pt>
                <c:pt idx="2542" c:formatCode="yyyy/m/d">
                  <c:v>45246</c:v>
                </c:pt>
                <c:pt idx="2543" c:formatCode="yyyy/m/d">
                  <c:v>45247</c:v>
                </c:pt>
                <c:pt idx="2544" c:formatCode="yyyy/m/d">
                  <c:v>45250</c:v>
                </c:pt>
                <c:pt idx="2545" c:formatCode="yyyy/m/d">
                  <c:v>45251</c:v>
                </c:pt>
                <c:pt idx="2546" c:formatCode="yyyy/m/d">
                  <c:v>45252</c:v>
                </c:pt>
                <c:pt idx="2547" c:formatCode="yyyy/m/d">
                  <c:v>45253</c:v>
                </c:pt>
                <c:pt idx="2548" c:formatCode="yyyy/m/d">
                  <c:v>45254</c:v>
                </c:pt>
                <c:pt idx="2549" c:formatCode="yyyy/m/d">
                  <c:v>45257</c:v>
                </c:pt>
                <c:pt idx="2550" c:formatCode="yyyy/m/d">
                  <c:v>45258</c:v>
                </c:pt>
                <c:pt idx="2551" c:formatCode="yyyy/m/d">
                  <c:v>45259</c:v>
                </c:pt>
                <c:pt idx="2552" c:formatCode="yyyy/m/d">
                  <c:v>45260</c:v>
                </c:pt>
                <c:pt idx="2553" c:formatCode="yyyy/m/d">
                  <c:v>45261</c:v>
                </c:pt>
                <c:pt idx="2554" c:formatCode="yyyy/m/d">
                  <c:v>45264</c:v>
                </c:pt>
                <c:pt idx="2555" c:formatCode="yyyy/m/d">
                  <c:v>45265</c:v>
                </c:pt>
                <c:pt idx="2556" c:formatCode="yyyy/m/d">
                  <c:v>45266</c:v>
                </c:pt>
                <c:pt idx="2557" c:formatCode="yyyy/m/d">
                  <c:v>45267</c:v>
                </c:pt>
                <c:pt idx="2558" c:formatCode="yyyy/m/d">
                  <c:v>45268</c:v>
                </c:pt>
                <c:pt idx="2559" c:formatCode="yyyy/m/d">
                  <c:v>45271</c:v>
                </c:pt>
                <c:pt idx="2560" c:formatCode="yyyy/m/d">
                  <c:v>45272</c:v>
                </c:pt>
                <c:pt idx="2561" c:formatCode="yyyy/m/d">
                  <c:v>45273</c:v>
                </c:pt>
                <c:pt idx="2562" c:formatCode="yyyy/m/d">
                  <c:v>45274</c:v>
                </c:pt>
                <c:pt idx="2563" c:formatCode="yyyy/m/d">
                  <c:v>45275</c:v>
                </c:pt>
                <c:pt idx="2564" c:formatCode="yyyy/m/d">
                  <c:v>45278</c:v>
                </c:pt>
                <c:pt idx="2565" c:formatCode="yyyy/m/d">
                  <c:v>45279</c:v>
                </c:pt>
                <c:pt idx="2566" c:formatCode="yyyy/m/d">
                  <c:v>45280</c:v>
                </c:pt>
                <c:pt idx="2567" c:formatCode="yyyy/m/d">
                  <c:v>45281</c:v>
                </c:pt>
                <c:pt idx="2568" c:formatCode="yyyy/m/d">
                  <c:v>45282</c:v>
                </c:pt>
                <c:pt idx="2569" c:formatCode="yyyy/m/d">
                  <c:v>45285</c:v>
                </c:pt>
                <c:pt idx="2570" c:formatCode="yyyy/m/d">
                  <c:v>45286</c:v>
                </c:pt>
                <c:pt idx="2571" c:formatCode="yyyy/m/d">
                  <c:v>45287</c:v>
                </c:pt>
                <c:pt idx="2572" c:formatCode="yyyy/m/d">
                  <c:v>45288</c:v>
                </c:pt>
                <c:pt idx="2573" c:formatCode="yyyy/m/d">
                  <c:v>45289</c:v>
                </c:pt>
                <c:pt idx="2574" c:formatCode="yyyy/m/d">
                  <c:v>45293</c:v>
                </c:pt>
                <c:pt idx="2575" c:formatCode="yyyy/m/d">
                  <c:v>45294</c:v>
                </c:pt>
                <c:pt idx="2576" c:formatCode="yyyy/m/d">
                  <c:v>45295</c:v>
                </c:pt>
                <c:pt idx="2577" c:formatCode="yyyy/m/d">
                  <c:v>45296</c:v>
                </c:pt>
                <c:pt idx="2578" c:formatCode="yyyy/m/d">
                  <c:v>45299</c:v>
                </c:pt>
                <c:pt idx="2579" c:formatCode="yyyy/m/d">
                  <c:v>45300</c:v>
                </c:pt>
                <c:pt idx="2580" c:formatCode="yyyy/m/d">
                  <c:v>45301</c:v>
                </c:pt>
                <c:pt idx="2581" c:formatCode="yyyy/m/d">
                  <c:v>45302</c:v>
                </c:pt>
                <c:pt idx="2582" c:formatCode="yyyy/m/d">
                  <c:v>45303</c:v>
                </c:pt>
                <c:pt idx="2583" c:formatCode="yyyy/m/d">
                  <c:v>45306</c:v>
                </c:pt>
                <c:pt idx="2584" c:formatCode="yyyy/m/d">
                  <c:v>45307</c:v>
                </c:pt>
                <c:pt idx="2585" c:formatCode="yyyy/m/d">
                  <c:v>45308</c:v>
                </c:pt>
                <c:pt idx="2586" c:formatCode="yyyy/m/d">
                  <c:v>45309</c:v>
                </c:pt>
                <c:pt idx="2587" c:formatCode="yyyy/m/d">
                  <c:v>45310</c:v>
                </c:pt>
                <c:pt idx="2588" c:formatCode="yyyy/m/d">
                  <c:v>45313</c:v>
                </c:pt>
                <c:pt idx="2589" c:formatCode="yyyy/m/d">
                  <c:v>45314</c:v>
                </c:pt>
                <c:pt idx="2590" c:formatCode="yyyy/m/d">
                  <c:v>45315</c:v>
                </c:pt>
                <c:pt idx="2591" c:formatCode="yyyy/m/d">
                  <c:v>45316</c:v>
                </c:pt>
                <c:pt idx="2592" c:formatCode="yyyy/m/d">
                  <c:v>45317</c:v>
                </c:pt>
                <c:pt idx="2593" c:formatCode="yyyy/m/d">
                  <c:v>45320</c:v>
                </c:pt>
                <c:pt idx="2594" c:formatCode="yyyy/m/d">
                  <c:v>45321</c:v>
                </c:pt>
                <c:pt idx="2595" c:formatCode="yyyy/m/d">
                  <c:v>45322</c:v>
                </c:pt>
                <c:pt idx="2596" c:formatCode="yyyy/m/d">
                  <c:v>45323</c:v>
                </c:pt>
                <c:pt idx="2597" c:formatCode="yyyy/m/d">
                  <c:v>45324</c:v>
                </c:pt>
                <c:pt idx="2598" c:formatCode="yyyy/m/d">
                  <c:v>45327</c:v>
                </c:pt>
                <c:pt idx="2599" c:formatCode="yyyy/m/d">
                  <c:v>45328</c:v>
                </c:pt>
                <c:pt idx="2600" c:formatCode="yyyy/m/d">
                  <c:v>45329</c:v>
                </c:pt>
                <c:pt idx="2601" c:formatCode="yyyy/m/d">
                  <c:v>45330</c:v>
                </c:pt>
                <c:pt idx="2602" c:formatCode="yyyy/m/d">
                  <c:v>45341</c:v>
                </c:pt>
                <c:pt idx="2603" c:formatCode="yyyy/m/d">
                  <c:v>45342</c:v>
                </c:pt>
                <c:pt idx="2604" c:formatCode="yyyy/m/d">
                  <c:v>45343</c:v>
                </c:pt>
                <c:pt idx="2605" c:formatCode="yyyy/m/d">
                  <c:v>45344</c:v>
                </c:pt>
                <c:pt idx="2606" c:formatCode="yyyy/m/d">
                  <c:v>45345</c:v>
                </c:pt>
                <c:pt idx="2607" c:formatCode="yyyy/m/d">
                  <c:v>45348</c:v>
                </c:pt>
                <c:pt idx="2608" c:formatCode="yyyy/m/d">
                  <c:v>45349</c:v>
                </c:pt>
                <c:pt idx="2609" c:formatCode="yyyy/m/d">
                  <c:v>45350</c:v>
                </c:pt>
                <c:pt idx="2610" c:formatCode="yyyy/m/d">
                  <c:v>45351</c:v>
                </c:pt>
                <c:pt idx="2611" c:formatCode="yyyy/m/d">
                  <c:v>45352</c:v>
                </c:pt>
                <c:pt idx="2612" c:formatCode="yyyy/m/d">
                  <c:v>45355</c:v>
                </c:pt>
                <c:pt idx="2613" c:formatCode="yyyy/m/d">
                  <c:v>45356</c:v>
                </c:pt>
                <c:pt idx="2614" c:formatCode="yyyy/m/d">
                  <c:v>45357</c:v>
                </c:pt>
                <c:pt idx="2615" c:formatCode="yyyy/m/d">
                  <c:v>45358</c:v>
                </c:pt>
                <c:pt idx="2616" c:formatCode="yyyy/m/d">
                  <c:v>45359</c:v>
                </c:pt>
                <c:pt idx="2617" c:formatCode="yyyy/m/d">
                  <c:v>45362</c:v>
                </c:pt>
                <c:pt idx="2618" c:formatCode="yyyy/m/d">
                  <c:v>45363</c:v>
                </c:pt>
                <c:pt idx="2619" c:formatCode="yyyy/m/d">
                  <c:v>45364</c:v>
                </c:pt>
                <c:pt idx="2620" c:formatCode="yyyy/m/d">
                  <c:v>45365</c:v>
                </c:pt>
                <c:pt idx="2621" c:formatCode="yyyy/m/d">
                  <c:v>45366</c:v>
                </c:pt>
                <c:pt idx="2622" c:formatCode="yyyy/m/d">
                  <c:v>45369</c:v>
                </c:pt>
                <c:pt idx="2623" c:formatCode="yyyy/m/d">
                  <c:v>45370</c:v>
                </c:pt>
                <c:pt idx="2624" c:formatCode="yyyy/m/d">
                  <c:v>45371</c:v>
                </c:pt>
                <c:pt idx="2625" c:formatCode="yyyy/m/d">
                  <c:v>45372</c:v>
                </c:pt>
                <c:pt idx="2626" c:formatCode="yyyy/m/d">
                  <c:v>45373</c:v>
                </c:pt>
                <c:pt idx="2627" c:formatCode="yyyy/m/d">
                  <c:v>45376</c:v>
                </c:pt>
                <c:pt idx="2628" c:formatCode="yyyy/m/d">
                  <c:v>45377</c:v>
                </c:pt>
                <c:pt idx="2629" c:formatCode="yyyy/m/d">
                  <c:v>45378</c:v>
                </c:pt>
                <c:pt idx="2630" c:formatCode="yyyy/m/d">
                  <c:v>45379</c:v>
                </c:pt>
                <c:pt idx="2631" c:formatCode="yyyy/m/d">
                  <c:v>45380</c:v>
                </c:pt>
                <c:pt idx="2632" c:formatCode="yyyy/m/d">
                  <c:v>45383</c:v>
                </c:pt>
                <c:pt idx="2633" c:formatCode="yyyy/m/d">
                  <c:v>45384</c:v>
                </c:pt>
                <c:pt idx="2634" c:formatCode="yyyy/m/d">
                  <c:v>45385</c:v>
                </c:pt>
                <c:pt idx="2635" c:formatCode="yyyy/m/d">
                  <c:v>45390</c:v>
                </c:pt>
                <c:pt idx="2636" c:formatCode="yyyy/m/d">
                  <c:v>45391</c:v>
                </c:pt>
                <c:pt idx="2637" c:formatCode="yyyy/m/d">
                  <c:v>45392</c:v>
                </c:pt>
                <c:pt idx="2638" c:formatCode="yyyy/m/d">
                  <c:v>45393</c:v>
                </c:pt>
                <c:pt idx="2639" c:formatCode="yyyy/m/d">
                  <c:v>45394</c:v>
                </c:pt>
                <c:pt idx="2640" c:formatCode="yyyy/m/d">
                  <c:v>45397</c:v>
                </c:pt>
                <c:pt idx="2641" c:formatCode="yyyy/m/d">
                  <c:v>45398</c:v>
                </c:pt>
                <c:pt idx="2642" c:formatCode="yyyy/m/d">
                  <c:v>45399</c:v>
                </c:pt>
                <c:pt idx="2643" c:formatCode="yyyy/m/d">
                  <c:v>45400</c:v>
                </c:pt>
                <c:pt idx="2644" c:formatCode="yyyy/m/d">
                  <c:v>45401</c:v>
                </c:pt>
                <c:pt idx="2645" c:formatCode="yyyy/m/d">
                  <c:v>45404</c:v>
                </c:pt>
                <c:pt idx="2646" c:formatCode="yyyy/m/d">
                  <c:v>45405</c:v>
                </c:pt>
                <c:pt idx="2647" c:formatCode="yyyy/m/d">
                  <c:v>45406</c:v>
                </c:pt>
                <c:pt idx="2648" c:formatCode="yyyy/m/d">
                  <c:v>45407</c:v>
                </c:pt>
                <c:pt idx="2649" c:formatCode="yyyy/m/d">
                  <c:v>45408</c:v>
                </c:pt>
                <c:pt idx="2650" c:formatCode="yyyy/m/d">
                  <c:v>45411</c:v>
                </c:pt>
                <c:pt idx="2651" c:formatCode="yyyy/m/d">
                  <c:v>45412</c:v>
                </c:pt>
                <c:pt idx="2652" c:formatCode="yyyy/m/d">
                  <c:v>45418</c:v>
                </c:pt>
                <c:pt idx="2653" c:formatCode="yyyy/m/d">
                  <c:v>45419</c:v>
                </c:pt>
                <c:pt idx="2654" c:formatCode="yyyy/m/d">
                  <c:v>45420</c:v>
                </c:pt>
                <c:pt idx="2655" c:formatCode="yyyy/m/d">
                  <c:v>45421</c:v>
                </c:pt>
                <c:pt idx="2656" c:formatCode="yyyy/m/d">
                  <c:v>45422</c:v>
                </c:pt>
                <c:pt idx="2657" c:formatCode="yyyy/m/d">
                  <c:v>45425</c:v>
                </c:pt>
                <c:pt idx="2658" c:formatCode="yyyy/m/d">
                  <c:v>45426</c:v>
                </c:pt>
                <c:pt idx="2659" c:formatCode="yyyy/m/d">
                  <c:v>45427</c:v>
                </c:pt>
                <c:pt idx="2660" c:formatCode="yyyy/m/d">
                  <c:v>45428</c:v>
                </c:pt>
                <c:pt idx="2661" c:formatCode="yyyy/m/d">
                  <c:v>45429</c:v>
                </c:pt>
                <c:pt idx="2662" c:formatCode="yyyy/m/d">
                  <c:v>45432</c:v>
                </c:pt>
                <c:pt idx="2663" c:formatCode="yyyy/m/d">
                  <c:v>45433</c:v>
                </c:pt>
                <c:pt idx="2664" c:formatCode="yyyy/m/d">
                  <c:v>45434</c:v>
                </c:pt>
                <c:pt idx="2665" c:formatCode="yyyy/m/d">
                  <c:v>45435</c:v>
                </c:pt>
                <c:pt idx="2666" c:formatCode="yyyy/m/d">
                  <c:v>45436</c:v>
                </c:pt>
                <c:pt idx="2667" c:formatCode="yyyy/m/d">
                  <c:v>45439</c:v>
                </c:pt>
                <c:pt idx="2668" c:formatCode="yyyy/m/d">
                  <c:v>45440</c:v>
                </c:pt>
                <c:pt idx="2669" c:formatCode="yyyy/m/d">
                  <c:v>45441</c:v>
                </c:pt>
                <c:pt idx="2670" c:formatCode="yyyy/m/d">
                  <c:v>45442</c:v>
                </c:pt>
                <c:pt idx="2671" c:formatCode="yyyy/m/d">
                  <c:v>45443</c:v>
                </c:pt>
                <c:pt idx="2672" c:formatCode="yyyy/m/d">
                  <c:v>45446</c:v>
                </c:pt>
                <c:pt idx="2673" c:formatCode="yyyy/m/d">
                  <c:v>45447</c:v>
                </c:pt>
                <c:pt idx="2674" c:formatCode="yyyy/m/d">
                  <c:v>45448</c:v>
                </c:pt>
                <c:pt idx="2675" c:formatCode="yyyy/m/d">
                  <c:v>45449</c:v>
                </c:pt>
                <c:pt idx="2676" c:formatCode="yyyy/m/d">
                  <c:v>45450</c:v>
                </c:pt>
                <c:pt idx="2677" c:formatCode="yyyy/m/d">
                  <c:v>45454</c:v>
                </c:pt>
                <c:pt idx="2678" c:formatCode="yyyy/m/d">
                  <c:v>45455</c:v>
                </c:pt>
                <c:pt idx="2679" c:formatCode="yyyy/m/d">
                  <c:v>45456</c:v>
                </c:pt>
                <c:pt idx="2680" c:formatCode="yyyy/m/d">
                  <c:v>45457</c:v>
                </c:pt>
                <c:pt idx="2681" c:formatCode="yyyy/m/d">
                  <c:v>45460</c:v>
                </c:pt>
                <c:pt idx="2682" c:formatCode="yyyy/m/d">
                  <c:v>45461</c:v>
                </c:pt>
                <c:pt idx="2683" c:formatCode="yyyy/m/d">
                  <c:v>45462</c:v>
                </c:pt>
                <c:pt idx="2684" c:formatCode="yyyy/m/d">
                  <c:v>45463</c:v>
                </c:pt>
                <c:pt idx="2685" c:formatCode="yyyy/m/d">
                  <c:v>45464</c:v>
                </c:pt>
                <c:pt idx="2686" c:formatCode="yyyy/m/d">
                  <c:v>45467</c:v>
                </c:pt>
                <c:pt idx="2687" c:formatCode="yyyy/m/d">
                  <c:v>45468</c:v>
                </c:pt>
                <c:pt idx="2688" c:formatCode="yyyy/m/d">
                  <c:v>45469</c:v>
                </c:pt>
                <c:pt idx="2689" c:formatCode="yyyy/m/d">
                  <c:v>45470</c:v>
                </c:pt>
                <c:pt idx="2690" c:formatCode="yyyy/m/d">
                  <c:v>45471</c:v>
                </c:pt>
                <c:pt idx="2691" c:formatCode="yyyy/m/d">
                  <c:v>45474</c:v>
                </c:pt>
                <c:pt idx="2692" c:formatCode="yyyy/m/d">
                  <c:v>45475</c:v>
                </c:pt>
                <c:pt idx="2693" c:formatCode="yyyy/m/d">
                  <c:v>45476</c:v>
                </c:pt>
                <c:pt idx="2694" c:formatCode="yyyy/m/d">
                  <c:v>45477</c:v>
                </c:pt>
                <c:pt idx="2695" c:formatCode="yyyy/m/d">
                  <c:v>45478</c:v>
                </c:pt>
                <c:pt idx="2696" c:formatCode="yyyy/m/d">
                  <c:v>45481</c:v>
                </c:pt>
                <c:pt idx="2697" c:formatCode="yyyy/m/d">
                  <c:v>45482</c:v>
                </c:pt>
                <c:pt idx="2698" c:formatCode="yyyy/m/d">
                  <c:v>45483</c:v>
                </c:pt>
                <c:pt idx="2699" c:formatCode="yyyy/m/d">
                  <c:v>45484</c:v>
                </c:pt>
                <c:pt idx="2700" c:formatCode="yyyy/m/d">
                  <c:v>45485</c:v>
                </c:pt>
                <c:pt idx="2701" c:formatCode="yyyy/m/d">
                  <c:v>45488</c:v>
                </c:pt>
                <c:pt idx="2702" c:formatCode="yyyy/m/d">
                  <c:v>45489</c:v>
                </c:pt>
                <c:pt idx="2703" c:formatCode="yyyy/m/d">
                  <c:v>45490</c:v>
                </c:pt>
                <c:pt idx="2704" c:formatCode="yyyy/m/d">
                  <c:v>45491</c:v>
                </c:pt>
                <c:pt idx="2705" c:formatCode="yyyy/m/d">
                  <c:v>45492</c:v>
                </c:pt>
                <c:pt idx="2706" c:formatCode="yyyy/m/d">
                  <c:v>45495</c:v>
                </c:pt>
                <c:pt idx="2707" c:formatCode="yyyy/m/d">
                  <c:v>45496</c:v>
                </c:pt>
                <c:pt idx="2708" c:formatCode="yyyy/m/d">
                  <c:v>45497</c:v>
                </c:pt>
                <c:pt idx="2709" c:formatCode="yyyy/m/d">
                  <c:v>45498</c:v>
                </c:pt>
                <c:pt idx="2710" c:formatCode="yyyy/m/d">
                  <c:v>45499</c:v>
                </c:pt>
                <c:pt idx="2711" c:formatCode="yyyy/m/d">
                  <c:v>45502</c:v>
                </c:pt>
                <c:pt idx="2712" c:formatCode="yyyy/m/d">
                  <c:v>45503</c:v>
                </c:pt>
                <c:pt idx="2713" c:formatCode="yyyy/m/d">
                  <c:v>45504</c:v>
                </c:pt>
                <c:pt idx="2714" c:formatCode="yyyy/m/d">
                  <c:v>45505</c:v>
                </c:pt>
                <c:pt idx="2715" c:formatCode="yyyy/m/d">
                  <c:v>45506</c:v>
                </c:pt>
                <c:pt idx="2716" c:formatCode="yyyy/m/d">
                  <c:v>45509</c:v>
                </c:pt>
                <c:pt idx="2717" c:formatCode="yyyy/m/d">
                  <c:v>45510</c:v>
                </c:pt>
                <c:pt idx="2718" c:formatCode="yyyy/m/d">
                  <c:v>45511</c:v>
                </c:pt>
                <c:pt idx="2719" c:formatCode="yyyy/m/d">
                  <c:v>45512</c:v>
                </c:pt>
                <c:pt idx="2720" c:formatCode="yyyy/m/d">
                  <c:v>45513</c:v>
                </c:pt>
                <c:pt idx="2721" c:formatCode="yyyy/m/d">
                  <c:v>45516</c:v>
                </c:pt>
                <c:pt idx="2722" c:formatCode="yyyy/m/d">
                  <c:v>45517</c:v>
                </c:pt>
                <c:pt idx="2723" c:formatCode="yyyy/m/d">
                  <c:v>45518</c:v>
                </c:pt>
                <c:pt idx="2724" c:formatCode="yyyy/m/d">
                  <c:v>45519</c:v>
                </c:pt>
                <c:pt idx="2725" c:formatCode="yyyy/m/d">
                  <c:v>45520</c:v>
                </c:pt>
                <c:pt idx="2726" c:formatCode="yyyy/m/d">
                  <c:v>45523</c:v>
                </c:pt>
                <c:pt idx="2727" c:formatCode="yyyy/m/d">
                  <c:v>45524</c:v>
                </c:pt>
                <c:pt idx="2728" c:formatCode="yyyy/m/d">
                  <c:v>45525</c:v>
                </c:pt>
                <c:pt idx="2729" c:formatCode="yyyy/m/d">
                  <c:v>45526</c:v>
                </c:pt>
                <c:pt idx="2730" c:formatCode="yyyy/m/d">
                  <c:v>45527</c:v>
                </c:pt>
                <c:pt idx="2731" c:formatCode="yyyy/m/d">
                  <c:v>45530</c:v>
                </c:pt>
                <c:pt idx="2732" c:formatCode="yyyy/m/d">
                  <c:v>45531</c:v>
                </c:pt>
                <c:pt idx="2733" c:formatCode="yyyy/m/d">
                  <c:v>45532</c:v>
                </c:pt>
                <c:pt idx="2734" c:formatCode="yyyy/m/d">
                  <c:v>45533</c:v>
                </c:pt>
                <c:pt idx="2735" c:formatCode="yyyy/m/d">
                  <c:v>45534</c:v>
                </c:pt>
                <c:pt idx="2736" c:formatCode="yyyy/m/d">
                  <c:v>45537</c:v>
                </c:pt>
                <c:pt idx="2737" c:formatCode="yyyy/m/d">
                  <c:v>45538</c:v>
                </c:pt>
                <c:pt idx="2738" c:formatCode="yyyy/m/d">
                  <c:v>45539</c:v>
                </c:pt>
                <c:pt idx="2739" c:formatCode="yyyy/m/d">
                  <c:v>45540</c:v>
                </c:pt>
                <c:pt idx="2740" c:formatCode="yyyy/m/d">
                  <c:v>45541</c:v>
                </c:pt>
                <c:pt idx="2741" c:formatCode="yyyy/m/d">
                  <c:v>45544</c:v>
                </c:pt>
                <c:pt idx="2742" c:formatCode="yyyy/m/d">
                  <c:v>45545</c:v>
                </c:pt>
                <c:pt idx="2743" c:formatCode="yyyy/m/d">
                  <c:v>45546</c:v>
                </c:pt>
                <c:pt idx="2744" c:formatCode="yyyy/m/d">
                  <c:v>45547</c:v>
                </c:pt>
                <c:pt idx="2745" c:formatCode="yyyy/m/d">
                  <c:v>45548</c:v>
                </c:pt>
                <c:pt idx="2746" c:formatCode="yyyy/m/d">
                  <c:v>45553</c:v>
                </c:pt>
                <c:pt idx="2747" c:formatCode="yyyy/m/d">
                  <c:v>45554</c:v>
                </c:pt>
                <c:pt idx="2748" c:formatCode="yyyy/m/d">
                  <c:v>45555</c:v>
                </c:pt>
                <c:pt idx="2749" c:formatCode="yyyy/m/d">
                  <c:v>45558</c:v>
                </c:pt>
                <c:pt idx="2750" c:formatCode="yyyy/m/d">
                  <c:v>45559</c:v>
                </c:pt>
                <c:pt idx="2751" c:formatCode="yyyy/m/d">
                  <c:v>45560</c:v>
                </c:pt>
                <c:pt idx="2752" c:formatCode="yyyy/m/d">
                  <c:v>45561</c:v>
                </c:pt>
                <c:pt idx="2753" c:formatCode="yyyy/m/d">
                  <c:v>45562</c:v>
                </c:pt>
                <c:pt idx="2754" c:formatCode="yyyy/m/d">
                  <c:v>45565</c:v>
                </c:pt>
                <c:pt idx="2755" c:formatCode="yyyy/m/d">
                  <c:v>45573</c:v>
                </c:pt>
                <c:pt idx="2756" c:formatCode="yyyy/m/d">
                  <c:v>45574</c:v>
                </c:pt>
                <c:pt idx="2757" c:formatCode="yyyy/m/d">
                  <c:v>45575</c:v>
                </c:pt>
                <c:pt idx="2758" c:formatCode="yyyy/m/d">
                  <c:v>45576</c:v>
                </c:pt>
                <c:pt idx="2759" c:formatCode="yyyy/m/d">
                  <c:v>45579</c:v>
                </c:pt>
                <c:pt idx="2760" c:formatCode="yyyy/m/d">
                  <c:v>45580</c:v>
                </c:pt>
                <c:pt idx="2761" c:formatCode="yyyy/m/d">
                  <c:v>45581</c:v>
                </c:pt>
                <c:pt idx="2762" c:formatCode="yyyy/m/d">
                  <c:v>45582</c:v>
                </c:pt>
                <c:pt idx="2763" c:formatCode="yyyy/m/d">
                  <c:v>45583</c:v>
                </c:pt>
                <c:pt idx="2764" c:formatCode="yyyy/m/d">
                  <c:v>45586</c:v>
                </c:pt>
                <c:pt idx="2765" c:formatCode="yyyy/m/d">
                  <c:v>45587</c:v>
                </c:pt>
                <c:pt idx="2766" c:formatCode="yyyy/m/d">
                  <c:v>45588</c:v>
                </c:pt>
                <c:pt idx="2767" c:formatCode="yyyy/m/d">
                  <c:v>45589</c:v>
                </c:pt>
                <c:pt idx="2768" c:formatCode="yyyy/m/d">
                  <c:v>45590</c:v>
                </c:pt>
                <c:pt idx="2769" c:formatCode="yyyy/m/d">
                  <c:v>45593</c:v>
                </c:pt>
                <c:pt idx="2770" c:formatCode="yyyy/m/d">
                  <c:v>45594</c:v>
                </c:pt>
                <c:pt idx="2771" c:formatCode="yyyy/m/d">
                  <c:v>45595</c:v>
                </c:pt>
                <c:pt idx="2772" c:formatCode="yyyy/m/d">
                  <c:v>45596</c:v>
                </c:pt>
                <c:pt idx="2773" c:formatCode="yyyy/m/d">
                  <c:v>45597</c:v>
                </c:pt>
                <c:pt idx="2774" c:formatCode="yyyy/m/d">
                  <c:v>45600</c:v>
                </c:pt>
                <c:pt idx="2775" c:formatCode="yyyy/m/d">
                  <c:v>45601</c:v>
                </c:pt>
                <c:pt idx="2776" c:formatCode="yyyy/m/d">
                  <c:v>45602</c:v>
                </c:pt>
                <c:pt idx="2777" c:formatCode="yyyy/m/d">
                  <c:v>45603</c:v>
                </c:pt>
                <c:pt idx="2778" c:formatCode="yyyy/m/d">
                  <c:v>45604</c:v>
                </c:pt>
                <c:pt idx="2779" c:formatCode="yyyy/m/d">
                  <c:v>45607</c:v>
                </c:pt>
                <c:pt idx="2780" c:formatCode="yyyy/m/d">
                  <c:v>45608</c:v>
                </c:pt>
                <c:pt idx="2781" c:formatCode="yyyy/m/d">
                  <c:v>45609</c:v>
                </c:pt>
                <c:pt idx="2782" c:formatCode="yyyy/m/d">
                  <c:v>45610</c:v>
                </c:pt>
                <c:pt idx="2783" c:formatCode="yyyy/m/d">
                  <c:v>45611</c:v>
                </c:pt>
                <c:pt idx="2784" c:formatCode="yyyy/m/d">
                  <c:v>45614</c:v>
                </c:pt>
                <c:pt idx="2785" c:formatCode="yyyy/m/d">
                  <c:v>45615</c:v>
                </c:pt>
                <c:pt idx="2786" c:formatCode="yyyy/m/d">
                  <c:v>45616</c:v>
                </c:pt>
                <c:pt idx="2787" c:formatCode="yyyy/m/d">
                  <c:v>45617</c:v>
                </c:pt>
                <c:pt idx="2788" c:formatCode="yyyy/m/d">
                  <c:v>45618</c:v>
                </c:pt>
                <c:pt idx="2789" c:formatCode="yyyy/m/d">
                  <c:v>45621</c:v>
                </c:pt>
                <c:pt idx="2790" c:formatCode="yyyy/m/d">
                  <c:v>45622</c:v>
                </c:pt>
                <c:pt idx="2791" c:formatCode="yyyy/m/d">
                  <c:v>45623</c:v>
                </c:pt>
                <c:pt idx="2792" c:formatCode="yyyy/m/d">
                  <c:v>45624</c:v>
                </c:pt>
                <c:pt idx="2793" c:formatCode="yyyy/m/d">
                  <c:v>45625</c:v>
                </c:pt>
                <c:pt idx="2794" c:formatCode="yyyy/m/d">
                  <c:v>45628</c:v>
                </c:pt>
                <c:pt idx="2795" c:formatCode="yyyy/m/d">
                  <c:v>45629</c:v>
                </c:pt>
                <c:pt idx="2796" c:formatCode="yyyy/m/d">
                  <c:v>45630</c:v>
                </c:pt>
                <c:pt idx="2797" c:formatCode="yyyy/m/d">
                  <c:v>45631</c:v>
                </c:pt>
                <c:pt idx="2798" c:formatCode="yyyy/m/d">
                  <c:v>45632</c:v>
                </c:pt>
                <c:pt idx="2799" c:formatCode="yyyy/m/d">
                  <c:v>45635</c:v>
                </c:pt>
                <c:pt idx="2800" c:formatCode="yyyy/m/d">
                  <c:v>45636</c:v>
                </c:pt>
                <c:pt idx="2801" c:formatCode="yyyy/m/d">
                  <c:v>45637</c:v>
                </c:pt>
                <c:pt idx="2802" c:formatCode="yyyy/m/d">
                  <c:v>45638</c:v>
                </c:pt>
              </c:numCache>
            </c:numRef>
          </c:cat>
          <c:val>
            <c:numRef>
              <c:f>Sheet1!$C$2:$C$2804</c:f>
              <c:numCache>
                <c:formatCode>0.00%</c:formatCode>
                <c:ptCount val="280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9.9999999999989e-5</c:v>
                </c:pt>
                <c:pt idx="4">
                  <c:v>0.000199999999999978</c:v>
                </c:pt>
                <c:pt idx="5">
                  <c:v>0.000199999999999978</c:v>
                </c:pt>
                <c:pt idx="6">
                  <c:v>0.000199999999999978</c:v>
                </c:pt>
                <c:pt idx="7">
                  <c:v>0.000199999999999978</c:v>
                </c:pt>
                <c:pt idx="8">
                  <c:v>0.000199999999999978</c:v>
                </c:pt>
                <c:pt idx="9">
                  <c:v>0.000299999999999967</c:v>
                </c:pt>
                <c:pt idx="10">
                  <c:v>0.000299999999999967</c:v>
                </c:pt>
                <c:pt idx="11">
                  <c:v>0.000599999999999934</c:v>
                </c:pt>
                <c:pt idx="12">
                  <c:v>0.000599999999999934</c:v>
                </c:pt>
                <c:pt idx="13">
                  <c:v>0.000599999999999934</c:v>
                </c:pt>
                <c:pt idx="14">
                  <c:v>0.000599999999999934</c:v>
                </c:pt>
                <c:pt idx="15">
                  <c:v>0.000699999999999923</c:v>
                </c:pt>
                <c:pt idx="16">
                  <c:v>0.000699999999999923</c:v>
                </c:pt>
                <c:pt idx="17">
                  <c:v>0.000699999999999923</c:v>
                </c:pt>
                <c:pt idx="18">
                  <c:v>0.000599999999999934</c:v>
                </c:pt>
                <c:pt idx="19">
                  <c:v>0.000799999999999912</c:v>
                </c:pt>
                <c:pt idx="20">
                  <c:v>0.00099999999999989</c:v>
                </c:pt>
                <c:pt idx="21">
                  <c:v>0.00120000000000009</c:v>
                </c:pt>
                <c:pt idx="22">
                  <c:v>0.0011000000000001</c:v>
                </c:pt>
                <c:pt idx="23">
                  <c:v>0.00120000000000009</c:v>
                </c:pt>
                <c:pt idx="24">
                  <c:v>0.0011000000000001</c:v>
                </c:pt>
                <c:pt idx="25">
                  <c:v>0.00160000000000005</c:v>
                </c:pt>
                <c:pt idx="26">
                  <c:v>0.00170000000000003</c:v>
                </c:pt>
                <c:pt idx="27">
                  <c:v>0.00180000000000002</c:v>
                </c:pt>
                <c:pt idx="28">
                  <c:v>0.00170000000000003</c:v>
                </c:pt>
                <c:pt idx="29">
                  <c:v>0.00180000000000002</c:v>
                </c:pt>
                <c:pt idx="30">
                  <c:v>0.002</c:v>
                </c:pt>
                <c:pt idx="31">
                  <c:v>0.00229999999999997</c:v>
                </c:pt>
                <c:pt idx="32">
                  <c:v>0.00229999999999997</c:v>
                </c:pt>
                <c:pt idx="33">
                  <c:v>0.00229999999999997</c:v>
                </c:pt>
                <c:pt idx="34">
                  <c:v>0.00249999999999995</c:v>
                </c:pt>
                <c:pt idx="35">
                  <c:v>0.00279999999999991</c:v>
                </c:pt>
                <c:pt idx="36">
                  <c:v>0.0028999999999999</c:v>
                </c:pt>
                <c:pt idx="37">
                  <c:v>0.00330000000000008</c:v>
                </c:pt>
                <c:pt idx="38">
                  <c:v>0.00370000000000004</c:v>
                </c:pt>
                <c:pt idx="39">
                  <c:v>0.00409999999999999</c:v>
                </c:pt>
                <c:pt idx="40">
                  <c:v>0.00429999999999997</c:v>
                </c:pt>
                <c:pt idx="41">
                  <c:v>0.00429999999999997</c:v>
                </c:pt>
                <c:pt idx="42">
                  <c:v>0.00449999999999995</c:v>
                </c:pt>
                <c:pt idx="43">
                  <c:v>0.00469999999999993</c:v>
                </c:pt>
                <c:pt idx="44">
                  <c:v>0.00469999999999993</c:v>
                </c:pt>
                <c:pt idx="45">
                  <c:v>0.0051000000000001</c:v>
                </c:pt>
                <c:pt idx="46">
                  <c:v>0.00540000000000007</c:v>
                </c:pt>
                <c:pt idx="47">
                  <c:v>0.00550000000000006</c:v>
                </c:pt>
                <c:pt idx="48">
                  <c:v>0.00560000000000005</c:v>
                </c:pt>
                <c:pt idx="49">
                  <c:v>0.00540000000000007</c:v>
                </c:pt>
                <c:pt idx="50">
                  <c:v>0.00580000000000003</c:v>
                </c:pt>
                <c:pt idx="51">
                  <c:v>0.00609999999999999</c:v>
                </c:pt>
                <c:pt idx="52">
                  <c:v>0.00590000000000002</c:v>
                </c:pt>
                <c:pt idx="53">
                  <c:v>0.00619999999999998</c:v>
                </c:pt>
                <c:pt idx="54">
                  <c:v>0.00639999999999996</c:v>
                </c:pt>
                <c:pt idx="55">
                  <c:v>0.00659999999999994</c:v>
                </c:pt>
                <c:pt idx="56">
                  <c:v>0.00710000000000011</c:v>
                </c:pt>
                <c:pt idx="57">
                  <c:v>0.0072000000000001</c:v>
                </c:pt>
                <c:pt idx="58">
                  <c:v>0.00750000000000006</c:v>
                </c:pt>
                <c:pt idx="59">
                  <c:v>0.00770000000000004</c:v>
                </c:pt>
                <c:pt idx="60">
                  <c:v>0.00819999999999999</c:v>
                </c:pt>
                <c:pt idx="61">
                  <c:v>0.00829999999999997</c:v>
                </c:pt>
                <c:pt idx="62">
                  <c:v>0.00839999999999996</c:v>
                </c:pt>
                <c:pt idx="63">
                  <c:v>0.00859999999999994</c:v>
                </c:pt>
                <c:pt idx="64">
                  <c:v>0.00889999999999991</c:v>
                </c:pt>
                <c:pt idx="65">
                  <c:v>0.0092000000000001</c:v>
                </c:pt>
                <c:pt idx="66">
                  <c:v>0.00930000000000009</c:v>
                </c:pt>
                <c:pt idx="67">
                  <c:v>0.00930000000000009</c:v>
                </c:pt>
                <c:pt idx="68">
                  <c:v>0.00950000000000006</c:v>
                </c:pt>
                <c:pt idx="69">
                  <c:v>0.00970000000000004</c:v>
                </c:pt>
                <c:pt idx="70">
                  <c:v>0.01</c:v>
                </c:pt>
                <c:pt idx="71">
                  <c:v>0.00990000000000002</c:v>
                </c:pt>
                <c:pt idx="72">
                  <c:v>0.0102</c:v>
                </c:pt>
                <c:pt idx="73">
                  <c:v>0.0106999999999999</c:v>
                </c:pt>
                <c:pt idx="74">
                  <c:v>0.0108999999999999</c:v>
                </c:pt>
                <c:pt idx="75">
                  <c:v>0.0111000000000001</c:v>
                </c:pt>
                <c:pt idx="76">
                  <c:v>0.0112000000000001</c:v>
                </c:pt>
                <c:pt idx="77">
                  <c:v>0.0113000000000001</c:v>
                </c:pt>
                <c:pt idx="78">
                  <c:v>0.012</c:v>
                </c:pt>
                <c:pt idx="79">
                  <c:v>0.0128999999999999</c:v>
                </c:pt>
                <c:pt idx="80">
                  <c:v>0.0129999999999999</c:v>
                </c:pt>
                <c:pt idx="81">
                  <c:v>0.0132000000000001</c:v>
                </c:pt>
                <c:pt idx="82">
                  <c:v>0.0135000000000001</c:v>
                </c:pt>
                <c:pt idx="83">
                  <c:v>0.0138</c:v>
                </c:pt>
                <c:pt idx="84">
                  <c:v>0.0141</c:v>
                </c:pt>
                <c:pt idx="85">
                  <c:v>0.0141</c:v>
                </c:pt>
                <c:pt idx="86">
                  <c:v>0.0142</c:v>
                </c:pt>
                <c:pt idx="87">
                  <c:v>0.0144</c:v>
                </c:pt>
                <c:pt idx="88">
                  <c:v>0.0146999999999999</c:v>
                </c:pt>
                <c:pt idx="89">
                  <c:v>0.0146999999999999</c:v>
                </c:pt>
                <c:pt idx="90">
                  <c:v>0.0148999999999999</c:v>
                </c:pt>
                <c:pt idx="91">
                  <c:v>0.0148999999999999</c:v>
                </c:pt>
                <c:pt idx="92">
                  <c:v>0.0148999999999999</c:v>
                </c:pt>
                <c:pt idx="93">
                  <c:v>0.0152000000000001</c:v>
                </c:pt>
                <c:pt idx="94">
                  <c:v>0.0153000000000001</c:v>
                </c:pt>
                <c:pt idx="95">
                  <c:v>0.0154000000000001</c:v>
                </c:pt>
                <c:pt idx="96">
                  <c:v>0.0155000000000001</c:v>
                </c:pt>
                <c:pt idx="97">
                  <c:v>0.0156000000000001</c:v>
                </c:pt>
                <c:pt idx="98">
                  <c:v>0.016</c:v>
                </c:pt>
                <c:pt idx="99">
                  <c:v>0.0162</c:v>
                </c:pt>
                <c:pt idx="100">
                  <c:v>0.0163</c:v>
                </c:pt>
                <c:pt idx="101">
                  <c:v>0.0164</c:v>
                </c:pt>
                <c:pt idx="102">
                  <c:v>0.0165999999999999</c:v>
                </c:pt>
                <c:pt idx="103">
                  <c:v>0.0167999999999999</c:v>
                </c:pt>
                <c:pt idx="104">
                  <c:v>0.0169999999999999</c:v>
                </c:pt>
                <c:pt idx="105">
                  <c:v>0.0169999999999999</c:v>
                </c:pt>
                <c:pt idx="106">
                  <c:v>0.0170999999999999</c:v>
                </c:pt>
                <c:pt idx="107">
                  <c:v>0.0172000000000001</c:v>
                </c:pt>
                <c:pt idx="108">
                  <c:v>0.0175000000000001</c:v>
                </c:pt>
                <c:pt idx="109">
                  <c:v>0.0176000000000001</c:v>
                </c:pt>
                <c:pt idx="110">
                  <c:v>0.0176000000000001</c:v>
                </c:pt>
                <c:pt idx="111">
                  <c:v>0.0178</c:v>
                </c:pt>
                <c:pt idx="112">
                  <c:v>0.0179</c:v>
                </c:pt>
                <c:pt idx="113">
                  <c:v>0.0184</c:v>
                </c:pt>
                <c:pt idx="114">
                  <c:v>0.0184</c:v>
                </c:pt>
                <c:pt idx="115">
                  <c:v>0.0185</c:v>
                </c:pt>
                <c:pt idx="116">
                  <c:v>0.0185999999999999</c:v>
                </c:pt>
                <c:pt idx="117">
                  <c:v>0.0186999999999999</c:v>
                </c:pt>
                <c:pt idx="118">
                  <c:v>0.0190999999999999</c:v>
                </c:pt>
                <c:pt idx="119">
                  <c:v>0.0192000000000001</c:v>
                </c:pt>
                <c:pt idx="120">
                  <c:v>0.0195000000000001</c:v>
                </c:pt>
                <c:pt idx="121">
                  <c:v>0.0196000000000001</c:v>
                </c:pt>
                <c:pt idx="122">
                  <c:v>0.0197000000000001</c:v>
                </c:pt>
                <c:pt idx="123">
                  <c:v>0.0201</c:v>
                </c:pt>
                <c:pt idx="124">
                  <c:v>0.0202</c:v>
                </c:pt>
                <c:pt idx="125">
                  <c:v>0.0203</c:v>
                </c:pt>
                <c:pt idx="126">
                  <c:v>0.0204</c:v>
                </c:pt>
                <c:pt idx="127">
                  <c:v>0.0206</c:v>
                </c:pt>
                <c:pt idx="128">
                  <c:v>0.0209999999999999</c:v>
                </c:pt>
                <c:pt idx="129">
                  <c:v>0.0210999999999999</c:v>
                </c:pt>
                <c:pt idx="130">
                  <c:v>0.0212000000000001</c:v>
                </c:pt>
                <c:pt idx="131">
                  <c:v>0.0210999999999999</c:v>
                </c:pt>
                <c:pt idx="132">
                  <c:v>0.0212000000000001</c:v>
                </c:pt>
                <c:pt idx="133">
                  <c:v>0.0215000000000001</c:v>
                </c:pt>
                <c:pt idx="134">
                  <c:v>0.0218</c:v>
                </c:pt>
                <c:pt idx="135">
                  <c:v>0.0218</c:v>
                </c:pt>
                <c:pt idx="136">
                  <c:v>0.022</c:v>
                </c:pt>
                <c:pt idx="137">
                  <c:v>0.0221</c:v>
                </c:pt>
                <c:pt idx="138">
                  <c:v>0.0224</c:v>
                </c:pt>
                <c:pt idx="139">
                  <c:v>0.0226999999999999</c:v>
                </c:pt>
                <c:pt idx="140">
                  <c:v>0.0230999999999999</c:v>
                </c:pt>
                <c:pt idx="141">
                  <c:v>0.0233000000000001</c:v>
                </c:pt>
                <c:pt idx="142">
                  <c:v>0.0235000000000001</c:v>
                </c:pt>
                <c:pt idx="143">
                  <c:v>0.0235000000000001</c:v>
                </c:pt>
                <c:pt idx="144">
                  <c:v>0.0239</c:v>
                </c:pt>
                <c:pt idx="145">
                  <c:v>0.0239</c:v>
                </c:pt>
                <c:pt idx="146">
                  <c:v>0.0241</c:v>
                </c:pt>
                <c:pt idx="147">
                  <c:v>0.0245</c:v>
                </c:pt>
                <c:pt idx="148">
                  <c:v>0.0246</c:v>
                </c:pt>
                <c:pt idx="149">
                  <c:v>0.0247999999999999</c:v>
                </c:pt>
                <c:pt idx="150">
                  <c:v>0.0248999999999999</c:v>
                </c:pt>
                <c:pt idx="151">
                  <c:v>0.0249999999999999</c:v>
                </c:pt>
                <c:pt idx="152">
                  <c:v>0.0253000000000001</c:v>
                </c:pt>
                <c:pt idx="153">
                  <c:v>0.0253000000000001</c:v>
                </c:pt>
                <c:pt idx="154">
                  <c:v>0.0253000000000001</c:v>
                </c:pt>
                <c:pt idx="155">
                  <c:v>0.0256000000000001</c:v>
                </c:pt>
                <c:pt idx="156">
                  <c:v>0.0259</c:v>
                </c:pt>
                <c:pt idx="157">
                  <c:v>0.0266999999999999</c:v>
                </c:pt>
                <c:pt idx="158">
                  <c:v>0.0267999999999999</c:v>
                </c:pt>
                <c:pt idx="159">
                  <c:v>0.0268999999999999</c:v>
                </c:pt>
                <c:pt idx="160">
                  <c:v>0.0273000000000001</c:v>
                </c:pt>
                <c:pt idx="161">
                  <c:v>0.0286</c:v>
                </c:pt>
                <c:pt idx="162">
                  <c:v>0.0290999999999999</c:v>
                </c:pt>
                <c:pt idx="163">
                  <c:v>0.0290999999999999</c:v>
                </c:pt>
                <c:pt idx="164">
                  <c:v>0.0294000000000001</c:v>
                </c:pt>
                <c:pt idx="165">
                  <c:v>0.0295000000000001</c:v>
                </c:pt>
                <c:pt idx="166">
                  <c:v>0.0299</c:v>
                </c:pt>
                <c:pt idx="167">
                  <c:v>0.0304</c:v>
                </c:pt>
                <c:pt idx="168">
                  <c:v>0.0306</c:v>
                </c:pt>
                <c:pt idx="169">
                  <c:v>0.0307999999999999</c:v>
                </c:pt>
                <c:pt idx="170">
                  <c:v>0.0309999999999999</c:v>
                </c:pt>
                <c:pt idx="171">
                  <c:v>0.0313000000000001</c:v>
                </c:pt>
                <c:pt idx="172">
                  <c:v>0.0317000000000001</c:v>
                </c:pt>
                <c:pt idx="173">
                  <c:v>0.0319</c:v>
                </c:pt>
                <c:pt idx="174">
                  <c:v>0.032</c:v>
                </c:pt>
                <c:pt idx="175">
                  <c:v>0.0321</c:v>
                </c:pt>
                <c:pt idx="176">
                  <c:v>0.0324</c:v>
                </c:pt>
                <c:pt idx="177">
                  <c:v>0.0327</c:v>
                </c:pt>
                <c:pt idx="178">
                  <c:v>0.0328999999999999</c:v>
                </c:pt>
                <c:pt idx="179">
                  <c:v>0.0328999999999999</c:v>
                </c:pt>
                <c:pt idx="180">
                  <c:v>0.0329999999999999</c:v>
                </c:pt>
                <c:pt idx="181">
                  <c:v>0.0331999999999999</c:v>
                </c:pt>
                <c:pt idx="182">
                  <c:v>0.0335000000000001</c:v>
                </c:pt>
                <c:pt idx="183">
                  <c:v>0.0337000000000001</c:v>
                </c:pt>
                <c:pt idx="184">
                  <c:v>0.0338000000000001</c:v>
                </c:pt>
                <c:pt idx="185">
                  <c:v>0.034</c:v>
                </c:pt>
                <c:pt idx="186">
                  <c:v>0.0341</c:v>
                </c:pt>
                <c:pt idx="187">
                  <c:v>0.0345</c:v>
                </c:pt>
                <c:pt idx="188">
                  <c:v>0.0347</c:v>
                </c:pt>
                <c:pt idx="189">
                  <c:v>0.0347999999999999</c:v>
                </c:pt>
                <c:pt idx="190">
                  <c:v>0.0348999999999999</c:v>
                </c:pt>
                <c:pt idx="191">
                  <c:v>0.0350999999999999</c:v>
                </c:pt>
                <c:pt idx="192">
                  <c:v>0.0355000000000001</c:v>
                </c:pt>
                <c:pt idx="193">
                  <c:v>0.0356000000000001</c:v>
                </c:pt>
                <c:pt idx="194">
                  <c:v>0.0357000000000001</c:v>
                </c:pt>
                <c:pt idx="195">
                  <c:v>0.0359</c:v>
                </c:pt>
                <c:pt idx="196">
                  <c:v>0.036</c:v>
                </c:pt>
                <c:pt idx="197">
                  <c:v>0.0365</c:v>
                </c:pt>
                <c:pt idx="198">
                  <c:v>0.0367</c:v>
                </c:pt>
                <c:pt idx="199">
                  <c:v>0.0367999999999999</c:v>
                </c:pt>
                <c:pt idx="200">
                  <c:v>0.0368999999999999</c:v>
                </c:pt>
                <c:pt idx="201">
                  <c:v>0.0370999999999999</c:v>
                </c:pt>
                <c:pt idx="202">
                  <c:v>0.0375000000000001</c:v>
                </c:pt>
                <c:pt idx="203">
                  <c:v>0.0377000000000001</c:v>
                </c:pt>
                <c:pt idx="204">
                  <c:v>0.0379</c:v>
                </c:pt>
                <c:pt idx="205">
                  <c:v>0.038</c:v>
                </c:pt>
                <c:pt idx="206">
                  <c:v>0.0383</c:v>
                </c:pt>
                <c:pt idx="207">
                  <c:v>0.0385</c:v>
                </c:pt>
                <c:pt idx="208">
                  <c:v>0.0387</c:v>
                </c:pt>
                <c:pt idx="209">
                  <c:v>0.0387999999999999</c:v>
                </c:pt>
                <c:pt idx="210">
                  <c:v>0.0390999999999999</c:v>
                </c:pt>
                <c:pt idx="211">
                  <c:v>0.0394000000000001</c:v>
                </c:pt>
                <c:pt idx="212">
                  <c:v>0.0396000000000001</c:v>
                </c:pt>
                <c:pt idx="213">
                  <c:v>0.0397000000000001</c:v>
                </c:pt>
                <c:pt idx="214">
                  <c:v>0.0398000000000001</c:v>
                </c:pt>
                <c:pt idx="215">
                  <c:v>0.04</c:v>
                </c:pt>
                <c:pt idx="216">
                  <c:v>0.0405</c:v>
                </c:pt>
                <c:pt idx="217">
                  <c:v>0.0406</c:v>
                </c:pt>
                <c:pt idx="218">
                  <c:v>0.0407999999999999</c:v>
                </c:pt>
                <c:pt idx="219">
                  <c:v>0.0416000000000001</c:v>
                </c:pt>
                <c:pt idx="220">
                  <c:v>0.0418000000000001</c:v>
                </c:pt>
                <c:pt idx="221">
                  <c:v>0.042</c:v>
                </c:pt>
                <c:pt idx="222">
                  <c:v>0.0421</c:v>
                </c:pt>
                <c:pt idx="223">
                  <c:v>0.0423</c:v>
                </c:pt>
                <c:pt idx="224">
                  <c:v>0.0427</c:v>
                </c:pt>
                <c:pt idx="225">
                  <c:v>0.0428999999999999</c:v>
                </c:pt>
                <c:pt idx="226">
                  <c:v>0.0429999999999999</c:v>
                </c:pt>
                <c:pt idx="227">
                  <c:v>0.0431999999999999</c:v>
                </c:pt>
                <c:pt idx="228">
                  <c:v>0.0434000000000001</c:v>
                </c:pt>
                <c:pt idx="229">
                  <c:v>0.0438000000000001</c:v>
                </c:pt>
                <c:pt idx="230">
                  <c:v>0.044</c:v>
                </c:pt>
                <c:pt idx="231">
                  <c:v>0.0442</c:v>
                </c:pt>
                <c:pt idx="232">
                  <c:v>0.0443</c:v>
                </c:pt>
                <c:pt idx="233">
                  <c:v>0.0444</c:v>
                </c:pt>
                <c:pt idx="234">
                  <c:v>0.0448999999999999</c:v>
                </c:pt>
                <c:pt idx="235">
                  <c:v>0.0449999999999999</c:v>
                </c:pt>
                <c:pt idx="236">
                  <c:v>0.0451999999999999</c:v>
                </c:pt>
                <c:pt idx="237">
                  <c:v>0.0454000000000001</c:v>
                </c:pt>
                <c:pt idx="238">
                  <c:v>0.0456000000000001</c:v>
                </c:pt>
                <c:pt idx="239">
                  <c:v>0.0463</c:v>
                </c:pt>
                <c:pt idx="240">
                  <c:v>0.0464</c:v>
                </c:pt>
                <c:pt idx="241">
                  <c:v>0.0465</c:v>
                </c:pt>
                <c:pt idx="242">
                  <c:v>0.0467</c:v>
                </c:pt>
                <c:pt idx="243">
                  <c:v>0.0470999999999999</c:v>
                </c:pt>
                <c:pt idx="244">
                  <c:v>0.0472999999999999</c:v>
                </c:pt>
                <c:pt idx="245">
                  <c:v>0.0474000000000001</c:v>
                </c:pt>
                <c:pt idx="246">
                  <c:v>0.0476000000000001</c:v>
                </c:pt>
                <c:pt idx="247">
                  <c:v>0.048</c:v>
                </c:pt>
                <c:pt idx="248">
                  <c:v>0.0482</c:v>
                </c:pt>
                <c:pt idx="249">
                  <c:v>0.0484</c:v>
                </c:pt>
                <c:pt idx="250">
                  <c:v>0.0485</c:v>
                </c:pt>
                <c:pt idx="251">
                  <c:v>0.0486</c:v>
                </c:pt>
                <c:pt idx="252">
                  <c:v>0.0488</c:v>
                </c:pt>
                <c:pt idx="253">
                  <c:v>0.0491999999999999</c:v>
                </c:pt>
                <c:pt idx="254">
                  <c:v>0.0495000000000001</c:v>
                </c:pt>
                <c:pt idx="255">
                  <c:v>0.0496000000000001</c:v>
                </c:pt>
                <c:pt idx="256">
                  <c:v>0.0499000000000001</c:v>
                </c:pt>
                <c:pt idx="257">
                  <c:v>0.0503</c:v>
                </c:pt>
                <c:pt idx="258">
                  <c:v>0.0508999999999999</c:v>
                </c:pt>
                <c:pt idx="259">
                  <c:v>0.0508</c:v>
                </c:pt>
                <c:pt idx="260">
                  <c:v>0.0510999999999999</c:v>
                </c:pt>
                <c:pt idx="261">
                  <c:v>0.0512999999999999</c:v>
                </c:pt>
                <c:pt idx="262">
                  <c:v>0.0515000000000001</c:v>
                </c:pt>
                <c:pt idx="263">
                  <c:v>0.0518000000000001</c:v>
                </c:pt>
                <c:pt idx="264">
                  <c:v>0.052</c:v>
                </c:pt>
                <c:pt idx="265">
                  <c:v>0.0519000000000001</c:v>
                </c:pt>
                <c:pt idx="266">
                  <c:v>0.052</c:v>
                </c:pt>
                <c:pt idx="267">
                  <c:v>0.0522</c:v>
                </c:pt>
                <c:pt idx="268">
                  <c:v>0.0528999999999999</c:v>
                </c:pt>
                <c:pt idx="269">
                  <c:v>0.0530999999999999</c:v>
                </c:pt>
                <c:pt idx="270">
                  <c:v>0.0530999999999999</c:v>
                </c:pt>
                <c:pt idx="271">
                  <c:v>0.0530999999999999</c:v>
                </c:pt>
                <c:pt idx="272">
                  <c:v>0.0531999999999999</c:v>
                </c:pt>
                <c:pt idx="273">
                  <c:v>0.0533999999999999</c:v>
                </c:pt>
                <c:pt idx="274">
                  <c:v>0.0535000000000001</c:v>
                </c:pt>
                <c:pt idx="275">
                  <c:v>0.0537000000000001</c:v>
                </c:pt>
                <c:pt idx="276">
                  <c:v>0.0538000000000001</c:v>
                </c:pt>
                <c:pt idx="277">
                  <c:v>0.0545</c:v>
                </c:pt>
                <c:pt idx="278">
                  <c:v>0.0553999999999999</c:v>
                </c:pt>
                <c:pt idx="279">
                  <c:v>0.0565</c:v>
                </c:pt>
                <c:pt idx="280">
                  <c:v>0.0563</c:v>
                </c:pt>
                <c:pt idx="281">
                  <c:v>0.0569</c:v>
                </c:pt>
                <c:pt idx="282">
                  <c:v>0.0577000000000001</c:v>
                </c:pt>
                <c:pt idx="283">
                  <c:v>0.0583</c:v>
                </c:pt>
                <c:pt idx="284">
                  <c:v>0.0582</c:v>
                </c:pt>
                <c:pt idx="285">
                  <c:v>0.0585</c:v>
                </c:pt>
                <c:pt idx="286">
                  <c:v>0.0588</c:v>
                </c:pt>
                <c:pt idx="287">
                  <c:v>0.0596000000000001</c:v>
                </c:pt>
                <c:pt idx="288">
                  <c:v>0.0603</c:v>
                </c:pt>
                <c:pt idx="289">
                  <c:v>0.0613999999999999</c:v>
                </c:pt>
                <c:pt idx="290">
                  <c:v>0.0617000000000001</c:v>
                </c:pt>
                <c:pt idx="291">
                  <c:v>0.0620000000000001</c:v>
                </c:pt>
                <c:pt idx="292">
                  <c:v>0.0626</c:v>
                </c:pt>
                <c:pt idx="293">
                  <c:v>0.0625</c:v>
                </c:pt>
                <c:pt idx="294">
                  <c:v>0.0628</c:v>
                </c:pt>
                <c:pt idx="295">
                  <c:v>0.0629</c:v>
                </c:pt>
                <c:pt idx="296">
                  <c:v>0.0632999999999999</c:v>
                </c:pt>
                <c:pt idx="297">
                  <c:v>0.0640000000000001</c:v>
                </c:pt>
                <c:pt idx="298">
                  <c:v>0.0646</c:v>
                </c:pt>
                <c:pt idx="299">
                  <c:v>0.0649</c:v>
                </c:pt>
                <c:pt idx="300">
                  <c:v>0.0650999999999999</c:v>
                </c:pt>
                <c:pt idx="301">
                  <c:v>0.0644</c:v>
                </c:pt>
                <c:pt idx="302">
                  <c:v>0.0662</c:v>
                </c:pt>
                <c:pt idx="303">
                  <c:v>0.0674999999999999</c:v>
                </c:pt>
                <c:pt idx="304">
                  <c:v>0.0689</c:v>
                </c:pt>
                <c:pt idx="305">
                  <c:v>0.0693999999999999</c:v>
                </c:pt>
                <c:pt idx="306">
                  <c:v>0.0698000000000001</c:v>
                </c:pt>
                <c:pt idx="307">
                  <c:v>0.0702</c:v>
                </c:pt>
                <c:pt idx="308">
                  <c:v>0.0703</c:v>
                </c:pt>
                <c:pt idx="309">
                  <c:v>0.0700000000000001</c:v>
                </c:pt>
                <c:pt idx="310">
                  <c:v>0.0703</c:v>
                </c:pt>
                <c:pt idx="311">
                  <c:v>0.071</c:v>
                </c:pt>
                <c:pt idx="312">
                  <c:v>0.0712999999999999</c:v>
                </c:pt>
                <c:pt idx="313">
                  <c:v>0.0708</c:v>
                </c:pt>
                <c:pt idx="314">
                  <c:v>0.071</c:v>
                </c:pt>
                <c:pt idx="315">
                  <c:v>0.0712999999999999</c:v>
                </c:pt>
                <c:pt idx="316">
                  <c:v>0.0721000000000001</c:v>
                </c:pt>
                <c:pt idx="317">
                  <c:v>0.0725</c:v>
                </c:pt>
                <c:pt idx="318">
                  <c:v>0.0729</c:v>
                </c:pt>
                <c:pt idx="319">
                  <c:v>0.0730999999999999</c:v>
                </c:pt>
                <c:pt idx="320">
                  <c:v>0.0740000000000001</c:v>
                </c:pt>
                <c:pt idx="321">
                  <c:v>0.0749</c:v>
                </c:pt>
                <c:pt idx="322">
                  <c:v>0.0758000000000001</c:v>
                </c:pt>
                <c:pt idx="323">
                  <c:v>0.0772999999999999</c:v>
                </c:pt>
                <c:pt idx="324">
                  <c:v>0.0797000000000001</c:v>
                </c:pt>
                <c:pt idx="325">
                  <c:v>0.0807</c:v>
                </c:pt>
                <c:pt idx="326">
                  <c:v>0.0807</c:v>
                </c:pt>
                <c:pt idx="327">
                  <c:v>0.0812999999999999</c:v>
                </c:pt>
                <c:pt idx="328">
                  <c:v>0.0813999999999999</c:v>
                </c:pt>
                <c:pt idx="329">
                  <c:v>0.0832999999999999</c:v>
                </c:pt>
                <c:pt idx="330">
                  <c:v>0.0839000000000001</c:v>
                </c:pt>
                <c:pt idx="331">
                  <c:v>0.0849</c:v>
                </c:pt>
                <c:pt idx="332">
                  <c:v>0.0865</c:v>
                </c:pt>
                <c:pt idx="333">
                  <c:v>0.0871</c:v>
                </c:pt>
                <c:pt idx="334">
                  <c:v>0.0892999999999999</c:v>
                </c:pt>
                <c:pt idx="335">
                  <c:v>0.0904</c:v>
                </c:pt>
                <c:pt idx="336">
                  <c:v>0.0909</c:v>
                </c:pt>
                <c:pt idx="337">
                  <c:v>0.0911999999999999</c:v>
                </c:pt>
                <c:pt idx="338">
                  <c:v>0.0918000000000001</c:v>
                </c:pt>
                <c:pt idx="339">
                  <c:v>0.0933999999999999</c:v>
                </c:pt>
                <c:pt idx="340">
                  <c:v>0.0942000000000001</c:v>
                </c:pt>
                <c:pt idx="341">
                  <c:v>0.0947</c:v>
                </c:pt>
                <c:pt idx="342">
                  <c:v>0.0961000000000001</c:v>
                </c:pt>
                <c:pt idx="343">
                  <c:v>0.097</c:v>
                </c:pt>
                <c:pt idx="344">
                  <c:v>0.0980000000000001</c:v>
                </c:pt>
                <c:pt idx="345">
                  <c:v>0.0996999999999999</c:v>
                </c:pt>
                <c:pt idx="346">
                  <c:v>0.1007</c:v>
                </c:pt>
                <c:pt idx="347">
                  <c:v>0.1013</c:v>
                </c:pt>
                <c:pt idx="348">
                  <c:v>0.1027</c:v>
                </c:pt>
                <c:pt idx="349">
                  <c:v>0.1025</c:v>
                </c:pt>
                <c:pt idx="350">
                  <c:v>0.1006</c:v>
                </c:pt>
                <c:pt idx="351">
                  <c:v>0.1005</c:v>
                </c:pt>
                <c:pt idx="352">
                  <c:v>0.1008</c:v>
                </c:pt>
                <c:pt idx="353">
                  <c:v>0.1001</c:v>
                </c:pt>
                <c:pt idx="354">
                  <c:v>0.1</c:v>
                </c:pt>
                <c:pt idx="355">
                  <c:v>0.0999000000000001</c:v>
                </c:pt>
                <c:pt idx="356">
                  <c:v>0.1001</c:v>
                </c:pt>
                <c:pt idx="357">
                  <c:v>0.1005</c:v>
                </c:pt>
                <c:pt idx="358">
                  <c:v>0.1002</c:v>
                </c:pt>
                <c:pt idx="359">
                  <c:v>0.1012</c:v>
                </c:pt>
                <c:pt idx="360">
                  <c:v>0.1023</c:v>
                </c:pt>
                <c:pt idx="361">
                  <c:v>0.104</c:v>
                </c:pt>
                <c:pt idx="362">
                  <c:v>0.1036</c:v>
                </c:pt>
                <c:pt idx="363">
                  <c:v>0.1041</c:v>
                </c:pt>
                <c:pt idx="364">
                  <c:v>0.1033</c:v>
                </c:pt>
                <c:pt idx="365">
                  <c:v>0.1014</c:v>
                </c:pt>
                <c:pt idx="366">
                  <c:v>0.0976999999999999</c:v>
                </c:pt>
                <c:pt idx="367">
                  <c:v>0.0972</c:v>
                </c:pt>
                <c:pt idx="368">
                  <c:v>0.0878000000000001</c:v>
                </c:pt>
                <c:pt idx="369">
                  <c:v>0.0926</c:v>
                </c:pt>
                <c:pt idx="370">
                  <c:v>0.0931999999999999</c:v>
                </c:pt>
                <c:pt idx="371">
                  <c:v>0.0948</c:v>
                </c:pt>
                <c:pt idx="372">
                  <c:v>0.0942000000000001</c:v>
                </c:pt>
                <c:pt idx="373">
                  <c:v>0.0945</c:v>
                </c:pt>
                <c:pt idx="374">
                  <c:v>0.0943000000000001</c:v>
                </c:pt>
                <c:pt idx="375">
                  <c:v>0.0942000000000001</c:v>
                </c:pt>
                <c:pt idx="376">
                  <c:v>0.0952</c:v>
                </c:pt>
                <c:pt idx="377">
                  <c:v>0.0973999999999999</c:v>
                </c:pt>
                <c:pt idx="378">
                  <c:v>0.0989</c:v>
                </c:pt>
                <c:pt idx="379">
                  <c:v>0.1001</c:v>
                </c:pt>
                <c:pt idx="380">
                  <c:v>0.1023</c:v>
                </c:pt>
                <c:pt idx="381">
                  <c:v>0.104</c:v>
                </c:pt>
                <c:pt idx="382">
                  <c:v>0.1047</c:v>
                </c:pt>
                <c:pt idx="383">
                  <c:v>0.1051</c:v>
                </c:pt>
                <c:pt idx="384">
                  <c:v>0.1055</c:v>
                </c:pt>
                <c:pt idx="385">
                  <c:v>0.1091</c:v>
                </c:pt>
                <c:pt idx="386">
                  <c:v>0.1078</c:v>
                </c:pt>
                <c:pt idx="387">
                  <c:v>0.1085</c:v>
                </c:pt>
                <c:pt idx="388">
                  <c:v>0.1079</c:v>
                </c:pt>
                <c:pt idx="389">
                  <c:v>0.1091</c:v>
                </c:pt>
                <c:pt idx="390">
                  <c:v>0.1091</c:v>
                </c:pt>
                <c:pt idx="391">
                  <c:v>0.1105</c:v>
                </c:pt>
                <c:pt idx="392">
                  <c:v>0.1115</c:v>
                </c:pt>
                <c:pt idx="393">
                  <c:v>0.1138</c:v>
                </c:pt>
                <c:pt idx="394">
                  <c:v>0.1152</c:v>
                </c:pt>
                <c:pt idx="395">
                  <c:v>0.1117</c:v>
                </c:pt>
                <c:pt idx="396">
                  <c:v>0.1136</c:v>
                </c:pt>
                <c:pt idx="397">
                  <c:v>0.1163</c:v>
                </c:pt>
                <c:pt idx="398">
                  <c:v>0.1173</c:v>
                </c:pt>
                <c:pt idx="399">
                  <c:v>0.118</c:v>
                </c:pt>
                <c:pt idx="400">
                  <c:v>0.1186</c:v>
                </c:pt>
                <c:pt idx="401">
                  <c:v>0.118</c:v>
                </c:pt>
                <c:pt idx="402">
                  <c:v>0.1169</c:v>
                </c:pt>
                <c:pt idx="403">
                  <c:v>0.1173</c:v>
                </c:pt>
                <c:pt idx="404">
                  <c:v>0.1171</c:v>
                </c:pt>
                <c:pt idx="405">
                  <c:v>0.1163</c:v>
                </c:pt>
                <c:pt idx="406">
                  <c:v>0.1178</c:v>
                </c:pt>
                <c:pt idx="407">
                  <c:v>0.118</c:v>
                </c:pt>
                <c:pt idx="408">
                  <c:v>0.1185</c:v>
                </c:pt>
                <c:pt idx="409">
                  <c:v>0.1187</c:v>
                </c:pt>
                <c:pt idx="410">
                  <c:v>0.1194</c:v>
                </c:pt>
                <c:pt idx="411">
                  <c:v>0.1191</c:v>
                </c:pt>
                <c:pt idx="412">
                  <c:v>0.1196</c:v>
                </c:pt>
                <c:pt idx="413">
                  <c:v>0.1202</c:v>
                </c:pt>
                <c:pt idx="414">
                  <c:v>0.1231</c:v>
                </c:pt>
                <c:pt idx="415">
                  <c:v>0.125</c:v>
                </c:pt>
                <c:pt idx="416">
                  <c:v>0.126</c:v>
                </c:pt>
                <c:pt idx="417">
                  <c:v>0.1274</c:v>
                </c:pt>
                <c:pt idx="418">
                  <c:v>0.1295</c:v>
                </c:pt>
                <c:pt idx="419">
                  <c:v>0.13</c:v>
                </c:pt>
                <c:pt idx="420">
                  <c:v>0.1312</c:v>
                </c:pt>
                <c:pt idx="421">
                  <c:v>0.1298</c:v>
                </c:pt>
                <c:pt idx="422">
                  <c:v>0.13</c:v>
                </c:pt>
                <c:pt idx="423">
                  <c:v>0.1303</c:v>
                </c:pt>
                <c:pt idx="424">
                  <c:v>0.1301</c:v>
                </c:pt>
                <c:pt idx="425">
                  <c:v>0.1306</c:v>
                </c:pt>
                <c:pt idx="426">
                  <c:v>0.1309</c:v>
                </c:pt>
                <c:pt idx="427">
                  <c:v>0.1313</c:v>
                </c:pt>
                <c:pt idx="428">
                  <c:v>0.1325</c:v>
                </c:pt>
                <c:pt idx="429">
                  <c:v>0.134</c:v>
                </c:pt>
                <c:pt idx="430">
                  <c:v>0.1363</c:v>
                </c:pt>
                <c:pt idx="431">
                  <c:v>0.1371</c:v>
                </c:pt>
                <c:pt idx="432">
                  <c:v>0.1385</c:v>
                </c:pt>
                <c:pt idx="433">
                  <c:v>0.1392</c:v>
                </c:pt>
                <c:pt idx="434">
                  <c:v>0.1408</c:v>
                </c:pt>
                <c:pt idx="435">
                  <c:v>0.1416</c:v>
                </c:pt>
                <c:pt idx="436">
                  <c:v>0.1396</c:v>
                </c:pt>
                <c:pt idx="437">
                  <c:v>0.139</c:v>
                </c:pt>
                <c:pt idx="438">
                  <c:v>0.139</c:v>
                </c:pt>
                <c:pt idx="439">
                  <c:v>0.14</c:v>
                </c:pt>
                <c:pt idx="440">
                  <c:v>0.1425</c:v>
                </c:pt>
                <c:pt idx="441">
                  <c:v>0.1417</c:v>
                </c:pt>
                <c:pt idx="442">
                  <c:v>0.1429</c:v>
                </c:pt>
                <c:pt idx="443">
                  <c:v>0.1428</c:v>
                </c:pt>
                <c:pt idx="444">
                  <c:v>0.1451</c:v>
                </c:pt>
                <c:pt idx="445">
                  <c:v>0.1486</c:v>
                </c:pt>
                <c:pt idx="446">
                  <c:v>0.1478</c:v>
                </c:pt>
                <c:pt idx="447">
                  <c:v>0.1462</c:v>
                </c:pt>
                <c:pt idx="448">
                  <c:v>0.1494</c:v>
                </c:pt>
                <c:pt idx="449">
                  <c:v>0.1517</c:v>
                </c:pt>
                <c:pt idx="450">
                  <c:v>0.152</c:v>
                </c:pt>
                <c:pt idx="451">
                  <c:v>0.15</c:v>
                </c:pt>
                <c:pt idx="452">
                  <c:v>0.1533</c:v>
                </c:pt>
                <c:pt idx="453">
                  <c:v>0.1564</c:v>
                </c:pt>
                <c:pt idx="454">
                  <c:v>0.1548</c:v>
                </c:pt>
                <c:pt idx="455">
                  <c:v>0.1594</c:v>
                </c:pt>
                <c:pt idx="456">
                  <c:v>0.1651</c:v>
                </c:pt>
                <c:pt idx="457">
                  <c:v>0.1667</c:v>
                </c:pt>
                <c:pt idx="458">
                  <c:v>0.1655</c:v>
                </c:pt>
                <c:pt idx="459">
                  <c:v>0.1676</c:v>
                </c:pt>
                <c:pt idx="460">
                  <c:v>0.1649</c:v>
                </c:pt>
                <c:pt idx="461">
                  <c:v>0.1677</c:v>
                </c:pt>
                <c:pt idx="462">
                  <c:v>0.1682</c:v>
                </c:pt>
                <c:pt idx="463">
                  <c:v>0.1686</c:v>
                </c:pt>
                <c:pt idx="464">
                  <c:v>0.1648</c:v>
                </c:pt>
                <c:pt idx="465">
                  <c:v>0.1628</c:v>
                </c:pt>
                <c:pt idx="466">
                  <c:v>0.1624</c:v>
                </c:pt>
                <c:pt idx="467">
                  <c:v>0.1663</c:v>
                </c:pt>
                <c:pt idx="468">
                  <c:v>0.1711</c:v>
                </c:pt>
                <c:pt idx="469">
                  <c:v>0.1716</c:v>
                </c:pt>
                <c:pt idx="470">
                  <c:v>0.1712</c:v>
                </c:pt>
                <c:pt idx="471">
                  <c:v>0.1721</c:v>
                </c:pt>
                <c:pt idx="472">
                  <c:v>0.1704</c:v>
                </c:pt>
                <c:pt idx="473">
                  <c:v>0.1716</c:v>
                </c:pt>
                <c:pt idx="474">
                  <c:v>0.1768</c:v>
                </c:pt>
                <c:pt idx="475">
                  <c:v>0.1784</c:v>
                </c:pt>
                <c:pt idx="476">
                  <c:v>0.1832</c:v>
                </c:pt>
                <c:pt idx="477">
                  <c:v>0.1889</c:v>
                </c:pt>
                <c:pt idx="478">
                  <c:v>0.1951</c:v>
                </c:pt>
                <c:pt idx="479">
                  <c:v>0.2011</c:v>
                </c:pt>
                <c:pt idx="480">
                  <c:v>0.2024</c:v>
                </c:pt>
                <c:pt idx="481">
                  <c:v>0.1904</c:v>
                </c:pt>
                <c:pt idx="482">
                  <c:v>0.1911</c:v>
                </c:pt>
                <c:pt idx="483">
                  <c:v>0.2004</c:v>
                </c:pt>
                <c:pt idx="484">
                  <c:v>0.2068</c:v>
                </c:pt>
                <c:pt idx="485">
                  <c:v>0.2063</c:v>
                </c:pt>
                <c:pt idx="486">
                  <c:v>0.2059</c:v>
                </c:pt>
                <c:pt idx="487">
                  <c:v>0.2079</c:v>
                </c:pt>
                <c:pt idx="488">
                  <c:v>0.209</c:v>
                </c:pt>
                <c:pt idx="489">
                  <c:v>0.2075</c:v>
                </c:pt>
                <c:pt idx="490">
                  <c:v>0.2086</c:v>
                </c:pt>
                <c:pt idx="491">
                  <c:v>0.2089</c:v>
                </c:pt>
                <c:pt idx="492">
                  <c:v>0.2094</c:v>
                </c:pt>
                <c:pt idx="493">
                  <c:v>0.2035</c:v>
                </c:pt>
                <c:pt idx="494">
                  <c:v>0.1949</c:v>
                </c:pt>
                <c:pt idx="495">
                  <c:v>0.1995</c:v>
                </c:pt>
                <c:pt idx="496">
                  <c:v>0.1893</c:v>
                </c:pt>
                <c:pt idx="497">
                  <c:v>0.1762</c:v>
                </c:pt>
                <c:pt idx="498">
                  <c:v>0.1798</c:v>
                </c:pt>
                <c:pt idx="499">
                  <c:v>0.1815</c:v>
                </c:pt>
                <c:pt idx="500">
                  <c:v>0.1735</c:v>
                </c:pt>
                <c:pt idx="501">
                  <c:v>0.159</c:v>
                </c:pt>
                <c:pt idx="502">
                  <c:v>0.1479</c:v>
                </c:pt>
                <c:pt idx="503">
                  <c:v>0.1444</c:v>
                </c:pt>
                <c:pt idx="504">
                  <c:v>0.1402</c:v>
                </c:pt>
                <c:pt idx="505">
                  <c:v>0.1372</c:v>
                </c:pt>
                <c:pt idx="506">
                  <c:v>0.136</c:v>
                </c:pt>
                <c:pt idx="507">
                  <c:v>0.1359</c:v>
                </c:pt>
                <c:pt idx="508">
                  <c:v>0.137</c:v>
                </c:pt>
                <c:pt idx="509">
                  <c:v>0.1291</c:v>
                </c:pt>
                <c:pt idx="510">
                  <c:v>0.13</c:v>
                </c:pt>
                <c:pt idx="511">
                  <c:v>0.1313</c:v>
                </c:pt>
                <c:pt idx="512">
                  <c:v>0.1329</c:v>
                </c:pt>
                <c:pt idx="513">
                  <c:v>0.1331</c:v>
                </c:pt>
                <c:pt idx="514">
                  <c:v>0.1329</c:v>
                </c:pt>
                <c:pt idx="515">
                  <c:v>0.133</c:v>
                </c:pt>
                <c:pt idx="516">
                  <c:v>0.1335</c:v>
                </c:pt>
                <c:pt idx="517">
                  <c:v>0.1353</c:v>
                </c:pt>
                <c:pt idx="518">
                  <c:v>0.1364</c:v>
                </c:pt>
                <c:pt idx="519">
                  <c:v>0.1366</c:v>
                </c:pt>
                <c:pt idx="520">
                  <c:v>0.1376</c:v>
                </c:pt>
                <c:pt idx="521">
                  <c:v>0.1383</c:v>
                </c:pt>
                <c:pt idx="522">
                  <c:v>0.1389</c:v>
                </c:pt>
                <c:pt idx="523">
                  <c:v>0.138</c:v>
                </c:pt>
                <c:pt idx="524">
                  <c:v>0.1382</c:v>
                </c:pt>
                <c:pt idx="525">
                  <c:v>0.1385</c:v>
                </c:pt>
                <c:pt idx="526">
                  <c:v>0.1388</c:v>
                </c:pt>
                <c:pt idx="527">
                  <c:v>0.1395</c:v>
                </c:pt>
                <c:pt idx="528">
                  <c:v>0.1402</c:v>
                </c:pt>
                <c:pt idx="529">
                  <c:v>0.1415</c:v>
                </c:pt>
                <c:pt idx="530">
                  <c:v>0.1426</c:v>
                </c:pt>
                <c:pt idx="531">
                  <c:v>0.1437</c:v>
                </c:pt>
                <c:pt idx="532">
                  <c:v>0.1454</c:v>
                </c:pt>
                <c:pt idx="533">
                  <c:v>0.1461</c:v>
                </c:pt>
                <c:pt idx="534">
                  <c:v>0.1456</c:v>
                </c:pt>
                <c:pt idx="535">
                  <c:v>0.1457</c:v>
                </c:pt>
                <c:pt idx="536">
                  <c:v>0.1475</c:v>
                </c:pt>
                <c:pt idx="537">
                  <c:v>0.1483</c:v>
                </c:pt>
                <c:pt idx="538">
                  <c:v>0.1483</c:v>
                </c:pt>
                <c:pt idx="539">
                  <c:v>0.1481</c:v>
                </c:pt>
                <c:pt idx="540">
                  <c:v>0.1481</c:v>
                </c:pt>
                <c:pt idx="541">
                  <c:v>0.1469</c:v>
                </c:pt>
                <c:pt idx="542">
                  <c:v>0.1449</c:v>
                </c:pt>
                <c:pt idx="543">
                  <c:v>0.1428</c:v>
                </c:pt>
                <c:pt idx="544">
                  <c:v>0.1422</c:v>
                </c:pt>
                <c:pt idx="545">
                  <c:v>0.1444</c:v>
                </c:pt>
                <c:pt idx="546">
                  <c:v>0.1447</c:v>
                </c:pt>
                <c:pt idx="547">
                  <c:v>0.1457</c:v>
                </c:pt>
                <c:pt idx="548">
                  <c:v>0.1456</c:v>
                </c:pt>
                <c:pt idx="549">
                  <c:v>0.1456</c:v>
                </c:pt>
                <c:pt idx="550">
                  <c:v>0.1456</c:v>
                </c:pt>
                <c:pt idx="551">
                  <c:v>0.146</c:v>
                </c:pt>
                <c:pt idx="552">
                  <c:v>0.1477</c:v>
                </c:pt>
                <c:pt idx="553">
                  <c:v>0.1487</c:v>
                </c:pt>
                <c:pt idx="554">
                  <c:v>0.1485</c:v>
                </c:pt>
                <c:pt idx="555">
                  <c:v>0.1484</c:v>
                </c:pt>
                <c:pt idx="556">
                  <c:v>0.1466</c:v>
                </c:pt>
                <c:pt idx="557">
                  <c:v>0.146</c:v>
                </c:pt>
                <c:pt idx="558">
                  <c:v>0.1483</c:v>
                </c:pt>
                <c:pt idx="559">
                  <c:v>0.1484</c:v>
                </c:pt>
                <c:pt idx="560">
                  <c:v>0.1499</c:v>
                </c:pt>
                <c:pt idx="561">
                  <c:v>0.1514</c:v>
                </c:pt>
                <c:pt idx="562">
                  <c:v>0.1517</c:v>
                </c:pt>
                <c:pt idx="563">
                  <c:v>0.1506</c:v>
                </c:pt>
                <c:pt idx="564">
                  <c:v>0.1507</c:v>
                </c:pt>
                <c:pt idx="565">
                  <c:v>0.1507</c:v>
                </c:pt>
                <c:pt idx="566">
                  <c:v>0.1517</c:v>
                </c:pt>
                <c:pt idx="567">
                  <c:v>0.1515</c:v>
                </c:pt>
                <c:pt idx="568">
                  <c:v>0.1533</c:v>
                </c:pt>
                <c:pt idx="569">
                  <c:v>0.1548</c:v>
                </c:pt>
                <c:pt idx="570">
                  <c:v>0.1559</c:v>
                </c:pt>
                <c:pt idx="571">
                  <c:v>0.1571</c:v>
                </c:pt>
                <c:pt idx="572">
                  <c:v>0.1577</c:v>
                </c:pt>
                <c:pt idx="573">
                  <c:v>0.1583</c:v>
                </c:pt>
                <c:pt idx="574">
                  <c:v>0.1595</c:v>
                </c:pt>
                <c:pt idx="575">
                  <c:v>0.16</c:v>
                </c:pt>
                <c:pt idx="576">
                  <c:v>0.1601</c:v>
                </c:pt>
                <c:pt idx="577">
                  <c:v>0.1595</c:v>
                </c:pt>
                <c:pt idx="578">
                  <c:v>0.1589</c:v>
                </c:pt>
                <c:pt idx="579">
                  <c:v>0.1619</c:v>
                </c:pt>
                <c:pt idx="580">
                  <c:v>0.1635</c:v>
                </c:pt>
                <c:pt idx="581">
                  <c:v>0.1645</c:v>
                </c:pt>
                <c:pt idx="582">
                  <c:v>0.1633</c:v>
                </c:pt>
                <c:pt idx="583">
                  <c:v>0.163</c:v>
                </c:pt>
                <c:pt idx="584">
                  <c:v>0.1633</c:v>
                </c:pt>
                <c:pt idx="585">
                  <c:v>0.1628</c:v>
                </c:pt>
                <c:pt idx="586">
                  <c:v>0.1625</c:v>
                </c:pt>
                <c:pt idx="587">
                  <c:v>0.1657</c:v>
                </c:pt>
                <c:pt idx="588">
                  <c:v>0.1655</c:v>
                </c:pt>
                <c:pt idx="589">
                  <c:v>0.1674</c:v>
                </c:pt>
                <c:pt idx="590">
                  <c:v>0.1684</c:v>
                </c:pt>
                <c:pt idx="591">
                  <c:v>0.1682</c:v>
                </c:pt>
                <c:pt idx="592">
                  <c:v>0.1707</c:v>
                </c:pt>
                <c:pt idx="593">
                  <c:v>0.1694</c:v>
                </c:pt>
                <c:pt idx="594">
                  <c:v>0.1678</c:v>
                </c:pt>
                <c:pt idx="595">
                  <c:v>0.1685</c:v>
                </c:pt>
                <c:pt idx="596">
                  <c:v>0.167</c:v>
                </c:pt>
                <c:pt idx="597">
                  <c:v>0.1656</c:v>
                </c:pt>
                <c:pt idx="598">
                  <c:v>0.1676</c:v>
                </c:pt>
                <c:pt idx="599">
                  <c:v>0.168</c:v>
                </c:pt>
                <c:pt idx="600">
                  <c:v>0.1672</c:v>
                </c:pt>
                <c:pt idx="601">
                  <c:v>0.1687</c:v>
                </c:pt>
                <c:pt idx="602">
                  <c:v>0.1705</c:v>
                </c:pt>
                <c:pt idx="603">
                  <c:v>0.17</c:v>
                </c:pt>
                <c:pt idx="604">
                  <c:v>0.1636</c:v>
                </c:pt>
                <c:pt idx="605">
                  <c:v>0.1658</c:v>
                </c:pt>
                <c:pt idx="606">
                  <c:v>0.1665</c:v>
                </c:pt>
                <c:pt idx="607">
                  <c:v>0.1674</c:v>
                </c:pt>
                <c:pt idx="608">
                  <c:v>0.1694</c:v>
                </c:pt>
                <c:pt idx="609">
                  <c:v>0.1684</c:v>
                </c:pt>
                <c:pt idx="610">
                  <c:v>0.1689</c:v>
                </c:pt>
                <c:pt idx="611">
                  <c:v>0.1672</c:v>
                </c:pt>
                <c:pt idx="612">
                  <c:v>0.1677</c:v>
                </c:pt>
                <c:pt idx="613">
                  <c:v>0.1669</c:v>
                </c:pt>
                <c:pt idx="614">
                  <c:v>0.1649</c:v>
                </c:pt>
                <c:pt idx="615">
                  <c:v>0.1666</c:v>
                </c:pt>
                <c:pt idx="616">
                  <c:v>0.1667</c:v>
                </c:pt>
                <c:pt idx="617">
                  <c:v>0.1634</c:v>
                </c:pt>
                <c:pt idx="618">
                  <c:v>0.1647</c:v>
                </c:pt>
                <c:pt idx="619">
                  <c:v>0.1649</c:v>
                </c:pt>
                <c:pt idx="620">
                  <c:v>0.1664</c:v>
                </c:pt>
                <c:pt idx="621">
                  <c:v>0.1676</c:v>
                </c:pt>
                <c:pt idx="622">
                  <c:v>0.1673</c:v>
                </c:pt>
                <c:pt idx="623">
                  <c:v>0.1673</c:v>
                </c:pt>
                <c:pt idx="624">
                  <c:v>0.1678</c:v>
                </c:pt>
                <c:pt idx="625">
                  <c:v>0.167</c:v>
                </c:pt>
                <c:pt idx="626">
                  <c:v>0.1685</c:v>
                </c:pt>
                <c:pt idx="627">
                  <c:v>0.1691</c:v>
                </c:pt>
                <c:pt idx="628">
                  <c:v>0.1688</c:v>
                </c:pt>
                <c:pt idx="629">
                  <c:v>0.1625</c:v>
                </c:pt>
                <c:pt idx="630">
                  <c:v>0.1622</c:v>
                </c:pt>
                <c:pt idx="631">
                  <c:v>0.1633</c:v>
                </c:pt>
                <c:pt idx="632">
                  <c:v>0.1581</c:v>
                </c:pt>
                <c:pt idx="633">
                  <c:v>0.1592</c:v>
                </c:pt>
                <c:pt idx="634">
                  <c:v>0.1562</c:v>
                </c:pt>
                <c:pt idx="635">
                  <c:v>0.1572</c:v>
                </c:pt>
                <c:pt idx="636">
                  <c:v>0.1563</c:v>
                </c:pt>
                <c:pt idx="637">
                  <c:v>0.1582</c:v>
                </c:pt>
                <c:pt idx="638">
                  <c:v>0.1561</c:v>
                </c:pt>
                <c:pt idx="639">
                  <c:v>0.1566</c:v>
                </c:pt>
                <c:pt idx="640">
                  <c:v>0.1586</c:v>
                </c:pt>
                <c:pt idx="641">
                  <c:v>0.1579</c:v>
                </c:pt>
                <c:pt idx="642">
                  <c:v>0.1563</c:v>
                </c:pt>
                <c:pt idx="643">
                  <c:v>0.1574</c:v>
                </c:pt>
                <c:pt idx="644">
                  <c:v>0.1592</c:v>
                </c:pt>
                <c:pt idx="645">
                  <c:v>0.1554</c:v>
                </c:pt>
                <c:pt idx="646">
                  <c:v>0.1547</c:v>
                </c:pt>
                <c:pt idx="647">
                  <c:v>0.1532</c:v>
                </c:pt>
                <c:pt idx="648">
                  <c:v>0.156</c:v>
                </c:pt>
                <c:pt idx="649">
                  <c:v>0.1555</c:v>
                </c:pt>
                <c:pt idx="650">
                  <c:v>0.1571</c:v>
                </c:pt>
                <c:pt idx="651">
                  <c:v>0.1574</c:v>
                </c:pt>
                <c:pt idx="652">
                  <c:v>0.1586</c:v>
                </c:pt>
                <c:pt idx="653">
                  <c:v>0.1582</c:v>
                </c:pt>
                <c:pt idx="654">
                  <c:v>0.1587</c:v>
                </c:pt>
                <c:pt idx="655">
                  <c:v>0.1616</c:v>
                </c:pt>
                <c:pt idx="656">
                  <c:v>0.1625</c:v>
                </c:pt>
                <c:pt idx="657">
                  <c:v>0.1616</c:v>
                </c:pt>
                <c:pt idx="658">
                  <c:v>0.162</c:v>
                </c:pt>
                <c:pt idx="659">
                  <c:v>0.1637</c:v>
                </c:pt>
                <c:pt idx="660">
                  <c:v>0.1631</c:v>
                </c:pt>
                <c:pt idx="661">
                  <c:v>0.1636</c:v>
                </c:pt>
                <c:pt idx="662">
                  <c:v>0.1571</c:v>
                </c:pt>
                <c:pt idx="663">
                  <c:v>0.1582</c:v>
                </c:pt>
                <c:pt idx="664">
                  <c:v>0.1555</c:v>
                </c:pt>
                <c:pt idx="665">
                  <c:v>0.1583</c:v>
                </c:pt>
                <c:pt idx="666">
                  <c:v>0.163</c:v>
                </c:pt>
                <c:pt idx="667">
                  <c:v>0.1635</c:v>
                </c:pt>
                <c:pt idx="668">
                  <c:v>0.1646</c:v>
                </c:pt>
                <c:pt idx="669">
                  <c:v>0.1656</c:v>
                </c:pt>
                <c:pt idx="670">
                  <c:v>0.1664</c:v>
                </c:pt>
                <c:pt idx="671">
                  <c:v>0.1654</c:v>
                </c:pt>
                <c:pt idx="672">
                  <c:v>0.1644</c:v>
                </c:pt>
                <c:pt idx="673">
                  <c:v>0.1652</c:v>
                </c:pt>
                <c:pt idx="674">
                  <c:v>0.1678</c:v>
                </c:pt>
                <c:pt idx="675">
                  <c:v>0.1679</c:v>
                </c:pt>
                <c:pt idx="676">
                  <c:v>0.169</c:v>
                </c:pt>
                <c:pt idx="677">
                  <c:v>0.1708</c:v>
                </c:pt>
                <c:pt idx="678">
                  <c:v>0.1731</c:v>
                </c:pt>
                <c:pt idx="679">
                  <c:v>0.1749</c:v>
                </c:pt>
                <c:pt idx="680">
                  <c:v>0.1746</c:v>
                </c:pt>
                <c:pt idx="681">
                  <c:v>0.1753</c:v>
                </c:pt>
                <c:pt idx="682">
                  <c:v>0.1741</c:v>
                </c:pt>
                <c:pt idx="683">
                  <c:v>0.1748</c:v>
                </c:pt>
                <c:pt idx="684">
                  <c:v>0.1737</c:v>
                </c:pt>
                <c:pt idx="685">
                  <c:v>0.1723</c:v>
                </c:pt>
                <c:pt idx="686">
                  <c:v>0.1756</c:v>
                </c:pt>
                <c:pt idx="687">
                  <c:v>0.1767</c:v>
                </c:pt>
                <c:pt idx="688">
                  <c:v>0.1768</c:v>
                </c:pt>
                <c:pt idx="689">
                  <c:v>0.1789</c:v>
                </c:pt>
                <c:pt idx="690">
                  <c:v>0.1801</c:v>
                </c:pt>
                <c:pt idx="691">
                  <c:v>0.1785</c:v>
                </c:pt>
                <c:pt idx="692">
                  <c:v>0.1775</c:v>
                </c:pt>
                <c:pt idx="693">
                  <c:v>0.1795</c:v>
                </c:pt>
                <c:pt idx="694">
                  <c:v>0.179</c:v>
                </c:pt>
                <c:pt idx="695">
                  <c:v>0.1799</c:v>
                </c:pt>
                <c:pt idx="696">
                  <c:v>0.1809</c:v>
                </c:pt>
                <c:pt idx="697">
                  <c:v>0.1812</c:v>
                </c:pt>
                <c:pt idx="698">
                  <c:v>0.179</c:v>
                </c:pt>
                <c:pt idx="699">
                  <c:v>0.1791</c:v>
                </c:pt>
                <c:pt idx="700">
                  <c:v>0.1768</c:v>
                </c:pt>
                <c:pt idx="701">
                  <c:v>0.1759</c:v>
                </c:pt>
                <c:pt idx="702">
                  <c:v>0.176</c:v>
                </c:pt>
                <c:pt idx="703">
                  <c:v>0.1759</c:v>
                </c:pt>
                <c:pt idx="704">
                  <c:v>0.1775</c:v>
                </c:pt>
                <c:pt idx="705">
                  <c:v>0.177</c:v>
                </c:pt>
                <c:pt idx="706">
                  <c:v>0.1762</c:v>
                </c:pt>
                <c:pt idx="707">
                  <c:v>0.1759</c:v>
                </c:pt>
                <c:pt idx="708">
                  <c:v>0.1778</c:v>
                </c:pt>
                <c:pt idx="709">
                  <c:v>0.1771</c:v>
                </c:pt>
                <c:pt idx="710">
                  <c:v>0.1774</c:v>
                </c:pt>
                <c:pt idx="711">
                  <c:v>0.1747</c:v>
                </c:pt>
                <c:pt idx="712">
                  <c:v>0.1727</c:v>
                </c:pt>
                <c:pt idx="713">
                  <c:v>0.1735</c:v>
                </c:pt>
                <c:pt idx="714">
                  <c:v>0.1745</c:v>
                </c:pt>
                <c:pt idx="715">
                  <c:v>0.1747</c:v>
                </c:pt>
                <c:pt idx="716">
                  <c:v>0.1749</c:v>
                </c:pt>
                <c:pt idx="717">
                  <c:v>0.1753</c:v>
                </c:pt>
                <c:pt idx="718">
                  <c:v>0.1747</c:v>
                </c:pt>
                <c:pt idx="719">
                  <c:v>0.1741</c:v>
                </c:pt>
                <c:pt idx="720">
                  <c:v>0.1744</c:v>
                </c:pt>
                <c:pt idx="721">
                  <c:v>0.1748</c:v>
                </c:pt>
                <c:pt idx="722">
                  <c:v>0.1753</c:v>
                </c:pt>
                <c:pt idx="723">
                  <c:v>0.175</c:v>
                </c:pt>
                <c:pt idx="724">
                  <c:v>0.1748</c:v>
                </c:pt>
                <c:pt idx="725">
                  <c:v>0.1757</c:v>
                </c:pt>
                <c:pt idx="726">
                  <c:v>0.1765</c:v>
                </c:pt>
                <c:pt idx="727">
                  <c:v>0.1763</c:v>
                </c:pt>
                <c:pt idx="728">
                  <c:v>0.179</c:v>
                </c:pt>
                <c:pt idx="729">
                  <c:v>0.1796</c:v>
                </c:pt>
                <c:pt idx="730">
                  <c:v>0.1791</c:v>
                </c:pt>
                <c:pt idx="731">
                  <c:v>0.1798</c:v>
                </c:pt>
                <c:pt idx="732">
                  <c:v>0.1803</c:v>
                </c:pt>
                <c:pt idx="733">
                  <c:v>0.1803</c:v>
                </c:pt>
                <c:pt idx="734">
                  <c:v>0.1806</c:v>
                </c:pt>
                <c:pt idx="735">
                  <c:v>0.1788</c:v>
                </c:pt>
                <c:pt idx="736">
                  <c:v>0.1779</c:v>
                </c:pt>
                <c:pt idx="737">
                  <c:v>0.1805</c:v>
                </c:pt>
                <c:pt idx="738">
                  <c:v>0.1799</c:v>
                </c:pt>
                <c:pt idx="739">
                  <c:v>0.1814</c:v>
                </c:pt>
                <c:pt idx="740">
                  <c:v>0.1819</c:v>
                </c:pt>
                <c:pt idx="741">
                  <c:v>0.1816</c:v>
                </c:pt>
                <c:pt idx="742">
                  <c:v>0.1829</c:v>
                </c:pt>
                <c:pt idx="743">
                  <c:v>0.1822</c:v>
                </c:pt>
                <c:pt idx="744">
                  <c:v>0.1811</c:v>
                </c:pt>
                <c:pt idx="745">
                  <c:v>0.1838</c:v>
                </c:pt>
                <c:pt idx="746">
                  <c:v>0.1839</c:v>
                </c:pt>
                <c:pt idx="747">
                  <c:v>0.1841</c:v>
                </c:pt>
                <c:pt idx="748">
                  <c:v>0.1846</c:v>
                </c:pt>
                <c:pt idx="749">
                  <c:v>0.1852</c:v>
                </c:pt>
                <c:pt idx="750">
                  <c:v>0.1867</c:v>
                </c:pt>
                <c:pt idx="751">
                  <c:v>0.1875</c:v>
                </c:pt>
                <c:pt idx="752">
                  <c:v>0.1882</c:v>
                </c:pt>
                <c:pt idx="753">
                  <c:v>0.1893</c:v>
                </c:pt>
                <c:pt idx="754">
                  <c:v>0.1899</c:v>
                </c:pt>
                <c:pt idx="755">
                  <c:v>0.1904</c:v>
                </c:pt>
                <c:pt idx="756">
                  <c:v>0.1931</c:v>
                </c:pt>
                <c:pt idx="757">
                  <c:v>0.1935</c:v>
                </c:pt>
                <c:pt idx="758">
                  <c:v>0.193</c:v>
                </c:pt>
                <c:pt idx="759">
                  <c:v>0.1933</c:v>
                </c:pt>
                <c:pt idx="760">
                  <c:v>0.1932</c:v>
                </c:pt>
                <c:pt idx="761">
                  <c:v>0.1931</c:v>
                </c:pt>
                <c:pt idx="762">
                  <c:v>0.1932</c:v>
                </c:pt>
                <c:pt idx="763">
                  <c:v>0.1948</c:v>
                </c:pt>
                <c:pt idx="764">
                  <c:v>0.1934</c:v>
                </c:pt>
                <c:pt idx="765">
                  <c:v>0.1947</c:v>
                </c:pt>
                <c:pt idx="766">
                  <c:v>0.1972</c:v>
                </c:pt>
                <c:pt idx="767">
                  <c:v>0.1962</c:v>
                </c:pt>
                <c:pt idx="768">
                  <c:v>0.1992</c:v>
                </c:pt>
                <c:pt idx="769">
                  <c:v>0.1985</c:v>
                </c:pt>
                <c:pt idx="770">
                  <c:v>0.1985</c:v>
                </c:pt>
                <c:pt idx="771">
                  <c:v>0.1994</c:v>
                </c:pt>
                <c:pt idx="772">
                  <c:v>0.2001</c:v>
                </c:pt>
                <c:pt idx="773">
                  <c:v>0.2012</c:v>
                </c:pt>
                <c:pt idx="774">
                  <c:v>0.2014</c:v>
                </c:pt>
                <c:pt idx="775">
                  <c:v>0.2028</c:v>
                </c:pt>
                <c:pt idx="776">
                  <c:v>0.2045</c:v>
                </c:pt>
                <c:pt idx="777">
                  <c:v>0.2054</c:v>
                </c:pt>
                <c:pt idx="778">
                  <c:v>0.2054</c:v>
                </c:pt>
                <c:pt idx="779">
                  <c:v>0.2069</c:v>
                </c:pt>
                <c:pt idx="780">
                  <c:v>0.2104</c:v>
                </c:pt>
                <c:pt idx="781">
                  <c:v>0.2092</c:v>
                </c:pt>
                <c:pt idx="782">
                  <c:v>0.2092</c:v>
                </c:pt>
                <c:pt idx="783">
                  <c:v>0.2088</c:v>
                </c:pt>
                <c:pt idx="784">
                  <c:v>0.2084</c:v>
                </c:pt>
                <c:pt idx="785">
                  <c:v>0.2084</c:v>
                </c:pt>
                <c:pt idx="786">
                  <c:v>0.2089</c:v>
                </c:pt>
                <c:pt idx="787">
                  <c:v>0.2079</c:v>
                </c:pt>
                <c:pt idx="788">
                  <c:v>0.2072</c:v>
                </c:pt>
                <c:pt idx="789">
                  <c:v>0.208</c:v>
                </c:pt>
                <c:pt idx="790">
                  <c:v>0.2084</c:v>
                </c:pt>
                <c:pt idx="791">
                  <c:v>0.2091</c:v>
                </c:pt>
                <c:pt idx="792">
                  <c:v>0.2093</c:v>
                </c:pt>
                <c:pt idx="793">
                  <c:v>0.2083</c:v>
                </c:pt>
                <c:pt idx="794">
                  <c:v>0.2086</c:v>
                </c:pt>
                <c:pt idx="795">
                  <c:v>0.21</c:v>
                </c:pt>
                <c:pt idx="796">
                  <c:v>0.2112</c:v>
                </c:pt>
                <c:pt idx="797">
                  <c:v>0.2115</c:v>
                </c:pt>
                <c:pt idx="798">
                  <c:v>0.2124</c:v>
                </c:pt>
                <c:pt idx="799">
                  <c:v>0.2122</c:v>
                </c:pt>
                <c:pt idx="800">
                  <c:v>0.2108</c:v>
                </c:pt>
                <c:pt idx="801">
                  <c:v>0.2112</c:v>
                </c:pt>
                <c:pt idx="802">
                  <c:v>0.211</c:v>
                </c:pt>
                <c:pt idx="803">
                  <c:v>0.2128</c:v>
                </c:pt>
                <c:pt idx="804">
                  <c:v>0.2134</c:v>
                </c:pt>
                <c:pt idx="805">
                  <c:v>0.2134</c:v>
                </c:pt>
                <c:pt idx="806">
                  <c:v>0.2152</c:v>
                </c:pt>
                <c:pt idx="807">
                  <c:v>0.2162</c:v>
                </c:pt>
                <c:pt idx="808">
                  <c:v>0.2156</c:v>
                </c:pt>
                <c:pt idx="809">
                  <c:v>0.2159</c:v>
                </c:pt>
                <c:pt idx="810">
                  <c:v>0.2156</c:v>
                </c:pt>
                <c:pt idx="811">
                  <c:v>0.2169</c:v>
                </c:pt>
                <c:pt idx="812">
                  <c:v>0.2181</c:v>
                </c:pt>
                <c:pt idx="813">
                  <c:v>0.2216</c:v>
                </c:pt>
                <c:pt idx="814">
                  <c:v>0.222</c:v>
                </c:pt>
                <c:pt idx="815">
                  <c:v>0.2224</c:v>
                </c:pt>
                <c:pt idx="816">
                  <c:v>0.2221</c:v>
                </c:pt>
                <c:pt idx="817">
                  <c:v>0.2222</c:v>
                </c:pt>
                <c:pt idx="818">
                  <c:v>0.2222</c:v>
                </c:pt>
                <c:pt idx="819">
                  <c:v>0.2237</c:v>
                </c:pt>
                <c:pt idx="820">
                  <c:v>0.2243</c:v>
                </c:pt>
                <c:pt idx="821">
                  <c:v>0.2256</c:v>
                </c:pt>
                <c:pt idx="822">
                  <c:v>0.2261</c:v>
                </c:pt>
                <c:pt idx="823">
                  <c:v>0.227</c:v>
                </c:pt>
                <c:pt idx="824">
                  <c:v>0.2266</c:v>
                </c:pt>
                <c:pt idx="825">
                  <c:v>0.2253</c:v>
                </c:pt>
                <c:pt idx="826">
                  <c:v>0.2251</c:v>
                </c:pt>
                <c:pt idx="827">
                  <c:v>0.2242</c:v>
                </c:pt>
                <c:pt idx="828">
                  <c:v>0.2243</c:v>
                </c:pt>
                <c:pt idx="829">
                  <c:v>0.2246</c:v>
                </c:pt>
                <c:pt idx="830">
                  <c:v>0.2237</c:v>
                </c:pt>
                <c:pt idx="831">
                  <c:v>0.2248</c:v>
                </c:pt>
                <c:pt idx="832">
                  <c:v>0.2243</c:v>
                </c:pt>
                <c:pt idx="833">
                  <c:v>0.2244</c:v>
                </c:pt>
                <c:pt idx="834">
                  <c:v>0.2241</c:v>
                </c:pt>
                <c:pt idx="835">
                  <c:v>0.2234</c:v>
                </c:pt>
                <c:pt idx="836">
                  <c:v>0.2244</c:v>
                </c:pt>
                <c:pt idx="837">
                  <c:v>0.2237</c:v>
                </c:pt>
                <c:pt idx="838">
                  <c:v>0.2231</c:v>
                </c:pt>
                <c:pt idx="839">
                  <c:v>0.2216</c:v>
                </c:pt>
                <c:pt idx="840">
                  <c:v>0.2211</c:v>
                </c:pt>
                <c:pt idx="841">
                  <c:v>0.2202</c:v>
                </c:pt>
                <c:pt idx="842">
                  <c:v>0.2199</c:v>
                </c:pt>
                <c:pt idx="843">
                  <c:v>0.2206</c:v>
                </c:pt>
                <c:pt idx="844">
                  <c:v>0.2214</c:v>
                </c:pt>
                <c:pt idx="845">
                  <c:v>0.2241</c:v>
                </c:pt>
                <c:pt idx="846">
                  <c:v>0.2249</c:v>
                </c:pt>
                <c:pt idx="847">
                  <c:v>0.2268</c:v>
                </c:pt>
                <c:pt idx="848">
                  <c:v>0.2275</c:v>
                </c:pt>
                <c:pt idx="849">
                  <c:v>0.2272</c:v>
                </c:pt>
                <c:pt idx="850">
                  <c:v>0.2257</c:v>
                </c:pt>
                <c:pt idx="851">
                  <c:v>0.2268</c:v>
                </c:pt>
                <c:pt idx="852">
                  <c:v>0.2264</c:v>
                </c:pt>
                <c:pt idx="853">
                  <c:v>0.2222</c:v>
                </c:pt>
                <c:pt idx="854">
                  <c:v>0.2226</c:v>
                </c:pt>
                <c:pt idx="855">
                  <c:v>0.2226</c:v>
                </c:pt>
                <c:pt idx="856">
                  <c:v>0.2229</c:v>
                </c:pt>
                <c:pt idx="857">
                  <c:v>0.2235</c:v>
                </c:pt>
                <c:pt idx="858">
                  <c:v>0.2191</c:v>
                </c:pt>
                <c:pt idx="859">
                  <c:v>0.2184</c:v>
                </c:pt>
                <c:pt idx="860">
                  <c:v>0.2176</c:v>
                </c:pt>
                <c:pt idx="861">
                  <c:v>0.2116</c:v>
                </c:pt>
                <c:pt idx="862">
                  <c:v>0.2123</c:v>
                </c:pt>
                <c:pt idx="863">
                  <c:v>0.2106</c:v>
                </c:pt>
                <c:pt idx="864">
                  <c:v>0.2107</c:v>
                </c:pt>
                <c:pt idx="865">
                  <c:v>0.2118</c:v>
                </c:pt>
                <c:pt idx="866">
                  <c:v>0.213</c:v>
                </c:pt>
                <c:pt idx="867">
                  <c:v>0.2119</c:v>
                </c:pt>
                <c:pt idx="868">
                  <c:v>0.2137</c:v>
                </c:pt>
                <c:pt idx="869">
                  <c:v>0.2132</c:v>
                </c:pt>
                <c:pt idx="870">
                  <c:v>0.2126</c:v>
                </c:pt>
                <c:pt idx="871">
                  <c:v>0.2126</c:v>
                </c:pt>
                <c:pt idx="872">
                  <c:v>0.2138</c:v>
                </c:pt>
                <c:pt idx="873">
                  <c:v>0.2157</c:v>
                </c:pt>
                <c:pt idx="874">
                  <c:v>0.2169</c:v>
                </c:pt>
                <c:pt idx="875">
                  <c:v>0.2175</c:v>
                </c:pt>
                <c:pt idx="876">
                  <c:v>0.2172</c:v>
                </c:pt>
                <c:pt idx="877">
                  <c:v>0.2186</c:v>
                </c:pt>
                <c:pt idx="878">
                  <c:v>0.2173</c:v>
                </c:pt>
                <c:pt idx="879">
                  <c:v>0.2152</c:v>
                </c:pt>
                <c:pt idx="880">
                  <c:v>0.2153</c:v>
                </c:pt>
                <c:pt idx="881">
                  <c:v>0.2165</c:v>
                </c:pt>
                <c:pt idx="882">
                  <c:v>0.2162</c:v>
                </c:pt>
                <c:pt idx="883">
                  <c:v>0.2169</c:v>
                </c:pt>
                <c:pt idx="884">
                  <c:v>0.2176</c:v>
                </c:pt>
                <c:pt idx="885">
                  <c:v>0.2173</c:v>
                </c:pt>
                <c:pt idx="886">
                  <c:v>0.2186</c:v>
                </c:pt>
                <c:pt idx="887">
                  <c:v>0.2193</c:v>
                </c:pt>
                <c:pt idx="888">
                  <c:v>0.2209</c:v>
                </c:pt>
                <c:pt idx="889">
                  <c:v>0.2219</c:v>
                </c:pt>
                <c:pt idx="890">
                  <c:v>0.2222</c:v>
                </c:pt>
                <c:pt idx="891">
                  <c:v>0.2217</c:v>
                </c:pt>
                <c:pt idx="892">
                  <c:v>0.2221</c:v>
                </c:pt>
                <c:pt idx="893">
                  <c:v>0.2206</c:v>
                </c:pt>
                <c:pt idx="894">
                  <c:v>0.2207</c:v>
                </c:pt>
                <c:pt idx="895">
                  <c:v>0.2216</c:v>
                </c:pt>
                <c:pt idx="896">
                  <c:v>0.2225</c:v>
                </c:pt>
                <c:pt idx="897">
                  <c:v>0.2233</c:v>
                </c:pt>
                <c:pt idx="898">
                  <c:v>0.2232</c:v>
                </c:pt>
                <c:pt idx="899">
                  <c:v>0.2221</c:v>
                </c:pt>
                <c:pt idx="900">
                  <c:v>0.2237</c:v>
                </c:pt>
                <c:pt idx="901">
                  <c:v>0.2232</c:v>
                </c:pt>
                <c:pt idx="902">
                  <c:v>0.2271</c:v>
                </c:pt>
                <c:pt idx="903">
                  <c:v>0.2271</c:v>
                </c:pt>
                <c:pt idx="904">
                  <c:v>0.2282</c:v>
                </c:pt>
                <c:pt idx="905">
                  <c:v>0.2278</c:v>
                </c:pt>
                <c:pt idx="906">
                  <c:v>0.2278</c:v>
                </c:pt>
                <c:pt idx="907">
                  <c:v>0.2265</c:v>
                </c:pt>
                <c:pt idx="908">
                  <c:v>0.2269</c:v>
                </c:pt>
                <c:pt idx="909">
                  <c:v>0.2271</c:v>
                </c:pt>
                <c:pt idx="910">
                  <c:v>0.2258</c:v>
                </c:pt>
                <c:pt idx="911">
                  <c:v>0.2256</c:v>
                </c:pt>
                <c:pt idx="912">
                  <c:v>0.2277</c:v>
                </c:pt>
                <c:pt idx="913">
                  <c:v>0.2284</c:v>
                </c:pt>
                <c:pt idx="914">
                  <c:v>0.2285</c:v>
                </c:pt>
                <c:pt idx="915">
                  <c:v>0.227</c:v>
                </c:pt>
                <c:pt idx="916">
                  <c:v>0.2264</c:v>
                </c:pt>
                <c:pt idx="917">
                  <c:v>0.2262</c:v>
                </c:pt>
                <c:pt idx="918">
                  <c:v>0.2263</c:v>
                </c:pt>
                <c:pt idx="919">
                  <c:v>0.2271</c:v>
                </c:pt>
                <c:pt idx="920">
                  <c:v>0.2278</c:v>
                </c:pt>
                <c:pt idx="921">
                  <c:v>0.2263</c:v>
                </c:pt>
                <c:pt idx="922">
                  <c:v>0.2278</c:v>
                </c:pt>
                <c:pt idx="923">
                  <c:v>0.229</c:v>
                </c:pt>
                <c:pt idx="924">
                  <c:v>0.2289</c:v>
                </c:pt>
                <c:pt idx="925">
                  <c:v>0.2298</c:v>
                </c:pt>
                <c:pt idx="926">
                  <c:v>0.2315</c:v>
                </c:pt>
                <c:pt idx="927">
                  <c:v>0.2302</c:v>
                </c:pt>
                <c:pt idx="928">
                  <c:v>0.2307</c:v>
                </c:pt>
                <c:pt idx="929">
                  <c:v>0.2288</c:v>
                </c:pt>
                <c:pt idx="930">
                  <c:v>0.2271</c:v>
                </c:pt>
                <c:pt idx="931">
                  <c:v>0.2277</c:v>
                </c:pt>
                <c:pt idx="932">
                  <c:v>0.2306</c:v>
                </c:pt>
                <c:pt idx="933">
                  <c:v>0.2338</c:v>
                </c:pt>
                <c:pt idx="934">
                  <c:v>0.2345</c:v>
                </c:pt>
                <c:pt idx="935">
                  <c:v>0.2355</c:v>
                </c:pt>
                <c:pt idx="936">
                  <c:v>0.2357</c:v>
                </c:pt>
                <c:pt idx="937">
                  <c:v>0.2354</c:v>
                </c:pt>
                <c:pt idx="938">
                  <c:v>0.2364</c:v>
                </c:pt>
                <c:pt idx="939">
                  <c:v>0.2356</c:v>
                </c:pt>
                <c:pt idx="940">
                  <c:v>0.2354</c:v>
                </c:pt>
                <c:pt idx="941">
                  <c:v>0.235</c:v>
                </c:pt>
                <c:pt idx="942">
                  <c:v>0.2351</c:v>
                </c:pt>
                <c:pt idx="943">
                  <c:v>0.2363</c:v>
                </c:pt>
                <c:pt idx="944">
                  <c:v>0.2354</c:v>
                </c:pt>
                <c:pt idx="945">
                  <c:v>0.2343</c:v>
                </c:pt>
                <c:pt idx="946">
                  <c:v>0.2356</c:v>
                </c:pt>
                <c:pt idx="947">
                  <c:v>0.2362</c:v>
                </c:pt>
                <c:pt idx="948">
                  <c:v>0.2361</c:v>
                </c:pt>
                <c:pt idx="949">
                  <c:v>0.2351</c:v>
                </c:pt>
                <c:pt idx="950">
                  <c:v>0.2343</c:v>
                </c:pt>
                <c:pt idx="951">
                  <c:v>0.234</c:v>
                </c:pt>
                <c:pt idx="952">
                  <c:v>0.2336</c:v>
                </c:pt>
                <c:pt idx="953">
                  <c:v>0.232</c:v>
                </c:pt>
                <c:pt idx="954">
                  <c:v>0.2299</c:v>
                </c:pt>
                <c:pt idx="955">
                  <c:v>0.2292</c:v>
                </c:pt>
                <c:pt idx="956">
                  <c:v>0.2278</c:v>
                </c:pt>
                <c:pt idx="957">
                  <c:v>0.2285</c:v>
                </c:pt>
                <c:pt idx="958">
                  <c:v>0.2299</c:v>
                </c:pt>
                <c:pt idx="959">
                  <c:v>0.2302</c:v>
                </c:pt>
                <c:pt idx="960">
                  <c:v>0.2324</c:v>
                </c:pt>
                <c:pt idx="961">
                  <c:v>0.2306</c:v>
                </c:pt>
                <c:pt idx="962">
                  <c:v>0.2309</c:v>
                </c:pt>
                <c:pt idx="963">
                  <c:v>0.2314</c:v>
                </c:pt>
                <c:pt idx="964">
                  <c:v>0.232</c:v>
                </c:pt>
                <c:pt idx="965">
                  <c:v>0.2332</c:v>
                </c:pt>
                <c:pt idx="966">
                  <c:v>0.2328</c:v>
                </c:pt>
                <c:pt idx="967">
                  <c:v>0.235</c:v>
                </c:pt>
                <c:pt idx="968">
                  <c:v>0.2355</c:v>
                </c:pt>
                <c:pt idx="969">
                  <c:v>0.2378</c:v>
                </c:pt>
                <c:pt idx="970">
                  <c:v>0.2385</c:v>
                </c:pt>
                <c:pt idx="971">
                  <c:v>0.238</c:v>
                </c:pt>
                <c:pt idx="972">
                  <c:v>0.237</c:v>
                </c:pt>
                <c:pt idx="973">
                  <c:v>0.2371</c:v>
                </c:pt>
                <c:pt idx="974">
                  <c:v>0.2386</c:v>
                </c:pt>
                <c:pt idx="975">
                  <c:v>0.2405</c:v>
                </c:pt>
                <c:pt idx="976">
                  <c:v>0.2413</c:v>
                </c:pt>
                <c:pt idx="977">
                  <c:v>0.2431</c:v>
                </c:pt>
                <c:pt idx="978">
                  <c:v>0.2437</c:v>
                </c:pt>
                <c:pt idx="979">
                  <c:v>0.2423</c:v>
                </c:pt>
                <c:pt idx="980">
                  <c:v>0.2439</c:v>
                </c:pt>
                <c:pt idx="981">
                  <c:v>0.2437</c:v>
                </c:pt>
                <c:pt idx="982">
                  <c:v>0.2467</c:v>
                </c:pt>
                <c:pt idx="983">
                  <c:v>0.2484</c:v>
                </c:pt>
                <c:pt idx="984">
                  <c:v>0.2507</c:v>
                </c:pt>
                <c:pt idx="985">
                  <c:v>0.2504</c:v>
                </c:pt>
                <c:pt idx="986">
                  <c:v>0.2518</c:v>
                </c:pt>
                <c:pt idx="987">
                  <c:v>0.2542</c:v>
                </c:pt>
                <c:pt idx="988">
                  <c:v>0.2557</c:v>
                </c:pt>
                <c:pt idx="989">
                  <c:v>0.2551</c:v>
                </c:pt>
                <c:pt idx="990">
                  <c:v>0.2567</c:v>
                </c:pt>
                <c:pt idx="991">
                  <c:v>0.2574</c:v>
                </c:pt>
                <c:pt idx="992">
                  <c:v>0.2572</c:v>
                </c:pt>
                <c:pt idx="993">
                  <c:v>0.2564</c:v>
                </c:pt>
                <c:pt idx="994">
                  <c:v>0.2586</c:v>
                </c:pt>
                <c:pt idx="995">
                  <c:v>0.2599</c:v>
                </c:pt>
                <c:pt idx="996">
                  <c:v>0.2599</c:v>
                </c:pt>
                <c:pt idx="997">
                  <c:v>0.2607</c:v>
                </c:pt>
                <c:pt idx="998">
                  <c:v>0.2622</c:v>
                </c:pt>
                <c:pt idx="999">
                  <c:v>0.2625</c:v>
                </c:pt>
                <c:pt idx="1000">
                  <c:v>0.2643</c:v>
                </c:pt>
                <c:pt idx="1001">
                  <c:v>0.2661</c:v>
                </c:pt>
                <c:pt idx="1002">
                  <c:v>0.266</c:v>
                </c:pt>
                <c:pt idx="1003">
                  <c:v>0.2657</c:v>
                </c:pt>
                <c:pt idx="1004">
                  <c:v>0.267</c:v>
                </c:pt>
                <c:pt idx="1005">
                  <c:v>0.2691</c:v>
                </c:pt>
                <c:pt idx="1006">
                  <c:v>0.2691</c:v>
                </c:pt>
                <c:pt idx="1007">
                  <c:v>0.2703</c:v>
                </c:pt>
                <c:pt idx="1008">
                  <c:v>0.2694</c:v>
                </c:pt>
                <c:pt idx="1009">
                  <c:v>0.2674</c:v>
                </c:pt>
                <c:pt idx="1010">
                  <c:v>0.2647</c:v>
                </c:pt>
                <c:pt idx="1011">
                  <c:v>0.2656</c:v>
                </c:pt>
                <c:pt idx="1012">
                  <c:v>0.2651</c:v>
                </c:pt>
                <c:pt idx="1013">
                  <c:v>0.267</c:v>
                </c:pt>
                <c:pt idx="1014">
                  <c:v>0.2662</c:v>
                </c:pt>
                <c:pt idx="1015">
                  <c:v>0.2648</c:v>
                </c:pt>
                <c:pt idx="1016">
                  <c:v>0.2643</c:v>
                </c:pt>
                <c:pt idx="1017">
                  <c:v>0.2653</c:v>
                </c:pt>
                <c:pt idx="1018">
                  <c:v>0.266</c:v>
                </c:pt>
                <c:pt idx="1019">
                  <c:v>0.2658</c:v>
                </c:pt>
                <c:pt idx="1020">
                  <c:v>0.2655</c:v>
                </c:pt>
                <c:pt idx="1021">
                  <c:v>0.2632</c:v>
                </c:pt>
                <c:pt idx="1022">
                  <c:v>0.2653</c:v>
                </c:pt>
                <c:pt idx="1023">
                  <c:v>0.2659</c:v>
                </c:pt>
                <c:pt idx="1024">
                  <c:v>0.2654</c:v>
                </c:pt>
                <c:pt idx="1025">
                  <c:v>0.2654</c:v>
                </c:pt>
                <c:pt idx="1026">
                  <c:v>0.2657</c:v>
                </c:pt>
                <c:pt idx="1027">
                  <c:v>0.2666</c:v>
                </c:pt>
                <c:pt idx="1028">
                  <c:v>0.267</c:v>
                </c:pt>
                <c:pt idx="1029">
                  <c:v>0.2675</c:v>
                </c:pt>
                <c:pt idx="1030">
                  <c:v>0.2672</c:v>
                </c:pt>
                <c:pt idx="1031">
                  <c:v>0.2696</c:v>
                </c:pt>
                <c:pt idx="1032">
                  <c:v>0.2716</c:v>
                </c:pt>
                <c:pt idx="1033">
                  <c:v>0.2721</c:v>
                </c:pt>
                <c:pt idx="1034">
                  <c:v>0.2712</c:v>
                </c:pt>
                <c:pt idx="1035">
                  <c:v>0.2701</c:v>
                </c:pt>
                <c:pt idx="1036">
                  <c:v>0.2699</c:v>
                </c:pt>
                <c:pt idx="1037">
                  <c:v>0.2709</c:v>
                </c:pt>
                <c:pt idx="1038">
                  <c:v>0.272</c:v>
                </c:pt>
                <c:pt idx="1039">
                  <c:v>0.2717</c:v>
                </c:pt>
                <c:pt idx="1040">
                  <c:v>0.2709</c:v>
                </c:pt>
                <c:pt idx="1041">
                  <c:v>0.271</c:v>
                </c:pt>
                <c:pt idx="1042">
                  <c:v>0.2717</c:v>
                </c:pt>
                <c:pt idx="1043">
                  <c:v>0.2722</c:v>
                </c:pt>
                <c:pt idx="1044">
                  <c:v>0.2724</c:v>
                </c:pt>
                <c:pt idx="1045">
                  <c:v>0.2724</c:v>
                </c:pt>
                <c:pt idx="1046">
                  <c:v>0.2721</c:v>
                </c:pt>
                <c:pt idx="1047">
                  <c:v>0.2728</c:v>
                </c:pt>
                <c:pt idx="1048">
                  <c:v>0.2723</c:v>
                </c:pt>
                <c:pt idx="1049">
                  <c:v>0.2727</c:v>
                </c:pt>
                <c:pt idx="1050">
                  <c:v>0.2733</c:v>
                </c:pt>
                <c:pt idx="1051">
                  <c:v>0.2741</c:v>
                </c:pt>
                <c:pt idx="1052">
                  <c:v>0.2743</c:v>
                </c:pt>
                <c:pt idx="1053">
                  <c:v>0.2737</c:v>
                </c:pt>
                <c:pt idx="1054">
                  <c:v>0.2732</c:v>
                </c:pt>
                <c:pt idx="1055">
                  <c:v>0.2732</c:v>
                </c:pt>
                <c:pt idx="1056">
                  <c:v>0.2741</c:v>
                </c:pt>
                <c:pt idx="1057">
                  <c:v>0.2764</c:v>
                </c:pt>
                <c:pt idx="1058">
                  <c:v>0.2775</c:v>
                </c:pt>
                <c:pt idx="1059">
                  <c:v>0.2789</c:v>
                </c:pt>
                <c:pt idx="1060">
                  <c:v>0.2795</c:v>
                </c:pt>
                <c:pt idx="1061">
                  <c:v>0.2799</c:v>
                </c:pt>
                <c:pt idx="1062">
                  <c:v>0.2808</c:v>
                </c:pt>
                <c:pt idx="1063">
                  <c:v>0.2819</c:v>
                </c:pt>
                <c:pt idx="1064">
                  <c:v>0.283</c:v>
                </c:pt>
                <c:pt idx="1065">
                  <c:v>0.2828</c:v>
                </c:pt>
                <c:pt idx="1066">
                  <c:v>0.2818</c:v>
                </c:pt>
                <c:pt idx="1067">
                  <c:v>0.2827</c:v>
                </c:pt>
                <c:pt idx="1068">
                  <c:v>0.284</c:v>
                </c:pt>
                <c:pt idx="1069">
                  <c:v>0.2843</c:v>
                </c:pt>
                <c:pt idx="1070">
                  <c:v>0.2839</c:v>
                </c:pt>
                <c:pt idx="1071">
                  <c:v>0.2854</c:v>
                </c:pt>
                <c:pt idx="1072">
                  <c:v>0.2845</c:v>
                </c:pt>
                <c:pt idx="1073">
                  <c:v>0.2838</c:v>
                </c:pt>
                <c:pt idx="1074">
                  <c:v>0.2843</c:v>
                </c:pt>
                <c:pt idx="1075">
                  <c:v>0.2845</c:v>
                </c:pt>
                <c:pt idx="1076">
                  <c:v>0.2834</c:v>
                </c:pt>
                <c:pt idx="1077">
                  <c:v>0.2839</c:v>
                </c:pt>
                <c:pt idx="1078">
                  <c:v>0.2862</c:v>
                </c:pt>
                <c:pt idx="1079">
                  <c:v>0.2858</c:v>
                </c:pt>
                <c:pt idx="1080">
                  <c:v>0.2866</c:v>
                </c:pt>
                <c:pt idx="1081">
                  <c:v>0.2887</c:v>
                </c:pt>
                <c:pt idx="1082">
                  <c:v>0.2898</c:v>
                </c:pt>
                <c:pt idx="1083">
                  <c:v>0.2886</c:v>
                </c:pt>
                <c:pt idx="1084">
                  <c:v>0.288</c:v>
                </c:pt>
                <c:pt idx="1085">
                  <c:v>0.2895</c:v>
                </c:pt>
                <c:pt idx="1086">
                  <c:v>0.2913</c:v>
                </c:pt>
                <c:pt idx="1087">
                  <c:v>0.2938</c:v>
                </c:pt>
                <c:pt idx="1088">
                  <c:v>0.2968</c:v>
                </c:pt>
                <c:pt idx="1089">
                  <c:v>0.2971</c:v>
                </c:pt>
                <c:pt idx="1090">
                  <c:v>0.2905</c:v>
                </c:pt>
                <c:pt idx="1091">
                  <c:v>0.2906</c:v>
                </c:pt>
                <c:pt idx="1092">
                  <c:v>0.2875</c:v>
                </c:pt>
                <c:pt idx="1093">
                  <c:v>0.2878</c:v>
                </c:pt>
                <c:pt idx="1094">
                  <c:v>0.2875</c:v>
                </c:pt>
                <c:pt idx="1095">
                  <c:v>0.2839</c:v>
                </c:pt>
                <c:pt idx="1096">
                  <c:v>0.2832</c:v>
                </c:pt>
                <c:pt idx="1097">
                  <c:v>0.2844</c:v>
                </c:pt>
                <c:pt idx="1098">
                  <c:v>0.2857</c:v>
                </c:pt>
                <c:pt idx="1099">
                  <c:v>0.2845</c:v>
                </c:pt>
                <c:pt idx="1100">
                  <c:v>0.2827</c:v>
                </c:pt>
                <c:pt idx="1101">
                  <c:v>0.2847</c:v>
                </c:pt>
                <c:pt idx="1102">
                  <c:v>0.2882</c:v>
                </c:pt>
                <c:pt idx="1103">
                  <c:v>0.2855</c:v>
                </c:pt>
                <c:pt idx="1104">
                  <c:v>0.2888</c:v>
                </c:pt>
                <c:pt idx="1105">
                  <c:v>0.2853</c:v>
                </c:pt>
                <c:pt idx="1106">
                  <c:v>0.2837</c:v>
                </c:pt>
                <c:pt idx="1107">
                  <c:v>0.2837</c:v>
                </c:pt>
                <c:pt idx="1108">
                  <c:v>0.2868</c:v>
                </c:pt>
                <c:pt idx="1109">
                  <c:v>0.2866</c:v>
                </c:pt>
                <c:pt idx="1110">
                  <c:v>0.288</c:v>
                </c:pt>
                <c:pt idx="1111">
                  <c:v>0.288</c:v>
                </c:pt>
                <c:pt idx="1112">
                  <c:v>0.2884</c:v>
                </c:pt>
                <c:pt idx="1113">
                  <c:v>0.289</c:v>
                </c:pt>
                <c:pt idx="1114">
                  <c:v>0.2854</c:v>
                </c:pt>
                <c:pt idx="1115">
                  <c:v>0.2862</c:v>
                </c:pt>
                <c:pt idx="1116">
                  <c:v>0.2874</c:v>
                </c:pt>
                <c:pt idx="1117">
                  <c:v>0.2908</c:v>
                </c:pt>
                <c:pt idx="1118">
                  <c:v>0.2926</c:v>
                </c:pt>
                <c:pt idx="1119">
                  <c:v>0.293</c:v>
                </c:pt>
                <c:pt idx="1120">
                  <c:v>0.2943</c:v>
                </c:pt>
                <c:pt idx="1121">
                  <c:v>0.2958</c:v>
                </c:pt>
                <c:pt idx="1122">
                  <c:v>0.2975</c:v>
                </c:pt>
                <c:pt idx="1123">
                  <c:v>0.2998</c:v>
                </c:pt>
                <c:pt idx="1124">
                  <c:v>0.2995</c:v>
                </c:pt>
                <c:pt idx="1125">
                  <c:v>0.3009</c:v>
                </c:pt>
                <c:pt idx="1126">
                  <c:v>0.3015</c:v>
                </c:pt>
                <c:pt idx="1127">
                  <c:v>0.3034</c:v>
                </c:pt>
                <c:pt idx="1128">
                  <c:v>0.3028</c:v>
                </c:pt>
                <c:pt idx="1129">
                  <c:v>0.3052</c:v>
                </c:pt>
                <c:pt idx="1130">
                  <c:v>0.3059</c:v>
                </c:pt>
                <c:pt idx="1131">
                  <c:v>0.3093</c:v>
                </c:pt>
                <c:pt idx="1132">
                  <c:v>0.314</c:v>
                </c:pt>
                <c:pt idx="1133">
                  <c:v>0.3146</c:v>
                </c:pt>
                <c:pt idx="1134">
                  <c:v>0.3141</c:v>
                </c:pt>
                <c:pt idx="1135">
                  <c:v>0.316</c:v>
                </c:pt>
                <c:pt idx="1136">
                  <c:v>0.3136</c:v>
                </c:pt>
                <c:pt idx="1137">
                  <c:v>0.3105</c:v>
                </c:pt>
                <c:pt idx="1138">
                  <c:v>0.313</c:v>
                </c:pt>
                <c:pt idx="1139">
                  <c:v>0.3126</c:v>
                </c:pt>
                <c:pt idx="1140">
                  <c:v>0.3144</c:v>
                </c:pt>
                <c:pt idx="1141">
                  <c:v>0.318</c:v>
                </c:pt>
                <c:pt idx="1142">
                  <c:v>0.3128</c:v>
                </c:pt>
                <c:pt idx="1143">
                  <c:v>0.3075</c:v>
                </c:pt>
                <c:pt idx="1144">
                  <c:v>0.3038</c:v>
                </c:pt>
                <c:pt idx="1145">
                  <c:v>0.2963</c:v>
                </c:pt>
                <c:pt idx="1146">
                  <c:v>0.2997</c:v>
                </c:pt>
                <c:pt idx="1147">
                  <c:v>0.3026</c:v>
                </c:pt>
                <c:pt idx="1148">
                  <c:v>0.3043</c:v>
                </c:pt>
                <c:pt idx="1149">
                  <c:v>0.3106</c:v>
                </c:pt>
                <c:pt idx="1150">
                  <c:v>0.3124</c:v>
                </c:pt>
                <c:pt idx="1151">
                  <c:v>0.3152</c:v>
                </c:pt>
                <c:pt idx="1152">
                  <c:v>0.3114</c:v>
                </c:pt>
                <c:pt idx="1153">
                  <c:v>0.3095</c:v>
                </c:pt>
                <c:pt idx="1154">
                  <c:v>0.3136</c:v>
                </c:pt>
                <c:pt idx="1155">
                  <c:v>0.3116</c:v>
                </c:pt>
                <c:pt idx="1156">
                  <c:v>0.3104</c:v>
                </c:pt>
                <c:pt idx="1157">
                  <c:v>0.3139</c:v>
                </c:pt>
                <c:pt idx="1158">
                  <c:v>0.3126</c:v>
                </c:pt>
                <c:pt idx="1159">
                  <c:v>0.3153</c:v>
                </c:pt>
                <c:pt idx="1160">
                  <c:v>0.317</c:v>
                </c:pt>
                <c:pt idx="1161">
                  <c:v>0.3172</c:v>
                </c:pt>
                <c:pt idx="1162">
                  <c:v>0.3148</c:v>
                </c:pt>
                <c:pt idx="1163">
                  <c:v>0.3135</c:v>
                </c:pt>
                <c:pt idx="1164">
                  <c:v>0.3143</c:v>
                </c:pt>
                <c:pt idx="1165">
                  <c:v>0.3136</c:v>
                </c:pt>
                <c:pt idx="1166">
                  <c:v>0.3145</c:v>
                </c:pt>
                <c:pt idx="1167">
                  <c:v>0.3149</c:v>
                </c:pt>
                <c:pt idx="1168">
                  <c:v>0.3139</c:v>
                </c:pt>
                <c:pt idx="1169">
                  <c:v>0.3125</c:v>
                </c:pt>
                <c:pt idx="1170">
                  <c:v>0.3083</c:v>
                </c:pt>
                <c:pt idx="1171">
                  <c:v>0.3068</c:v>
                </c:pt>
                <c:pt idx="1172">
                  <c:v>0.3076</c:v>
                </c:pt>
                <c:pt idx="1173">
                  <c:v>0.3043</c:v>
                </c:pt>
                <c:pt idx="1174">
                  <c:v>0.3082</c:v>
                </c:pt>
                <c:pt idx="1175">
                  <c:v>0.3075</c:v>
                </c:pt>
                <c:pt idx="1176">
                  <c:v>0.3069</c:v>
                </c:pt>
                <c:pt idx="1177">
                  <c:v>0.3067</c:v>
                </c:pt>
                <c:pt idx="1178">
                  <c:v>0.3074</c:v>
                </c:pt>
                <c:pt idx="1179">
                  <c:v>0.309</c:v>
                </c:pt>
                <c:pt idx="1180">
                  <c:v>0.3143</c:v>
                </c:pt>
                <c:pt idx="1181">
                  <c:v>0.3127</c:v>
                </c:pt>
                <c:pt idx="1182">
                  <c:v>0.3108</c:v>
                </c:pt>
                <c:pt idx="1183">
                  <c:v>0.3097</c:v>
                </c:pt>
                <c:pt idx="1184">
                  <c:v>0.307</c:v>
                </c:pt>
                <c:pt idx="1185">
                  <c:v>0.3052</c:v>
                </c:pt>
                <c:pt idx="1186">
                  <c:v>0.3093</c:v>
                </c:pt>
                <c:pt idx="1187">
                  <c:v>0.3111</c:v>
                </c:pt>
                <c:pt idx="1188">
                  <c:v>0.3083</c:v>
                </c:pt>
                <c:pt idx="1189">
                  <c:v>0.3084</c:v>
                </c:pt>
                <c:pt idx="1190">
                  <c:v>0.313</c:v>
                </c:pt>
                <c:pt idx="1191">
                  <c:v>0.3111</c:v>
                </c:pt>
                <c:pt idx="1192">
                  <c:v>0.3075</c:v>
                </c:pt>
                <c:pt idx="1193">
                  <c:v>0.3086</c:v>
                </c:pt>
                <c:pt idx="1194">
                  <c:v>0.31</c:v>
                </c:pt>
                <c:pt idx="1195">
                  <c:v>0.3119</c:v>
                </c:pt>
                <c:pt idx="1196">
                  <c:v>0.3108</c:v>
                </c:pt>
                <c:pt idx="1197">
                  <c:v>0.3143</c:v>
                </c:pt>
                <c:pt idx="1198">
                  <c:v>0.3168</c:v>
                </c:pt>
                <c:pt idx="1199">
                  <c:v>0.3164</c:v>
                </c:pt>
                <c:pt idx="1200">
                  <c:v>0.317</c:v>
                </c:pt>
                <c:pt idx="1201">
                  <c:v>0.3161</c:v>
                </c:pt>
                <c:pt idx="1202">
                  <c:v>0.3179</c:v>
                </c:pt>
                <c:pt idx="1203">
                  <c:v>0.3179</c:v>
                </c:pt>
                <c:pt idx="1204">
                  <c:v>0.3141</c:v>
                </c:pt>
                <c:pt idx="1205">
                  <c:v>0.3137</c:v>
                </c:pt>
                <c:pt idx="1206">
                  <c:v>0.3155</c:v>
                </c:pt>
                <c:pt idx="1207">
                  <c:v>0.3168</c:v>
                </c:pt>
                <c:pt idx="1208">
                  <c:v>0.3159</c:v>
                </c:pt>
                <c:pt idx="1209">
                  <c:v>0.3138</c:v>
                </c:pt>
                <c:pt idx="1210">
                  <c:v>0.3122</c:v>
                </c:pt>
                <c:pt idx="1211">
                  <c:v>0.3119</c:v>
                </c:pt>
                <c:pt idx="1212">
                  <c:v>0.3129</c:v>
                </c:pt>
                <c:pt idx="1213">
                  <c:v>0.3114</c:v>
                </c:pt>
                <c:pt idx="1214">
                  <c:v>0.3081</c:v>
                </c:pt>
                <c:pt idx="1215">
                  <c:v>0.3109</c:v>
                </c:pt>
                <c:pt idx="1216">
                  <c:v>0.31</c:v>
                </c:pt>
                <c:pt idx="1217">
                  <c:v>0.3121</c:v>
                </c:pt>
                <c:pt idx="1218">
                  <c:v>0.3135</c:v>
                </c:pt>
                <c:pt idx="1219">
                  <c:v>0.3128</c:v>
                </c:pt>
                <c:pt idx="1220">
                  <c:v>0.3136</c:v>
                </c:pt>
                <c:pt idx="1221">
                  <c:v>0.3112</c:v>
                </c:pt>
                <c:pt idx="1222">
                  <c:v>0.3114</c:v>
                </c:pt>
                <c:pt idx="1223">
                  <c:v>0.3136</c:v>
                </c:pt>
                <c:pt idx="1224">
                  <c:v>0.3125</c:v>
                </c:pt>
                <c:pt idx="1225">
                  <c:v>0.3122</c:v>
                </c:pt>
                <c:pt idx="1226">
                  <c:v>0.3115</c:v>
                </c:pt>
                <c:pt idx="1227">
                  <c:v>0.3068</c:v>
                </c:pt>
                <c:pt idx="1228">
                  <c:v>0.3071</c:v>
                </c:pt>
                <c:pt idx="1229">
                  <c:v>0.3052</c:v>
                </c:pt>
                <c:pt idx="1230">
                  <c:v>0.3059</c:v>
                </c:pt>
                <c:pt idx="1231">
                  <c:v>0.3038</c:v>
                </c:pt>
                <c:pt idx="1232">
                  <c:v>0.3018</c:v>
                </c:pt>
                <c:pt idx="1233">
                  <c:v>0.2977</c:v>
                </c:pt>
                <c:pt idx="1234">
                  <c:v>0.2964</c:v>
                </c:pt>
                <c:pt idx="1235">
                  <c:v>0.3005</c:v>
                </c:pt>
                <c:pt idx="1236">
                  <c:v>0.2965</c:v>
                </c:pt>
                <c:pt idx="1237">
                  <c:v>0.2969</c:v>
                </c:pt>
                <c:pt idx="1238">
                  <c:v>0.2963</c:v>
                </c:pt>
                <c:pt idx="1239">
                  <c:v>0.2964</c:v>
                </c:pt>
                <c:pt idx="1240">
                  <c:v>0.2976</c:v>
                </c:pt>
                <c:pt idx="1241">
                  <c:v>0.3025</c:v>
                </c:pt>
                <c:pt idx="1242">
                  <c:v>0.3033</c:v>
                </c:pt>
                <c:pt idx="1243">
                  <c:v>0.3014</c:v>
                </c:pt>
                <c:pt idx="1244">
                  <c:v>0.3044</c:v>
                </c:pt>
                <c:pt idx="1245">
                  <c:v>0.305</c:v>
                </c:pt>
                <c:pt idx="1246">
                  <c:v>0.3046</c:v>
                </c:pt>
                <c:pt idx="1247">
                  <c:v>0.3043</c:v>
                </c:pt>
                <c:pt idx="1248">
                  <c:v>0.3045</c:v>
                </c:pt>
                <c:pt idx="1249">
                  <c:v>0.3058</c:v>
                </c:pt>
                <c:pt idx="1250">
                  <c:v>0.3102</c:v>
                </c:pt>
                <c:pt idx="1251">
                  <c:v>0.3113</c:v>
                </c:pt>
                <c:pt idx="1252">
                  <c:v>0.3134</c:v>
                </c:pt>
                <c:pt idx="1253">
                  <c:v>0.3134</c:v>
                </c:pt>
                <c:pt idx="1254">
                  <c:v>0.3117</c:v>
                </c:pt>
                <c:pt idx="1255">
                  <c:v>0.312</c:v>
                </c:pt>
                <c:pt idx="1256">
                  <c:v>0.3121</c:v>
                </c:pt>
                <c:pt idx="1257">
                  <c:v>0.3142</c:v>
                </c:pt>
                <c:pt idx="1258">
                  <c:v>0.3112</c:v>
                </c:pt>
                <c:pt idx="1259">
                  <c:v>0.3087</c:v>
                </c:pt>
                <c:pt idx="1260">
                  <c:v>0.3079</c:v>
                </c:pt>
                <c:pt idx="1261">
                  <c:v>0.3076</c:v>
                </c:pt>
                <c:pt idx="1262">
                  <c:v>0.3125</c:v>
                </c:pt>
                <c:pt idx="1263">
                  <c:v>0.3103</c:v>
                </c:pt>
                <c:pt idx="1264">
                  <c:v>0.3138</c:v>
                </c:pt>
                <c:pt idx="1265">
                  <c:v>0.3138</c:v>
                </c:pt>
                <c:pt idx="1266">
                  <c:v>0.3127</c:v>
                </c:pt>
                <c:pt idx="1267">
                  <c:v>0.3118</c:v>
                </c:pt>
                <c:pt idx="1268">
                  <c:v>0.309</c:v>
                </c:pt>
                <c:pt idx="1269">
                  <c:v>0.3081</c:v>
                </c:pt>
                <c:pt idx="1270">
                  <c:v>0.3062</c:v>
                </c:pt>
                <c:pt idx="1271">
                  <c:v>0.3079</c:v>
                </c:pt>
                <c:pt idx="1272">
                  <c:v>0.3111</c:v>
                </c:pt>
                <c:pt idx="1273">
                  <c:v>0.3108</c:v>
                </c:pt>
                <c:pt idx="1274">
                  <c:v>0.3116</c:v>
                </c:pt>
                <c:pt idx="1275">
                  <c:v>0.3128</c:v>
                </c:pt>
                <c:pt idx="1276">
                  <c:v>0.3168</c:v>
                </c:pt>
                <c:pt idx="1277">
                  <c:v>0.3167</c:v>
                </c:pt>
                <c:pt idx="1278">
                  <c:v>0.3164</c:v>
                </c:pt>
                <c:pt idx="1279">
                  <c:v>0.3143</c:v>
                </c:pt>
                <c:pt idx="1280">
                  <c:v>0.3138</c:v>
                </c:pt>
                <c:pt idx="1281">
                  <c:v>0.3136</c:v>
                </c:pt>
                <c:pt idx="1282">
                  <c:v>0.316</c:v>
                </c:pt>
                <c:pt idx="1283">
                  <c:v>0.3132</c:v>
                </c:pt>
                <c:pt idx="1284">
                  <c:v>0.3118</c:v>
                </c:pt>
                <c:pt idx="1285">
                  <c:v>0.3128</c:v>
                </c:pt>
                <c:pt idx="1286">
                  <c:v>0.3118</c:v>
                </c:pt>
                <c:pt idx="1287">
                  <c:v>0.3113</c:v>
                </c:pt>
                <c:pt idx="1288">
                  <c:v>0.3099</c:v>
                </c:pt>
                <c:pt idx="1289">
                  <c:v>0.3113</c:v>
                </c:pt>
                <c:pt idx="1290">
                  <c:v>0.3125</c:v>
                </c:pt>
                <c:pt idx="1291">
                  <c:v>0.3114</c:v>
                </c:pt>
                <c:pt idx="1292">
                  <c:v>0.3141</c:v>
                </c:pt>
                <c:pt idx="1293">
                  <c:v>0.3174</c:v>
                </c:pt>
                <c:pt idx="1294">
                  <c:v>0.3182</c:v>
                </c:pt>
                <c:pt idx="1295">
                  <c:v>0.3231</c:v>
                </c:pt>
                <c:pt idx="1296">
                  <c:v>0.3216</c:v>
                </c:pt>
                <c:pt idx="1297">
                  <c:v>0.3237</c:v>
                </c:pt>
                <c:pt idx="1298">
                  <c:v>0.3242</c:v>
                </c:pt>
                <c:pt idx="1299">
                  <c:v>0.3262</c:v>
                </c:pt>
                <c:pt idx="1300">
                  <c:v>0.3209</c:v>
                </c:pt>
                <c:pt idx="1301">
                  <c:v>0.3222</c:v>
                </c:pt>
                <c:pt idx="1302">
                  <c:v>0.3214</c:v>
                </c:pt>
                <c:pt idx="1303">
                  <c:v>0.3158</c:v>
                </c:pt>
                <c:pt idx="1304">
                  <c:v>0.3199</c:v>
                </c:pt>
                <c:pt idx="1305">
                  <c:v>0.3178</c:v>
                </c:pt>
                <c:pt idx="1306">
                  <c:v>0.3171</c:v>
                </c:pt>
                <c:pt idx="1307">
                  <c:v>0.3184</c:v>
                </c:pt>
                <c:pt idx="1308">
                  <c:v>0.3156</c:v>
                </c:pt>
                <c:pt idx="1309">
                  <c:v>0.3208</c:v>
                </c:pt>
                <c:pt idx="1310">
                  <c:v>0.3262</c:v>
                </c:pt>
                <c:pt idx="1311">
                  <c:v>0.3223</c:v>
                </c:pt>
                <c:pt idx="1312">
                  <c:v>0.3224</c:v>
                </c:pt>
                <c:pt idx="1313">
                  <c:v>0.3233</c:v>
                </c:pt>
                <c:pt idx="1314">
                  <c:v>0.3232</c:v>
                </c:pt>
                <c:pt idx="1315">
                  <c:v>0.3197</c:v>
                </c:pt>
                <c:pt idx="1316">
                  <c:v>0.3208</c:v>
                </c:pt>
                <c:pt idx="1317">
                  <c:v>0.3225</c:v>
                </c:pt>
                <c:pt idx="1318">
                  <c:v>0.3234</c:v>
                </c:pt>
                <c:pt idx="1319">
                  <c:v>0.3284</c:v>
                </c:pt>
                <c:pt idx="1320">
                  <c:v>0.3275</c:v>
                </c:pt>
                <c:pt idx="1321">
                  <c:v>0.327</c:v>
                </c:pt>
                <c:pt idx="1322">
                  <c:v>0.3267</c:v>
                </c:pt>
                <c:pt idx="1323">
                  <c:v>0.3273</c:v>
                </c:pt>
                <c:pt idx="1324">
                  <c:v>0.3253</c:v>
                </c:pt>
                <c:pt idx="1325">
                  <c:v>0.3273</c:v>
                </c:pt>
                <c:pt idx="1326">
                  <c:v>0.3293</c:v>
                </c:pt>
                <c:pt idx="1327">
                  <c:v>0.3292</c:v>
                </c:pt>
                <c:pt idx="1328">
                  <c:v>0.3315</c:v>
                </c:pt>
                <c:pt idx="1329">
                  <c:v>0.3341</c:v>
                </c:pt>
                <c:pt idx="1330">
                  <c:v>0.3369</c:v>
                </c:pt>
                <c:pt idx="1331">
                  <c:v>0.3345</c:v>
                </c:pt>
                <c:pt idx="1332">
                  <c:v>0.3357</c:v>
                </c:pt>
                <c:pt idx="1333">
                  <c:v>0.3354</c:v>
                </c:pt>
                <c:pt idx="1334">
                  <c:v>0.3333</c:v>
                </c:pt>
                <c:pt idx="1335">
                  <c:v>0.334</c:v>
                </c:pt>
                <c:pt idx="1336">
                  <c:v>0.3339</c:v>
                </c:pt>
                <c:pt idx="1337">
                  <c:v>0.3362</c:v>
                </c:pt>
                <c:pt idx="1338">
                  <c:v>0.3345</c:v>
                </c:pt>
                <c:pt idx="1339">
                  <c:v>0.3369</c:v>
                </c:pt>
                <c:pt idx="1340">
                  <c:v>0.3405</c:v>
                </c:pt>
                <c:pt idx="1341">
                  <c:v>0.3407</c:v>
                </c:pt>
                <c:pt idx="1342">
                  <c:v>0.341</c:v>
                </c:pt>
                <c:pt idx="1343">
                  <c:v>0.3389</c:v>
                </c:pt>
                <c:pt idx="1344">
                  <c:v>0.3385</c:v>
                </c:pt>
                <c:pt idx="1345">
                  <c:v>0.3375</c:v>
                </c:pt>
                <c:pt idx="1346">
                  <c:v>0.3392</c:v>
                </c:pt>
                <c:pt idx="1347">
                  <c:v>0.3401</c:v>
                </c:pt>
                <c:pt idx="1348">
                  <c:v>0.3429</c:v>
                </c:pt>
                <c:pt idx="1349">
                  <c:v>0.3405</c:v>
                </c:pt>
                <c:pt idx="1350">
                  <c:v>0.3406</c:v>
                </c:pt>
                <c:pt idx="1351">
                  <c:v>0.3382</c:v>
                </c:pt>
                <c:pt idx="1352">
                  <c:v>0.3364</c:v>
                </c:pt>
                <c:pt idx="1353">
                  <c:v>0.3352</c:v>
                </c:pt>
                <c:pt idx="1354">
                  <c:v>0.3336</c:v>
                </c:pt>
                <c:pt idx="1355">
                  <c:v>0.3324</c:v>
                </c:pt>
                <c:pt idx="1356">
                  <c:v>0.3329</c:v>
                </c:pt>
                <c:pt idx="1357">
                  <c:v>0.332</c:v>
                </c:pt>
                <c:pt idx="1358">
                  <c:v>0.332</c:v>
                </c:pt>
                <c:pt idx="1359">
                  <c:v>0.3338</c:v>
                </c:pt>
                <c:pt idx="1360">
                  <c:v>0.3318</c:v>
                </c:pt>
                <c:pt idx="1361">
                  <c:v>0.3325</c:v>
                </c:pt>
                <c:pt idx="1362">
                  <c:v>0.3373</c:v>
                </c:pt>
                <c:pt idx="1363">
                  <c:v>0.3389</c:v>
                </c:pt>
                <c:pt idx="1364">
                  <c:v>0.3394</c:v>
                </c:pt>
                <c:pt idx="1365">
                  <c:v>0.3419</c:v>
                </c:pt>
                <c:pt idx="1366">
                  <c:v>0.3425</c:v>
                </c:pt>
                <c:pt idx="1367">
                  <c:v>0.3434</c:v>
                </c:pt>
                <c:pt idx="1368">
                  <c:v>0.342</c:v>
                </c:pt>
                <c:pt idx="1369">
                  <c:v>0.3456</c:v>
                </c:pt>
                <c:pt idx="1370">
                  <c:v>0.3466</c:v>
                </c:pt>
                <c:pt idx="1371">
                  <c:v>0.3459</c:v>
                </c:pt>
                <c:pt idx="1372">
                  <c:v>0.3495</c:v>
                </c:pt>
                <c:pt idx="1373">
                  <c:v>0.3516</c:v>
                </c:pt>
                <c:pt idx="1374">
                  <c:v>0.3499</c:v>
                </c:pt>
                <c:pt idx="1375">
                  <c:v>0.3502</c:v>
                </c:pt>
                <c:pt idx="1376">
                  <c:v>0.3513</c:v>
                </c:pt>
                <c:pt idx="1377">
                  <c:v>0.3541</c:v>
                </c:pt>
                <c:pt idx="1378">
                  <c:v>0.3547</c:v>
                </c:pt>
                <c:pt idx="1379">
                  <c:v>0.3565</c:v>
                </c:pt>
                <c:pt idx="1380">
                  <c:v>0.3561</c:v>
                </c:pt>
                <c:pt idx="1381">
                  <c:v>0.3584</c:v>
                </c:pt>
                <c:pt idx="1382">
                  <c:v>0.3612</c:v>
                </c:pt>
                <c:pt idx="1383">
                  <c:v>0.3654</c:v>
                </c:pt>
                <c:pt idx="1384">
                  <c:v>0.3663</c:v>
                </c:pt>
                <c:pt idx="1385">
                  <c:v>0.3698</c:v>
                </c:pt>
                <c:pt idx="1386">
                  <c:v>0.3704</c:v>
                </c:pt>
                <c:pt idx="1387">
                  <c:v>0.3669</c:v>
                </c:pt>
                <c:pt idx="1388">
                  <c:v>0.3723</c:v>
                </c:pt>
                <c:pt idx="1389">
                  <c:v>0.3726</c:v>
                </c:pt>
                <c:pt idx="1390">
                  <c:v>0.3736</c:v>
                </c:pt>
                <c:pt idx="1391">
                  <c:v>0.3738</c:v>
                </c:pt>
                <c:pt idx="1392">
                  <c:v>0.3764</c:v>
                </c:pt>
                <c:pt idx="1393">
                  <c:v>0.3876</c:v>
                </c:pt>
                <c:pt idx="1394">
                  <c:v>0.3836</c:v>
                </c:pt>
                <c:pt idx="1395">
                  <c:v>0.3831</c:v>
                </c:pt>
                <c:pt idx="1396">
                  <c:v>0.3827</c:v>
                </c:pt>
                <c:pt idx="1397">
                  <c:v>0.3878</c:v>
                </c:pt>
                <c:pt idx="1398">
                  <c:v>0.3902</c:v>
                </c:pt>
                <c:pt idx="1399">
                  <c:v>0.3911</c:v>
                </c:pt>
                <c:pt idx="1400">
                  <c:v>0.392</c:v>
                </c:pt>
                <c:pt idx="1401">
                  <c:v>0.3878</c:v>
                </c:pt>
                <c:pt idx="1402">
                  <c:v>0.3818</c:v>
                </c:pt>
                <c:pt idx="1403">
                  <c:v>0.3853</c:v>
                </c:pt>
                <c:pt idx="1404">
                  <c:v>0.3862</c:v>
                </c:pt>
                <c:pt idx="1405">
                  <c:v>0.3852</c:v>
                </c:pt>
                <c:pt idx="1406">
                  <c:v>0.3853</c:v>
                </c:pt>
                <c:pt idx="1407">
                  <c:v>0.3883</c:v>
                </c:pt>
                <c:pt idx="1408">
                  <c:v>0.393</c:v>
                </c:pt>
                <c:pt idx="1409">
                  <c:v>0.3926</c:v>
                </c:pt>
                <c:pt idx="1410">
                  <c:v>0.3916</c:v>
                </c:pt>
                <c:pt idx="1411">
                  <c:v>0.3923</c:v>
                </c:pt>
                <c:pt idx="1412">
                  <c:v>0.392</c:v>
                </c:pt>
                <c:pt idx="1413">
                  <c:v>0.3883</c:v>
                </c:pt>
                <c:pt idx="1414">
                  <c:v>0.3869</c:v>
                </c:pt>
                <c:pt idx="1415">
                  <c:v>0.3894</c:v>
                </c:pt>
                <c:pt idx="1416">
                  <c:v>0.3887</c:v>
                </c:pt>
                <c:pt idx="1417">
                  <c:v>0.3956</c:v>
                </c:pt>
                <c:pt idx="1418">
                  <c:v>0.401</c:v>
                </c:pt>
                <c:pt idx="1419">
                  <c:v>0.4013</c:v>
                </c:pt>
                <c:pt idx="1420">
                  <c:v>0.4027</c:v>
                </c:pt>
                <c:pt idx="1421">
                  <c:v>0.4047</c:v>
                </c:pt>
                <c:pt idx="1422">
                  <c:v>0.4059</c:v>
                </c:pt>
                <c:pt idx="1423">
                  <c:v>0.4063</c:v>
                </c:pt>
                <c:pt idx="1424">
                  <c:v>0.4068</c:v>
                </c:pt>
                <c:pt idx="1425">
                  <c:v>0.4033</c:v>
                </c:pt>
                <c:pt idx="1426">
                  <c:v>0.4028</c:v>
                </c:pt>
                <c:pt idx="1427">
                  <c:v>0.4038</c:v>
                </c:pt>
                <c:pt idx="1428">
                  <c:v>0.4086</c:v>
                </c:pt>
                <c:pt idx="1429">
                  <c:v>0.4096</c:v>
                </c:pt>
                <c:pt idx="1430">
                  <c:v>0.4089</c:v>
                </c:pt>
                <c:pt idx="1431">
                  <c:v>0.4111</c:v>
                </c:pt>
                <c:pt idx="1432">
                  <c:v>0.4053</c:v>
                </c:pt>
                <c:pt idx="1433">
                  <c:v>0.4055</c:v>
                </c:pt>
                <c:pt idx="1434">
                  <c:v>0.4049</c:v>
                </c:pt>
                <c:pt idx="1435">
                  <c:v>0.4018</c:v>
                </c:pt>
                <c:pt idx="1436">
                  <c:v>0.3997</c:v>
                </c:pt>
                <c:pt idx="1437">
                  <c:v>0.4025</c:v>
                </c:pt>
                <c:pt idx="1438">
                  <c:v>0.4035</c:v>
                </c:pt>
                <c:pt idx="1439">
                  <c:v>0.394</c:v>
                </c:pt>
                <c:pt idx="1440">
                  <c:v>0.3958</c:v>
                </c:pt>
                <c:pt idx="1441">
                  <c:v>0.3943</c:v>
                </c:pt>
                <c:pt idx="1442">
                  <c:v>0.3919</c:v>
                </c:pt>
                <c:pt idx="1443">
                  <c:v>0.398</c:v>
                </c:pt>
                <c:pt idx="1444">
                  <c:v>0.3949</c:v>
                </c:pt>
                <c:pt idx="1445">
                  <c:v>0.3946</c:v>
                </c:pt>
                <c:pt idx="1446">
                  <c:v>0.3982</c:v>
                </c:pt>
                <c:pt idx="1447">
                  <c:v>0.3989</c:v>
                </c:pt>
                <c:pt idx="1448">
                  <c:v>0.3955</c:v>
                </c:pt>
                <c:pt idx="1449">
                  <c:v>0.3946</c:v>
                </c:pt>
                <c:pt idx="1450">
                  <c:v>0.3971</c:v>
                </c:pt>
                <c:pt idx="1451">
                  <c:v>0.3969</c:v>
                </c:pt>
                <c:pt idx="1452">
                  <c:v>0.3956</c:v>
                </c:pt>
                <c:pt idx="1453">
                  <c:v>0.3964</c:v>
                </c:pt>
                <c:pt idx="1454">
                  <c:v>0.3978</c:v>
                </c:pt>
                <c:pt idx="1455">
                  <c:v>0.3994</c:v>
                </c:pt>
                <c:pt idx="1456">
                  <c:v>0.4003</c:v>
                </c:pt>
                <c:pt idx="1457">
                  <c:v>0.399</c:v>
                </c:pt>
                <c:pt idx="1458">
                  <c:v>0.3984</c:v>
                </c:pt>
                <c:pt idx="1459">
                  <c:v>0.3983</c:v>
                </c:pt>
                <c:pt idx="1460">
                  <c:v>0.3971</c:v>
                </c:pt>
                <c:pt idx="1461">
                  <c:v>0.3974</c:v>
                </c:pt>
                <c:pt idx="1462">
                  <c:v>0.3969</c:v>
                </c:pt>
                <c:pt idx="1463">
                  <c:v>0.3998</c:v>
                </c:pt>
                <c:pt idx="1464">
                  <c:v>0.4047</c:v>
                </c:pt>
                <c:pt idx="1465">
                  <c:v>0.4037</c:v>
                </c:pt>
                <c:pt idx="1466">
                  <c:v>0.4034</c:v>
                </c:pt>
                <c:pt idx="1467">
                  <c:v>0.4023</c:v>
                </c:pt>
                <c:pt idx="1468">
                  <c:v>0.4027</c:v>
                </c:pt>
                <c:pt idx="1469">
                  <c:v>0.4034</c:v>
                </c:pt>
                <c:pt idx="1470">
                  <c:v>0.4061</c:v>
                </c:pt>
                <c:pt idx="1471">
                  <c:v>0.4113</c:v>
                </c:pt>
                <c:pt idx="1472">
                  <c:v>0.4116</c:v>
                </c:pt>
                <c:pt idx="1473">
                  <c:v>0.4126</c:v>
                </c:pt>
                <c:pt idx="1474">
                  <c:v>0.4109</c:v>
                </c:pt>
                <c:pt idx="1475">
                  <c:v>0.4114</c:v>
                </c:pt>
                <c:pt idx="1476">
                  <c:v>0.4135</c:v>
                </c:pt>
                <c:pt idx="1477">
                  <c:v>0.4137</c:v>
                </c:pt>
                <c:pt idx="1478">
                  <c:v>0.4186</c:v>
                </c:pt>
                <c:pt idx="1479">
                  <c:v>0.4188</c:v>
                </c:pt>
                <c:pt idx="1480">
                  <c:v>0.4173</c:v>
                </c:pt>
                <c:pt idx="1481">
                  <c:v>0.4165</c:v>
                </c:pt>
                <c:pt idx="1482">
                  <c:v>0.4193</c:v>
                </c:pt>
                <c:pt idx="1483">
                  <c:v>0.4157</c:v>
                </c:pt>
                <c:pt idx="1484">
                  <c:v>0.4156</c:v>
                </c:pt>
                <c:pt idx="1485">
                  <c:v>0.4155</c:v>
                </c:pt>
                <c:pt idx="1486">
                  <c:v>0.4163</c:v>
                </c:pt>
                <c:pt idx="1487">
                  <c:v>0.4185</c:v>
                </c:pt>
                <c:pt idx="1488">
                  <c:v>0.4195</c:v>
                </c:pt>
                <c:pt idx="1489">
                  <c:v>0.4187</c:v>
                </c:pt>
                <c:pt idx="1490">
                  <c:v>0.4193</c:v>
                </c:pt>
                <c:pt idx="1491">
                  <c:v>0.4188</c:v>
                </c:pt>
                <c:pt idx="1492">
                  <c:v>0.4205</c:v>
                </c:pt>
                <c:pt idx="1493">
                  <c:v>0.4206</c:v>
                </c:pt>
                <c:pt idx="1494">
                  <c:v>0.4208</c:v>
                </c:pt>
                <c:pt idx="1495">
                  <c:v>0.4225</c:v>
                </c:pt>
                <c:pt idx="1496">
                  <c:v>0.4245</c:v>
                </c:pt>
                <c:pt idx="1497">
                  <c:v>0.4262</c:v>
                </c:pt>
                <c:pt idx="1498">
                  <c:v>0.4273</c:v>
                </c:pt>
                <c:pt idx="1499">
                  <c:v>0.4286</c:v>
                </c:pt>
                <c:pt idx="1500">
                  <c:v>0.4271</c:v>
                </c:pt>
                <c:pt idx="1501">
                  <c:v>0.426</c:v>
                </c:pt>
                <c:pt idx="1502">
                  <c:v>0.4244</c:v>
                </c:pt>
                <c:pt idx="1503">
                  <c:v>0.4227</c:v>
                </c:pt>
                <c:pt idx="1504">
                  <c:v>0.4223</c:v>
                </c:pt>
                <c:pt idx="1505">
                  <c:v>0.4225</c:v>
                </c:pt>
                <c:pt idx="1506">
                  <c:v>0.4248</c:v>
                </c:pt>
                <c:pt idx="1507">
                  <c:v>0.4237</c:v>
                </c:pt>
                <c:pt idx="1508">
                  <c:v>0.4268</c:v>
                </c:pt>
                <c:pt idx="1509">
                  <c:v>0.4249</c:v>
                </c:pt>
                <c:pt idx="1510">
                  <c:v>0.4256</c:v>
                </c:pt>
                <c:pt idx="1511">
                  <c:v>0.4266</c:v>
                </c:pt>
                <c:pt idx="1512">
                  <c:v>0.4273</c:v>
                </c:pt>
                <c:pt idx="1513">
                  <c:v>0.4303</c:v>
                </c:pt>
                <c:pt idx="1514">
                  <c:v>0.4309</c:v>
                </c:pt>
                <c:pt idx="1515">
                  <c:v>0.4317</c:v>
                </c:pt>
                <c:pt idx="1516">
                  <c:v>0.4321</c:v>
                </c:pt>
                <c:pt idx="1517">
                  <c:v>0.4342</c:v>
                </c:pt>
                <c:pt idx="1518">
                  <c:v>0.4322</c:v>
                </c:pt>
                <c:pt idx="1519">
                  <c:v>0.4339</c:v>
                </c:pt>
                <c:pt idx="1520">
                  <c:v>0.433</c:v>
                </c:pt>
                <c:pt idx="1521">
                  <c:v>0.4333</c:v>
                </c:pt>
                <c:pt idx="1522">
                  <c:v>0.4344</c:v>
                </c:pt>
                <c:pt idx="1523">
                  <c:v>0.4369</c:v>
                </c:pt>
                <c:pt idx="1524">
                  <c:v>0.4378</c:v>
                </c:pt>
                <c:pt idx="1525">
                  <c:v>0.4394</c:v>
                </c:pt>
                <c:pt idx="1526">
                  <c:v>0.4417</c:v>
                </c:pt>
                <c:pt idx="1527">
                  <c:v>0.4432</c:v>
                </c:pt>
                <c:pt idx="1528">
                  <c:v>0.4451</c:v>
                </c:pt>
                <c:pt idx="1529">
                  <c:v>0.4441</c:v>
                </c:pt>
                <c:pt idx="1530">
                  <c:v>0.4429</c:v>
                </c:pt>
                <c:pt idx="1531">
                  <c:v>0.4449</c:v>
                </c:pt>
                <c:pt idx="1532">
                  <c:v>0.4445</c:v>
                </c:pt>
                <c:pt idx="1533">
                  <c:v>0.4422</c:v>
                </c:pt>
                <c:pt idx="1534">
                  <c:v>0.4428</c:v>
                </c:pt>
                <c:pt idx="1535">
                  <c:v>0.4434</c:v>
                </c:pt>
                <c:pt idx="1536">
                  <c:v>0.4439</c:v>
                </c:pt>
                <c:pt idx="1537">
                  <c:v>0.4425</c:v>
                </c:pt>
                <c:pt idx="1538">
                  <c:v>0.4424</c:v>
                </c:pt>
                <c:pt idx="1539">
                  <c:v>0.4418</c:v>
                </c:pt>
                <c:pt idx="1540">
                  <c:v>0.4416</c:v>
                </c:pt>
                <c:pt idx="1541">
                  <c:v>0.4423</c:v>
                </c:pt>
                <c:pt idx="1542">
                  <c:v>0.4411</c:v>
                </c:pt>
                <c:pt idx="1543">
                  <c:v>0.4439</c:v>
                </c:pt>
                <c:pt idx="1544">
                  <c:v>0.444</c:v>
                </c:pt>
                <c:pt idx="1545">
                  <c:v>0.4449</c:v>
                </c:pt>
                <c:pt idx="1546">
                  <c:v>0.4468</c:v>
                </c:pt>
                <c:pt idx="1547">
                  <c:v>0.4493</c:v>
                </c:pt>
                <c:pt idx="1548">
                  <c:v>0.4491</c:v>
                </c:pt>
                <c:pt idx="1549">
                  <c:v>0.4489</c:v>
                </c:pt>
                <c:pt idx="1550">
                  <c:v>0.4491</c:v>
                </c:pt>
                <c:pt idx="1551">
                  <c:v>0.4471</c:v>
                </c:pt>
                <c:pt idx="1552">
                  <c:v>0.4486</c:v>
                </c:pt>
                <c:pt idx="1553">
                  <c:v>0.4488</c:v>
                </c:pt>
                <c:pt idx="1554">
                  <c:v>0.4482</c:v>
                </c:pt>
                <c:pt idx="1555">
                  <c:v>0.4487</c:v>
                </c:pt>
                <c:pt idx="1556">
                  <c:v>0.4496</c:v>
                </c:pt>
                <c:pt idx="1557">
                  <c:v>0.4501</c:v>
                </c:pt>
                <c:pt idx="1558">
                  <c:v>0.4499</c:v>
                </c:pt>
                <c:pt idx="1559">
                  <c:v>0.4495</c:v>
                </c:pt>
                <c:pt idx="1560">
                  <c:v>0.4482</c:v>
                </c:pt>
                <c:pt idx="1561">
                  <c:v>0.452</c:v>
                </c:pt>
                <c:pt idx="1562">
                  <c:v>0.4542</c:v>
                </c:pt>
                <c:pt idx="1563">
                  <c:v>0.4557</c:v>
                </c:pt>
                <c:pt idx="1564">
                  <c:v>0.455</c:v>
                </c:pt>
                <c:pt idx="1565">
                  <c:v>0.4561</c:v>
                </c:pt>
                <c:pt idx="1566">
                  <c:v>0.4567</c:v>
                </c:pt>
                <c:pt idx="1567">
                  <c:v>0.4547</c:v>
                </c:pt>
                <c:pt idx="1568">
                  <c:v>0.455</c:v>
                </c:pt>
                <c:pt idx="1569">
                  <c:v>0.4549</c:v>
                </c:pt>
                <c:pt idx="1570">
                  <c:v>0.4547</c:v>
                </c:pt>
                <c:pt idx="1571">
                  <c:v>0.4537</c:v>
                </c:pt>
                <c:pt idx="1572">
                  <c:v>0.4559</c:v>
                </c:pt>
                <c:pt idx="1573">
                  <c:v>0.4582</c:v>
                </c:pt>
                <c:pt idx="1574">
                  <c:v>0.4563</c:v>
                </c:pt>
                <c:pt idx="1575">
                  <c:v>0.4567</c:v>
                </c:pt>
                <c:pt idx="1576">
                  <c:v>0.4552</c:v>
                </c:pt>
                <c:pt idx="1577">
                  <c:v>0.458</c:v>
                </c:pt>
                <c:pt idx="1578">
                  <c:v>0.4587</c:v>
                </c:pt>
                <c:pt idx="1579">
                  <c:v>0.4581</c:v>
                </c:pt>
                <c:pt idx="1580">
                  <c:v>0.4574</c:v>
                </c:pt>
                <c:pt idx="1581">
                  <c:v>0.4555</c:v>
                </c:pt>
                <c:pt idx="1582">
                  <c:v>0.4572</c:v>
                </c:pt>
                <c:pt idx="1583">
                  <c:v>0.4575</c:v>
                </c:pt>
                <c:pt idx="1584">
                  <c:v>0.4563</c:v>
                </c:pt>
                <c:pt idx="1585">
                  <c:v>0.4587</c:v>
                </c:pt>
                <c:pt idx="1586">
                  <c:v>0.4608</c:v>
                </c:pt>
                <c:pt idx="1587">
                  <c:v>0.4612</c:v>
                </c:pt>
                <c:pt idx="1588">
                  <c:v>0.4624</c:v>
                </c:pt>
                <c:pt idx="1589">
                  <c:v>0.4629</c:v>
                </c:pt>
                <c:pt idx="1590">
                  <c:v>0.4627</c:v>
                </c:pt>
                <c:pt idx="1591">
                  <c:v>0.4663</c:v>
                </c:pt>
                <c:pt idx="1592">
                  <c:v>0.4677</c:v>
                </c:pt>
                <c:pt idx="1593">
                  <c:v>0.4699</c:v>
                </c:pt>
                <c:pt idx="1594">
                  <c:v>0.4701</c:v>
                </c:pt>
                <c:pt idx="1595">
                  <c:v>0.4698</c:v>
                </c:pt>
                <c:pt idx="1596">
                  <c:v>0.47</c:v>
                </c:pt>
                <c:pt idx="1597">
                  <c:v>0.4692</c:v>
                </c:pt>
                <c:pt idx="1598">
                  <c:v>0.4705</c:v>
                </c:pt>
                <c:pt idx="1599">
                  <c:v>0.4712</c:v>
                </c:pt>
                <c:pt idx="1600">
                  <c:v>0.4725</c:v>
                </c:pt>
                <c:pt idx="1601">
                  <c:v>0.4743</c:v>
                </c:pt>
                <c:pt idx="1602">
                  <c:v>0.478</c:v>
                </c:pt>
                <c:pt idx="1603">
                  <c:v>0.4796</c:v>
                </c:pt>
                <c:pt idx="1604">
                  <c:v>0.483</c:v>
                </c:pt>
                <c:pt idx="1605">
                  <c:v>0.4828</c:v>
                </c:pt>
                <c:pt idx="1606">
                  <c:v>0.4813</c:v>
                </c:pt>
                <c:pt idx="1607">
                  <c:v>0.4823</c:v>
                </c:pt>
                <c:pt idx="1608">
                  <c:v>0.4801</c:v>
                </c:pt>
                <c:pt idx="1609">
                  <c:v>0.4829</c:v>
                </c:pt>
                <c:pt idx="1610">
                  <c:v>0.4827</c:v>
                </c:pt>
                <c:pt idx="1611">
                  <c:v>0.4849</c:v>
                </c:pt>
                <c:pt idx="1612">
                  <c:v>0.4843</c:v>
                </c:pt>
                <c:pt idx="1613">
                  <c:v>0.4839</c:v>
                </c:pt>
                <c:pt idx="1614">
                  <c:v>0.4829</c:v>
                </c:pt>
                <c:pt idx="1615">
                  <c:v>0.4836</c:v>
                </c:pt>
                <c:pt idx="1616">
                  <c:v>0.4855</c:v>
                </c:pt>
                <c:pt idx="1617">
                  <c:v>0.4817</c:v>
                </c:pt>
                <c:pt idx="1618">
                  <c:v>0.484</c:v>
                </c:pt>
                <c:pt idx="1619">
                  <c:v>0.4777</c:v>
                </c:pt>
                <c:pt idx="1620">
                  <c:v>0.4626</c:v>
                </c:pt>
                <c:pt idx="1621">
                  <c:v>0.469</c:v>
                </c:pt>
                <c:pt idx="1622">
                  <c:v>0.4713</c:v>
                </c:pt>
                <c:pt idx="1623">
                  <c:v>0.4737</c:v>
                </c:pt>
                <c:pt idx="1624">
                  <c:v>0.4733</c:v>
                </c:pt>
                <c:pt idx="1625">
                  <c:v>0.4752</c:v>
                </c:pt>
                <c:pt idx="1626">
                  <c:v>0.4784</c:v>
                </c:pt>
                <c:pt idx="1627">
                  <c:v>0.4798</c:v>
                </c:pt>
                <c:pt idx="1628">
                  <c:v>0.4788</c:v>
                </c:pt>
                <c:pt idx="1629">
                  <c:v>0.4798</c:v>
                </c:pt>
                <c:pt idx="1630">
                  <c:v>0.484</c:v>
                </c:pt>
                <c:pt idx="1631">
                  <c:v>0.4826</c:v>
                </c:pt>
                <c:pt idx="1632">
                  <c:v>0.4832</c:v>
                </c:pt>
                <c:pt idx="1633">
                  <c:v>0.4875</c:v>
                </c:pt>
                <c:pt idx="1634">
                  <c:v>0.4891</c:v>
                </c:pt>
                <c:pt idx="1635">
                  <c:v>0.4889</c:v>
                </c:pt>
                <c:pt idx="1636">
                  <c:v>0.4883</c:v>
                </c:pt>
                <c:pt idx="1637">
                  <c:v>0.4857</c:v>
                </c:pt>
                <c:pt idx="1638">
                  <c:v>0.4872</c:v>
                </c:pt>
                <c:pt idx="1639">
                  <c:v>0.4815</c:v>
                </c:pt>
                <c:pt idx="1640">
                  <c:v>0.4884</c:v>
                </c:pt>
                <c:pt idx="1641">
                  <c:v>0.4884</c:v>
                </c:pt>
                <c:pt idx="1642">
                  <c:v>0.4888</c:v>
                </c:pt>
                <c:pt idx="1643">
                  <c:v>0.4952</c:v>
                </c:pt>
                <c:pt idx="1644">
                  <c:v>0.4923</c:v>
                </c:pt>
                <c:pt idx="1645">
                  <c:v>0.486</c:v>
                </c:pt>
                <c:pt idx="1646">
                  <c:v>0.4904</c:v>
                </c:pt>
                <c:pt idx="1647">
                  <c:v>0.4885</c:v>
                </c:pt>
                <c:pt idx="1648">
                  <c:v>0.4851</c:v>
                </c:pt>
                <c:pt idx="1649">
                  <c:v>0.4819</c:v>
                </c:pt>
                <c:pt idx="1650">
                  <c:v>0.4736</c:v>
                </c:pt>
                <c:pt idx="1651">
                  <c:v>0.4708</c:v>
                </c:pt>
                <c:pt idx="1652">
                  <c:v>0.468</c:v>
                </c:pt>
                <c:pt idx="1653">
                  <c:v>0.4644</c:v>
                </c:pt>
                <c:pt idx="1654">
                  <c:v>0.4657</c:v>
                </c:pt>
                <c:pt idx="1655">
                  <c:v>0.4653</c:v>
                </c:pt>
                <c:pt idx="1656">
                  <c:v>0.4663</c:v>
                </c:pt>
                <c:pt idx="1657">
                  <c:v>0.4683</c:v>
                </c:pt>
                <c:pt idx="1658">
                  <c:v>0.4684</c:v>
                </c:pt>
                <c:pt idx="1659">
                  <c:v>0.468</c:v>
                </c:pt>
                <c:pt idx="1660">
                  <c:v>0.4678</c:v>
                </c:pt>
                <c:pt idx="1661">
                  <c:v>0.4678</c:v>
                </c:pt>
                <c:pt idx="1662">
                  <c:v>0.4677</c:v>
                </c:pt>
                <c:pt idx="1663">
                  <c:v>0.4684</c:v>
                </c:pt>
                <c:pt idx="1664">
                  <c:v>0.4681</c:v>
                </c:pt>
                <c:pt idx="1665">
                  <c:v>0.4699</c:v>
                </c:pt>
                <c:pt idx="1666">
                  <c:v>0.4705</c:v>
                </c:pt>
                <c:pt idx="1667">
                  <c:v>0.471</c:v>
                </c:pt>
                <c:pt idx="1668">
                  <c:v>0.4713</c:v>
                </c:pt>
                <c:pt idx="1669">
                  <c:v>0.4713</c:v>
                </c:pt>
                <c:pt idx="1670">
                  <c:v>0.4727</c:v>
                </c:pt>
                <c:pt idx="1671">
                  <c:v>0.472</c:v>
                </c:pt>
                <c:pt idx="1672">
                  <c:v>0.4726</c:v>
                </c:pt>
                <c:pt idx="1673">
                  <c:v>0.4735</c:v>
                </c:pt>
                <c:pt idx="1674">
                  <c:v>0.474</c:v>
                </c:pt>
                <c:pt idx="1675">
                  <c:v>0.4719</c:v>
                </c:pt>
                <c:pt idx="1676">
                  <c:v>0.4727</c:v>
                </c:pt>
                <c:pt idx="1677">
                  <c:v>0.4729</c:v>
                </c:pt>
                <c:pt idx="1678">
                  <c:v>0.4726</c:v>
                </c:pt>
                <c:pt idx="1679">
                  <c:v>0.4738</c:v>
                </c:pt>
                <c:pt idx="1680">
                  <c:v>0.4749</c:v>
                </c:pt>
                <c:pt idx="1681">
                  <c:v>0.4754</c:v>
                </c:pt>
                <c:pt idx="1682">
                  <c:v>0.4765</c:v>
                </c:pt>
                <c:pt idx="1683">
                  <c:v>0.4773</c:v>
                </c:pt>
                <c:pt idx="1684">
                  <c:v>0.4774</c:v>
                </c:pt>
                <c:pt idx="1685">
                  <c:v>0.4781</c:v>
                </c:pt>
                <c:pt idx="1686">
                  <c:v>0.4777</c:v>
                </c:pt>
                <c:pt idx="1687">
                  <c:v>0.4775</c:v>
                </c:pt>
                <c:pt idx="1688">
                  <c:v>0.4785</c:v>
                </c:pt>
                <c:pt idx="1689">
                  <c:v>0.4768</c:v>
                </c:pt>
                <c:pt idx="1690">
                  <c:v>0.4756</c:v>
                </c:pt>
                <c:pt idx="1691">
                  <c:v>0.4768</c:v>
                </c:pt>
                <c:pt idx="1692">
                  <c:v>0.4778</c:v>
                </c:pt>
                <c:pt idx="1693">
                  <c:v>0.4769</c:v>
                </c:pt>
                <c:pt idx="1694">
                  <c:v>0.4767</c:v>
                </c:pt>
                <c:pt idx="1695">
                  <c:v>0.4746</c:v>
                </c:pt>
                <c:pt idx="1696">
                  <c:v>0.4746</c:v>
                </c:pt>
                <c:pt idx="1697">
                  <c:v>0.4756</c:v>
                </c:pt>
                <c:pt idx="1698">
                  <c:v>0.4751</c:v>
                </c:pt>
                <c:pt idx="1699">
                  <c:v>0.4756</c:v>
                </c:pt>
                <c:pt idx="1700">
                  <c:v>0.4764</c:v>
                </c:pt>
                <c:pt idx="1701">
                  <c:v>0.4798</c:v>
                </c:pt>
                <c:pt idx="1702">
                  <c:v>0.4803</c:v>
                </c:pt>
                <c:pt idx="1703">
                  <c:v>0.4797</c:v>
                </c:pt>
                <c:pt idx="1704">
                  <c:v>0.4793</c:v>
                </c:pt>
                <c:pt idx="1705">
                  <c:v>0.4799</c:v>
                </c:pt>
                <c:pt idx="1706">
                  <c:v>0.4807</c:v>
                </c:pt>
                <c:pt idx="1707">
                  <c:v>0.4816</c:v>
                </c:pt>
                <c:pt idx="1708">
                  <c:v>0.4817</c:v>
                </c:pt>
                <c:pt idx="1709">
                  <c:v>0.4801</c:v>
                </c:pt>
                <c:pt idx="1710">
                  <c:v>0.4807</c:v>
                </c:pt>
                <c:pt idx="1711">
                  <c:v>0.4796</c:v>
                </c:pt>
                <c:pt idx="1712">
                  <c:v>0.4813</c:v>
                </c:pt>
                <c:pt idx="1713">
                  <c:v>0.482</c:v>
                </c:pt>
                <c:pt idx="1714">
                  <c:v>0.4821</c:v>
                </c:pt>
                <c:pt idx="1715">
                  <c:v>0.485</c:v>
                </c:pt>
                <c:pt idx="1716">
                  <c:v>0.4848</c:v>
                </c:pt>
                <c:pt idx="1717">
                  <c:v>0.4853</c:v>
                </c:pt>
                <c:pt idx="1718">
                  <c:v>0.488</c:v>
                </c:pt>
                <c:pt idx="1719">
                  <c:v>0.4865</c:v>
                </c:pt>
                <c:pt idx="1720">
                  <c:v>0.4888</c:v>
                </c:pt>
                <c:pt idx="1721">
                  <c:v>0.4949</c:v>
                </c:pt>
                <c:pt idx="1722">
                  <c:v>0.5003</c:v>
                </c:pt>
                <c:pt idx="1723">
                  <c:v>0.5036</c:v>
                </c:pt>
                <c:pt idx="1724">
                  <c:v>0.5183</c:v>
                </c:pt>
                <c:pt idx="1725">
                  <c:v>0.5196</c:v>
                </c:pt>
                <c:pt idx="1726">
                  <c:v>0.5218</c:v>
                </c:pt>
                <c:pt idx="1727">
                  <c:v>0.5258</c:v>
                </c:pt>
                <c:pt idx="1728">
                  <c:v>0.5192</c:v>
                </c:pt>
                <c:pt idx="1729">
                  <c:v>0.5238</c:v>
                </c:pt>
                <c:pt idx="1730">
                  <c:v>0.5205</c:v>
                </c:pt>
                <c:pt idx="1731">
                  <c:v>0.5228</c:v>
                </c:pt>
                <c:pt idx="1732">
                  <c:v>0.5317</c:v>
                </c:pt>
                <c:pt idx="1733">
                  <c:v>0.5342</c:v>
                </c:pt>
                <c:pt idx="1734">
                  <c:v>0.5452</c:v>
                </c:pt>
                <c:pt idx="1735">
                  <c:v>0.5485</c:v>
                </c:pt>
                <c:pt idx="1736">
                  <c:v>0.554</c:v>
                </c:pt>
                <c:pt idx="1737">
                  <c:v>0.5528</c:v>
                </c:pt>
                <c:pt idx="1738">
                  <c:v>0.5416</c:v>
                </c:pt>
                <c:pt idx="1739">
                  <c:v>0.5424</c:v>
                </c:pt>
                <c:pt idx="1740">
                  <c:v>0.5446</c:v>
                </c:pt>
                <c:pt idx="1741">
                  <c:v>0.553</c:v>
                </c:pt>
                <c:pt idx="1742">
                  <c:v>0.5524</c:v>
                </c:pt>
                <c:pt idx="1743">
                  <c:v>0.5557</c:v>
                </c:pt>
                <c:pt idx="1744">
                  <c:v>0.5614</c:v>
                </c:pt>
                <c:pt idx="1745">
                  <c:v>0.5624</c:v>
                </c:pt>
                <c:pt idx="1746">
                  <c:v>0.5618</c:v>
                </c:pt>
                <c:pt idx="1747">
                  <c:v>0.5599</c:v>
                </c:pt>
                <c:pt idx="1748">
                  <c:v>0.5572</c:v>
                </c:pt>
                <c:pt idx="1749">
                  <c:v>0.5588</c:v>
                </c:pt>
                <c:pt idx="1750">
                  <c:v>0.5581</c:v>
                </c:pt>
                <c:pt idx="1751">
                  <c:v>0.5524</c:v>
                </c:pt>
                <c:pt idx="1752">
                  <c:v>0.5523</c:v>
                </c:pt>
                <c:pt idx="1753">
                  <c:v>0.5565</c:v>
                </c:pt>
                <c:pt idx="1754">
                  <c:v>0.5699</c:v>
                </c:pt>
                <c:pt idx="1755">
                  <c:v>0.574</c:v>
                </c:pt>
                <c:pt idx="1756">
                  <c:v>0.5695</c:v>
                </c:pt>
                <c:pt idx="1757">
                  <c:v>0.5667</c:v>
                </c:pt>
                <c:pt idx="1758">
                  <c:v>0.5693</c:v>
                </c:pt>
                <c:pt idx="1759">
                  <c:v>0.5719</c:v>
                </c:pt>
                <c:pt idx="1760">
                  <c:v>0.5726</c:v>
                </c:pt>
                <c:pt idx="1761">
                  <c:v>0.5705</c:v>
                </c:pt>
                <c:pt idx="1762">
                  <c:v>0.5722</c:v>
                </c:pt>
                <c:pt idx="1763">
                  <c:v>0.5797</c:v>
                </c:pt>
                <c:pt idx="1764">
                  <c:v>0.5803</c:v>
                </c:pt>
                <c:pt idx="1765">
                  <c:v>0.5811</c:v>
                </c:pt>
                <c:pt idx="1766">
                  <c:v>0.5819</c:v>
                </c:pt>
                <c:pt idx="1767">
                  <c:v>0.5814</c:v>
                </c:pt>
                <c:pt idx="1768">
                  <c:v>0.5772</c:v>
                </c:pt>
                <c:pt idx="1769">
                  <c:v>0.5699</c:v>
                </c:pt>
                <c:pt idx="1770">
                  <c:v>0.5701</c:v>
                </c:pt>
                <c:pt idx="1771">
                  <c:v>0.5632</c:v>
                </c:pt>
                <c:pt idx="1772">
                  <c:v>0.5619</c:v>
                </c:pt>
                <c:pt idx="1773">
                  <c:v>0.5656</c:v>
                </c:pt>
                <c:pt idx="1774">
                  <c:v>0.5672</c:v>
                </c:pt>
                <c:pt idx="1775">
                  <c:v>0.5704</c:v>
                </c:pt>
                <c:pt idx="1776">
                  <c:v>0.5688</c:v>
                </c:pt>
                <c:pt idx="1777">
                  <c:v>0.5678</c:v>
                </c:pt>
                <c:pt idx="1778">
                  <c:v>0.5728</c:v>
                </c:pt>
                <c:pt idx="1779">
                  <c:v>0.571</c:v>
                </c:pt>
                <c:pt idx="1780">
                  <c:v>0.5683</c:v>
                </c:pt>
                <c:pt idx="1781">
                  <c:v>0.5704</c:v>
                </c:pt>
                <c:pt idx="1782">
                  <c:v>0.5653</c:v>
                </c:pt>
                <c:pt idx="1783">
                  <c:v>0.5641</c:v>
                </c:pt>
                <c:pt idx="1784">
                  <c:v>0.5641</c:v>
                </c:pt>
                <c:pt idx="1785">
                  <c:v>0.5651</c:v>
                </c:pt>
                <c:pt idx="1786">
                  <c:v>0.5667</c:v>
                </c:pt>
                <c:pt idx="1787">
                  <c:v>0.5738</c:v>
                </c:pt>
                <c:pt idx="1788">
                  <c:v>0.5821</c:v>
                </c:pt>
                <c:pt idx="1789">
                  <c:v>0.5857</c:v>
                </c:pt>
                <c:pt idx="1790">
                  <c:v>0.5848</c:v>
                </c:pt>
                <c:pt idx="1791">
                  <c:v>0.5842</c:v>
                </c:pt>
                <c:pt idx="1792">
                  <c:v>0.5831</c:v>
                </c:pt>
                <c:pt idx="1793">
                  <c:v>0.5801</c:v>
                </c:pt>
                <c:pt idx="1794">
                  <c:v>0.5828</c:v>
                </c:pt>
                <c:pt idx="1795">
                  <c:v>0.5783</c:v>
                </c:pt>
                <c:pt idx="1796">
                  <c:v>0.5771</c:v>
                </c:pt>
                <c:pt idx="1797">
                  <c:v>0.5649</c:v>
                </c:pt>
                <c:pt idx="1798">
                  <c:v>0.5654</c:v>
                </c:pt>
                <c:pt idx="1799">
                  <c:v>0.5559</c:v>
                </c:pt>
                <c:pt idx="1800">
                  <c:v>0.5591</c:v>
                </c:pt>
                <c:pt idx="1801">
                  <c:v>0.5622</c:v>
                </c:pt>
                <c:pt idx="1802">
                  <c:v>0.556</c:v>
                </c:pt>
                <c:pt idx="1803">
                  <c:v>0.5569</c:v>
                </c:pt>
                <c:pt idx="1804">
                  <c:v>0.5596</c:v>
                </c:pt>
                <c:pt idx="1805">
                  <c:v>0.5634</c:v>
                </c:pt>
                <c:pt idx="1806">
                  <c:v>0.5697</c:v>
                </c:pt>
                <c:pt idx="1807">
                  <c:v>0.5703</c:v>
                </c:pt>
                <c:pt idx="1808">
                  <c:v>0.5753</c:v>
                </c:pt>
                <c:pt idx="1809">
                  <c:v>0.574</c:v>
                </c:pt>
                <c:pt idx="1810">
                  <c:v>0.5728</c:v>
                </c:pt>
                <c:pt idx="1811">
                  <c:v>0.5742</c:v>
                </c:pt>
                <c:pt idx="1812">
                  <c:v>0.5691</c:v>
                </c:pt>
                <c:pt idx="1813">
                  <c:v>0.57</c:v>
                </c:pt>
                <c:pt idx="1814">
                  <c:v>0.5693</c:v>
                </c:pt>
                <c:pt idx="1815">
                  <c:v>0.5696</c:v>
                </c:pt>
                <c:pt idx="1816">
                  <c:v>0.5743</c:v>
                </c:pt>
                <c:pt idx="1817">
                  <c:v>0.5735</c:v>
                </c:pt>
                <c:pt idx="1818">
                  <c:v>0.5773</c:v>
                </c:pt>
                <c:pt idx="1819">
                  <c:v>0.5775</c:v>
                </c:pt>
                <c:pt idx="1820">
                  <c:v>0.5728</c:v>
                </c:pt>
                <c:pt idx="1821">
                  <c:v>0.5734</c:v>
                </c:pt>
                <c:pt idx="1822">
                  <c:v>0.5785</c:v>
                </c:pt>
                <c:pt idx="1823">
                  <c:v>0.5765</c:v>
                </c:pt>
                <c:pt idx="1824">
                  <c:v>0.5819</c:v>
                </c:pt>
                <c:pt idx="1825">
                  <c:v>0.5825</c:v>
                </c:pt>
                <c:pt idx="1826">
                  <c:v>0.5824</c:v>
                </c:pt>
                <c:pt idx="1827">
                  <c:v>0.5838</c:v>
                </c:pt>
                <c:pt idx="1828">
                  <c:v>0.5821</c:v>
                </c:pt>
                <c:pt idx="1829">
                  <c:v>0.5807</c:v>
                </c:pt>
                <c:pt idx="1830">
                  <c:v>0.5773</c:v>
                </c:pt>
                <c:pt idx="1831">
                  <c:v>0.5773</c:v>
                </c:pt>
                <c:pt idx="1832">
                  <c:v>0.5738</c:v>
                </c:pt>
                <c:pt idx="1833">
                  <c:v>0.5772</c:v>
                </c:pt>
                <c:pt idx="1834">
                  <c:v>0.579</c:v>
                </c:pt>
                <c:pt idx="1835">
                  <c:v>0.5815</c:v>
                </c:pt>
                <c:pt idx="1836">
                  <c:v>0.5839</c:v>
                </c:pt>
                <c:pt idx="1837">
                  <c:v>0.5836</c:v>
                </c:pt>
                <c:pt idx="1838">
                  <c:v>0.5865</c:v>
                </c:pt>
                <c:pt idx="1839">
                  <c:v>0.5843</c:v>
                </c:pt>
                <c:pt idx="1840">
                  <c:v>0.5886</c:v>
                </c:pt>
                <c:pt idx="1841">
                  <c:v>0.5893</c:v>
                </c:pt>
                <c:pt idx="1842">
                  <c:v>0.592</c:v>
                </c:pt>
                <c:pt idx="1843">
                  <c:v>0.5936</c:v>
                </c:pt>
                <c:pt idx="1844">
                  <c:v>0.5933</c:v>
                </c:pt>
                <c:pt idx="1845">
                  <c:v>0.5997</c:v>
                </c:pt>
                <c:pt idx="1846">
                  <c:v>0.6076</c:v>
                </c:pt>
                <c:pt idx="1847">
                  <c:v>0.6124</c:v>
                </c:pt>
                <c:pt idx="1848">
                  <c:v>0.621</c:v>
                </c:pt>
                <c:pt idx="1849">
                  <c:v>0.6241</c:v>
                </c:pt>
                <c:pt idx="1850">
                  <c:v>0.6288</c:v>
                </c:pt>
                <c:pt idx="1851">
                  <c:v>0.6281</c:v>
                </c:pt>
                <c:pt idx="1852">
                  <c:v>0.6293</c:v>
                </c:pt>
                <c:pt idx="1853">
                  <c:v>0.6366</c:v>
                </c:pt>
                <c:pt idx="1854">
                  <c:v>0.6357</c:v>
                </c:pt>
                <c:pt idx="1855">
                  <c:v>0.6302</c:v>
                </c:pt>
                <c:pt idx="1856">
                  <c:v>0.6305</c:v>
                </c:pt>
                <c:pt idx="1857">
                  <c:v>0.6356</c:v>
                </c:pt>
                <c:pt idx="1858">
                  <c:v>0.6329</c:v>
                </c:pt>
                <c:pt idx="1859">
                  <c:v>0.6354</c:v>
                </c:pt>
                <c:pt idx="1860">
                  <c:v>0.6425</c:v>
                </c:pt>
                <c:pt idx="1861">
                  <c:v>0.6458</c:v>
                </c:pt>
                <c:pt idx="1862">
                  <c:v>0.6483</c:v>
                </c:pt>
                <c:pt idx="1863">
                  <c:v>0.6402</c:v>
                </c:pt>
                <c:pt idx="1864">
                  <c:v>0.6433</c:v>
                </c:pt>
                <c:pt idx="1865">
                  <c:v>0.6324</c:v>
                </c:pt>
                <c:pt idx="1866">
                  <c:v>0.6302</c:v>
                </c:pt>
                <c:pt idx="1867">
                  <c:v>0.636</c:v>
                </c:pt>
                <c:pt idx="1868">
                  <c:v>0.6427</c:v>
                </c:pt>
                <c:pt idx="1869">
                  <c:v>0.6421</c:v>
                </c:pt>
                <c:pt idx="1870">
                  <c:v>0.6396</c:v>
                </c:pt>
                <c:pt idx="1871">
                  <c:v>0.6397</c:v>
                </c:pt>
                <c:pt idx="1872">
                  <c:v>0.6442</c:v>
                </c:pt>
                <c:pt idx="1873">
                  <c:v>0.6545</c:v>
                </c:pt>
                <c:pt idx="1874">
                  <c:v>0.6618</c:v>
                </c:pt>
                <c:pt idx="1875">
                  <c:v>0.6594</c:v>
                </c:pt>
                <c:pt idx="1876">
                  <c:v>0.6579</c:v>
                </c:pt>
                <c:pt idx="1877">
                  <c:v>0.6484</c:v>
                </c:pt>
                <c:pt idx="1878">
                  <c:v>0.6484</c:v>
                </c:pt>
                <c:pt idx="1879">
                  <c:v>0.64</c:v>
                </c:pt>
                <c:pt idx="1880">
                  <c:v>0.641</c:v>
                </c:pt>
                <c:pt idx="1881">
                  <c:v>0.6324</c:v>
                </c:pt>
                <c:pt idx="1882">
                  <c:v>0.6375</c:v>
                </c:pt>
                <c:pt idx="1883">
                  <c:v>0.6363</c:v>
                </c:pt>
                <c:pt idx="1884">
                  <c:v>0.6424</c:v>
                </c:pt>
                <c:pt idx="1885">
                  <c:v>0.6323</c:v>
                </c:pt>
                <c:pt idx="1886">
                  <c:v>0.6315</c:v>
                </c:pt>
                <c:pt idx="1887">
                  <c:v>0.6197</c:v>
                </c:pt>
                <c:pt idx="1888">
                  <c:v>0.6114</c:v>
                </c:pt>
                <c:pt idx="1889">
                  <c:v>0.6147</c:v>
                </c:pt>
                <c:pt idx="1890">
                  <c:v>0.6233</c:v>
                </c:pt>
                <c:pt idx="1891">
                  <c:v>0.6256</c:v>
                </c:pt>
                <c:pt idx="1892">
                  <c:v>0.6166</c:v>
                </c:pt>
                <c:pt idx="1893">
                  <c:v>0.6199</c:v>
                </c:pt>
                <c:pt idx="1894">
                  <c:v>0.6223</c:v>
                </c:pt>
                <c:pt idx="1895">
                  <c:v>0.6254</c:v>
                </c:pt>
                <c:pt idx="1896">
                  <c:v>0.6171</c:v>
                </c:pt>
                <c:pt idx="1897">
                  <c:v>0.6181</c:v>
                </c:pt>
                <c:pt idx="1898">
                  <c:v>0.614</c:v>
                </c:pt>
                <c:pt idx="1899">
                  <c:v>0.6076</c:v>
                </c:pt>
                <c:pt idx="1900">
                  <c:v>0.6088</c:v>
                </c:pt>
                <c:pt idx="1901">
                  <c:v>0.6167</c:v>
                </c:pt>
                <c:pt idx="1902">
                  <c:v>0.6184</c:v>
                </c:pt>
                <c:pt idx="1903">
                  <c:v>0.6235</c:v>
                </c:pt>
                <c:pt idx="1904">
                  <c:v>0.6221</c:v>
                </c:pt>
                <c:pt idx="1905">
                  <c:v>0.6268</c:v>
                </c:pt>
                <c:pt idx="1906">
                  <c:v>0.6312</c:v>
                </c:pt>
                <c:pt idx="1907">
                  <c:v>0.6303</c:v>
                </c:pt>
                <c:pt idx="1908">
                  <c:v>0.6241</c:v>
                </c:pt>
                <c:pt idx="1909">
                  <c:v>0.624</c:v>
                </c:pt>
                <c:pt idx="1910">
                  <c:v>0.619</c:v>
                </c:pt>
                <c:pt idx="1911">
                  <c:v>0.6137</c:v>
                </c:pt>
                <c:pt idx="1912">
                  <c:v>0.6132</c:v>
                </c:pt>
                <c:pt idx="1913">
                  <c:v>0.6166</c:v>
                </c:pt>
                <c:pt idx="1914">
                  <c:v>0.6152</c:v>
                </c:pt>
                <c:pt idx="1915">
                  <c:v>0.6172</c:v>
                </c:pt>
                <c:pt idx="1916">
                  <c:v>0.6277</c:v>
                </c:pt>
                <c:pt idx="1917">
                  <c:v>0.6268</c:v>
                </c:pt>
                <c:pt idx="1918">
                  <c:v>0.6272</c:v>
                </c:pt>
                <c:pt idx="1919">
                  <c:v>0.6278</c:v>
                </c:pt>
                <c:pt idx="1920">
                  <c:v>0.6313</c:v>
                </c:pt>
                <c:pt idx="1921">
                  <c:v>0.6283</c:v>
                </c:pt>
                <c:pt idx="1922">
                  <c:v>0.6294</c:v>
                </c:pt>
                <c:pt idx="1923">
                  <c:v>0.6302</c:v>
                </c:pt>
                <c:pt idx="1924">
                  <c:v>0.6324</c:v>
                </c:pt>
                <c:pt idx="1925">
                  <c:v>0.6317</c:v>
                </c:pt>
                <c:pt idx="1926">
                  <c:v>0.6279</c:v>
                </c:pt>
                <c:pt idx="1927">
                  <c:v>0.6229</c:v>
                </c:pt>
                <c:pt idx="1928">
                  <c:v>0.6219</c:v>
                </c:pt>
                <c:pt idx="1929">
                  <c:v>0.6246</c:v>
                </c:pt>
                <c:pt idx="1930">
                  <c:v>0.6263</c:v>
                </c:pt>
                <c:pt idx="1931">
                  <c:v>0.6226</c:v>
                </c:pt>
                <c:pt idx="1932">
                  <c:v>0.6301</c:v>
                </c:pt>
                <c:pt idx="1933">
                  <c:v>0.6362</c:v>
                </c:pt>
                <c:pt idx="1934">
                  <c:v>0.6363</c:v>
                </c:pt>
                <c:pt idx="1935">
                  <c:v>0.6381</c:v>
                </c:pt>
                <c:pt idx="1936">
                  <c:v>0.6399</c:v>
                </c:pt>
                <c:pt idx="1937">
                  <c:v>0.6373</c:v>
                </c:pt>
                <c:pt idx="1938">
                  <c:v>0.6412</c:v>
                </c:pt>
                <c:pt idx="1939">
                  <c:v>0.652</c:v>
                </c:pt>
                <c:pt idx="1940">
                  <c:v>0.6522</c:v>
                </c:pt>
                <c:pt idx="1941">
                  <c:v>0.653</c:v>
                </c:pt>
                <c:pt idx="1942">
                  <c:v>0.6533</c:v>
                </c:pt>
                <c:pt idx="1943">
                  <c:v>0.6535</c:v>
                </c:pt>
                <c:pt idx="1944">
                  <c:v>0.6547</c:v>
                </c:pt>
                <c:pt idx="1945">
                  <c:v>0.6525</c:v>
                </c:pt>
                <c:pt idx="1946">
                  <c:v>0.6512</c:v>
                </c:pt>
                <c:pt idx="1947">
                  <c:v>0.6541</c:v>
                </c:pt>
                <c:pt idx="1948">
                  <c:v>0.6531</c:v>
                </c:pt>
                <c:pt idx="1949">
                  <c:v>0.6525</c:v>
                </c:pt>
                <c:pt idx="1950">
                  <c:v>0.6528</c:v>
                </c:pt>
                <c:pt idx="1951">
                  <c:v>0.6546</c:v>
                </c:pt>
                <c:pt idx="1952">
                  <c:v>0.6526</c:v>
                </c:pt>
                <c:pt idx="1953">
                  <c:v>0.6491</c:v>
                </c:pt>
                <c:pt idx="1954">
                  <c:v>0.6425</c:v>
                </c:pt>
                <c:pt idx="1955">
                  <c:v>0.6434</c:v>
                </c:pt>
                <c:pt idx="1956">
                  <c:v>0.6439</c:v>
                </c:pt>
                <c:pt idx="1957">
                  <c:v>0.6469</c:v>
                </c:pt>
                <c:pt idx="1958">
                  <c:v>0.6498</c:v>
                </c:pt>
                <c:pt idx="1959">
                  <c:v>0.6549</c:v>
                </c:pt>
                <c:pt idx="1960">
                  <c:v>0.6582</c:v>
                </c:pt>
                <c:pt idx="1961">
                  <c:v>0.6639</c:v>
                </c:pt>
                <c:pt idx="1962">
                  <c:v>0.667</c:v>
                </c:pt>
                <c:pt idx="1963">
                  <c:v>0.6684</c:v>
                </c:pt>
                <c:pt idx="1964">
                  <c:v>0.6696</c:v>
                </c:pt>
                <c:pt idx="1965">
                  <c:v>0.6701</c:v>
                </c:pt>
                <c:pt idx="1966">
                  <c:v>0.66</c:v>
                </c:pt>
                <c:pt idx="1967">
                  <c:v>0.6608</c:v>
                </c:pt>
                <c:pt idx="1968">
                  <c:v>0.6609</c:v>
                </c:pt>
                <c:pt idx="1969">
                  <c:v>0.6649</c:v>
                </c:pt>
                <c:pt idx="1970">
                  <c:v>0.6635</c:v>
                </c:pt>
                <c:pt idx="1971">
                  <c:v>0.6615</c:v>
                </c:pt>
                <c:pt idx="1972">
                  <c:v>0.6679</c:v>
                </c:pt>
                <c:pt idx="1973">
                  <c:v>0.6696</c:v>
                </c:pt>
                <c:pt idx="1974">
                  <c:v>0.6669</c:v>
                </c:pt>
                <c:pt idx="1975">
                  <c:v>0.6713</c:v>
                </c:pt>
                <c:pt idx="1976">
                  <c:v>0.6674</c:v>
                </c:pt>
                <c:pt idx="1977">
                  <c:v>0.671</c:v>
                </c:pt>
                <c:pt idx="1978">
                  <c:v>0.6729</c:v>
                </c:pt>
                <c:pt idx="1979">
                  <c:v>0.6749</c:v>
                </c:pt>
                <c:pt idx="1980">
                  <c:v>0.6779</c:v>
                </c:pt>
                <c:pt idx="1981">
                  <c:v>0.6728</c:v>
                </c:pt>
                <c:pt idx="1982">
                  <c:v>0.6635</c:v>
                </c:pt>
                <c:pt idx="1983">
                  <c:v>0.6516</c:v>
                </c:pt>
                <c:pt idx="1984">
                  <c:v>0.6514</c:v>
                </c:pt>
                <c:pt idx="1985">
                  <c:v>0.6611</c:v>
                </c:pt>
                <c:pt idx="1986">
                  <c:v>0.6571</c:v>
                </c:pt>
                <c:pt idx="1987">
                  <c:v>0.6667</c:v>
                </c:pt>
                <c:pt idx="1988">
                  <c:v>0.6695</c:v>
                </c:pt>
                <c:pt idx="1989">
                  <c:v>0.6751</c:v>
                </c:pt>
                <c:pt idx="1990">
                  <c:v>0.6742</c:v>
                </c:pt>
                <c:pt idx="1991">
                  <c:v>0.6719</c:v>
                </c:pt>
                <c:pt idx="1992">
                  <c:v>0.6744</c:v>
                </c:pt>
                <c:pt idx="1993">
                  <c:v>0.6781</c:v>
                </c:pt>
                <c:pt idx="1994">
                  <c:v>0.6781</c:v>
                </c:pt>
                <c:pt idx="1995">
                  <c:v>0.6747</c:v>
                </c:pt>
                <c:pt idx="1996">
                  <c:v>0.6728</c:v>
                </c:pt>
                <c:pt idx="1997">
                  <c:v>0.6748</c:v>
                </c:pt>
                <c:pt idx="1998">
                  <c:v>0.6669</c:v>
                </c:pt>
                <c:pt idx="1999">
                  <c:v>0.6702</c:v>
                </c:pt>
                <c:pt idx="2000">
                  <c:v>0.6681</c:v>
                </c:pt>
                <c:pt idx="2001">
                  <c:v>0.6621</c:v>
                </c:pt>
                <c:pt idx="2002">
                  <c:v>0.6666</c:v>
                </c:pt>
                <c:pt idx="2003">
                  <c:v>0.6702</c:v>
                </c:pt>
                <c:pt idx="2004">
                  <c:v>0.6697</c:v>
                </c:pt>
                <c:pt idx="2005">
                  <c:v>0.663</c:v>
                </c:pt>
                <c:pt idx="2006">
                  <c:v>0.6631</c:v>
                </c:pt>
                <c:pt idx="2007">
                  <c:v>0.6614</c:v>
                </c:pt>
                <c:pt idx="2008">
                  <c:v>0.6585</c:v>
                </c:pt>
                <c:pt idx="2009">
                  <c:v>0.6633</c:v>
                </c:pt>
                <c:pt idx="2010">
                  <c:v>0.6625</c:v>
                </c:pt>
                <c:pt idx="2011">
                  <c:v>0.6621</c:v>
                </c:pt>
                <c:pt idx="2012">
                  <c:v>0.6687</c:v>
                </c:pt>
                <c:pt idx="2013">
                  <c:v>0.6723</c:v>
                </c:pt>
                <c:pt idx="2014">
                  <c:v>0.6718</c:v>
                </c:pt>
                <c:pt idx="2015">
                  <c:v>0.6722</c:v>
                </c:pt>
                <c:pt idx="2016">
                  <c:v>0.6768</c:v>
                </c:pt>
                <c:pt idx="2017">
                  <c:v>0.6767</c:v>
                </c:pt>
                <c:pt idx="2018">
                  <c:v>0.6727</c:v>
                </c:pt>
                <c:pt idx="2019">
                  <c:v>0.6699</c:v>
                </c:pt>
                <c:pt idx="2020">
                  <c:v>0.6661</c:v>
                </c:pt>
                <c:pt idx="2021">
                  <c:v>0.6687</c:v>
                </c:pt>
                <c:pt idx="2022">
                  <c:v>0.6646</c:v>
                </c:pt>
                <c:pt idx="2023">
                  <c:v>0.6675</c:v>
                </c:pt>
                <c:pt idx="2024">
                  <c:v>0.668</c:v>
                </c:pt>
                <c:pt idx="2025">
                  <c:v>0.6728</c:v>
                </c:pt>
                <c:pt idx="2026">
                  <c:v>0.6728</c:v>
                </c:pt>
                <c:pt idx="2027">
                  <c:v>0.6695</c:v>
                </c:pt>
                <c:pt idx="2028">
                  <c:v>0.6733</c:v>
                </c:pt>
                <c:pt idx="2029">
                  <c:v>0.6775</c:v>
                </c:pt>
                <c:pt idx="2030">
                  <c:v>0.6784</c:v>
                </c:pt>
                <c:pt idx="2031">
                  <c:v>0.6751</c:v>
                </c:pt>
                <c:pt idx="2032">
                  <c:v>0.6801</c:v>
                </c:pt>
                <c:pt idx="2033">
                  <c:v>0.6792</c:v>
                </c:pt>
                <c:pt idx="2034">
                  <c:v>0.6818</c:v>
                </c:pt>
                <c:pt idx="2035">
                  <c:v>0.6774</c:v>
                </c:pt>
                <c:pt idx="2036">
                  <c:v>0.6799</c:v>
                </c:pt>
                <c:pt idx="2037">
                  <c:v>0.6784</c:v>
                </c:pt>
                <c:pt idx="2038">
                  <c:v>0.6793</c:v>
                </c:pt>
                <c:pt idx="2039">
                  <c:v>0.6821</c:v>
                </c:pt>
                <c:pt idx="2040">
                  <c:v>0.6818</c:v>
                </c:pt>
                <c:pt idx="2041">
                  <c:v>0.6826</c:v>
                </c:pt>
                <c:pt idx="2042">
                  <c:v>0.6781</c:v>
                </c:pt>
                <c:pt idx="2043">
                  <c:v>0.6744</c:v>
                </c:pt>
                <c:pt idx="2044">
                  <c:v>0.6781</c:v>
                </c:pt>
                <c:pt idx="2045">
                  <c:v>0.6771</c:v>
                </c:pt>
                <c:pt idx="2046">
                  <c:v>0.6729</c:v>
                </c:pt>
                <c:pt idx="2047">
                  <c:v>0.6717</c:v>
                </c:pt>
                <c:pt idx="2048">
                  <c:v>0.6754</c:v>
                </c:pt>
                <c:pt idx="2049">
                  <c:v>0.6762</c:v>
                </c:pt>
                <c:pt idx="2050">
                  <c:v>0.6769</c:v>
                </c:pt>
                <c:pt idx="2051">
                  <c:v>0.6771</c:v>
                </c:pt>
                <c:pt idx="2052">
                  <c:v>0.6753</c:v>
                </c:pt>
                <c:pt idx="2053">
                  <c:v>0.6808</c:v>
                </c:pt>
                <c:pt idx="2054">
                  <c:v>0.6811</c:v>
                </c:pt>
                <c:pt idx="2055">
                  <c:v>0.6814</c:v>
                </c:pt>
                <c:pt idx="2056">
                  <c:v>0.6819</c:v>
                </c:pt>
                <c:pt idx="2057">
                  <c:v>0.6826</c:v>
                </c:pt>
                <c:pt idx="2058">
                  <c:v>0.6792</c:v>
                </c:pt>
                <c:pt idx="2059">
                  <c:v>0.6832</c:v>
                </c:pt>
                <c:pt idx="2060">
                  <c:v>0.6863</c:v>
                </c:pt>
                <c:pt idx="2061">
                  <c:v>0.6853</c:v>
                </c:pt>
                <c:pt idx="2062">
                  <c:v>0.6877</c:v>
                </c:pt>
                <c:pt idx="2063">
                  <c:v>0.6872</c:v>
                </c:pt>
                <c:pt idx="2064">
                  <c:v>0.6859</c:v>
                </c:pt>
                <c:pt idx="2065">
                  <c:v>0.6862</c:v>
                </c:pt>
                <c:pt idx="2066">
                  <c:v>0.6853</c:v>
                </c:pt>
                <c:pt idx="2067">
                  <c:v>0.6868</c:v>
                </c:pt>
                <c:pt idx="2068">
                  <c:v>0.6868</c:v>
                </c:pt>
                <c:pt idx="2069">
                  <c:v>0.6888</c:v>
                </c:pt>
                <c:pt idx="2070">
                  <c:v>0.6892</c:v>
                </c:pt>
                <c:pt idx="2071">
                  <c:v>0.6902</c:v>
                </c:pt>
                <c:pt idx="2072">
                  <c:v>0.6964</c:v>
                </c:pt>
                <c:pt idx="2073">
                  <c:v>0.7031</c:v>
                </c:pt>
                <c:pt idx="2074">
                  <c:v>0.7028</c:v>
                </c:pt>
                <c:pt idx="2075">
                  <c:v>0.7055</c:v>
                </c:pt>
                <c:pt idx="2076">
                  <c:v>0.7046</c:v>
                </c:pt>
                <c:pt idx="2077">
                  <c:v>0.7011</c:v>
                </c:pt>
                <c:pt idx="2078">
                  <c:v>0.704</c:v>
                </c:pt>
                <c:pt idx="2079">
                  <c:v>0.6981</c:v>
                </c:pt>
                <c:pt idx="2080">
                  <c:v>0.6931</c:v>
                </c:pt>
                <c:pt idx="2081">
                  <c:v>0.6956</c:v>
                </c:pt>
                <c:pt idx="2082">
                  <c:v>0.6968</c:v>
                </c:pt>
                <c:pt idx="2083">
                  <c:v>0.6999</c:v>
                </c:pt>
                <c:pt idx="2084">
                  <c:v>0.7007</c:v>
                </c:pt>
                <c:pt idx="2085">
                  <c:v>0.6987</c:v>
                </c:pt>
                <c:pt idx="2086">
                  <c:v>0.7023</c:v>
                </c:pt>
                <c:pt idx="2087">
                  <c:v>0.6981</c:v>
                </c:pt>
                <c:pt idx="2088">
                  <c:v>0.7015</c:v>
                </c:pt>
                <c:pt idx="2089">
                  <c:v>0.7028</c:v>
                </c:pt>
                <c:pt idx="2090">
                  <c:v>0.7008</c:v>
                </c:pt>
                <c:pt idx="2091">
                  <c:v>0.6975</c:v>
                </c:pt>
                <c:pt idx="2092">
                  <c:v>0.6945</c:v>
                </c:pt>
                <c:pt idx="2093">
                  <c:v>0.6941</c:v>
                </c:pt>
                <c:pt idx="2094">
                  <c:v>0.6968</c:v>
                </c:pt>
                <c:pt idx="2095">
                  <c:v>0.6951</c:v>
                </c:pt>
                <c:pt idx="2096">
                  <c:v>0.6998</c:v>
                </c:pt>
                <c:pt idx="2097">
                  <c:v>0.6938</c:v>
                </c:pt>
                <c:pt idx="2098">
                  <c:v>0.6913</c:v>
                </c:pt>
                <c:pt idx="2099">
                  <c:v>0.6931</c:v>
                </c:pt>
                <c:pt idx="2100">
                  <c:v>0.6984</c:v>
                </c:pt>
                <c:pt idx="2101">
                  <c:v>0.6973</c:v>
                </c:pt>
                <c:pt idx="2102">
                  <c:v>0.7004</c:v>
                </c:pt>
                <c:pt idx="2103">
                  <c:v>0.6978</c:v>
                </c:pt>
                <c:pt idx="2104">
                  <c:v>0.7013</c:v>
                </c:pt>
                <c:pt idx="2105">
                  <c:v>0.6952</c:v>
                </c:pt>
                <c:pt idx="2106">
                  <c:v>0.6979</c:v>
                </c:pt>
                <c:pt idx="2107">
                  <c:v>0.6932</c:v>
                </c:pt>
                <c:pt idx="2108">
                  <c:v>0.6908</c:v>
                </c:pt>
                <c:pt idx="2109">
                  <c:v>0.6948</c:v>
                </c:pt>
                <c:pt idx="2110">
                  <c:v>0.6914</c:v>
                </c:pt>
                <c:pt idx="2111">
                  <c:v>0.696</c:v>
                </c:pt>
                <c:pt idx="2112">
                  <c:v>0.695</c:v>
                </c:pt>
                <c:pt idx="2113">
                  <c:v>0.6898</c:v>
                </c:pt>
                <c:pt idx="2114">
                  <c:v>0.6862</c:v>
                </c:pt>
                <c:pt idx="2115">
                  <c:v>0.689</c:v>
                </c:pt>
                <c:pt idx="2116">
                  <c:v>0.6907</c:v>
                </c:pt>
                <c:pt idx="2117">
                  <c:v>0.6927</c:v>
                </c:pt>
                <c:pt idx="2118">
                  <c:v>0.6934</c:v>
                </c:pt>
                <c:pt idx="2119">
                  <c:v>0.6914</c:v>
                </c:pt>
                <c:pt idx="2120">
                  <c:v>0.6874</c:v>
                </c:pt>
                <c:pt idx="2121">
                  <c:v>0.692</c:v>
                </c:pt>
                <c:pt idx="2122">
                  <c:v>0.6861</c:v>
                </c:pt>
                <c:pt idx="2123">
                  <c:v>0.6893</c:v>
                </c:pt>
                <c:pt idx="2124">
                  <c:v>0.6897</c:v>
                </c:pt>
                <c:pt idx="2125">
                  <c:v>0.6924</c:v>
                </c:pt>
                <c:pt idx="2126">
                  <c:v>0.6876</c:v>
                </c:pt>
                <c:pt idx="2127">
                  <c:v>0.6838</c:v>
                </c:pt>
                <c:pt idx="2128">
                  <c:v>0.6801</c:v>
                </c:pt>
                <c:pt idx="2129">
                  <c:v>0.6695</c:v>
                </c:pt>
                <c:pt idx="2130">
                  <c:v>0.6645</c:v>
                </c:pt>
                <c:pt idx="2131">
                  <c:v>0.6619</c:v>
                </c:pt>
                <c:pt idx="2132">
                  <c:v>0.6668</c:v>
                </c:pt>
                <c:pt idx="2133">
                  <c:v>0.6674</c:v>
                </c:pt>
                <c:pt idx="2134">
                  <c:v>0.6597</c:v>
                </c:pt>
                <c:pt idx="2135">
                  <c:v>0.6489</c:v>
                </c:pt>
                <c:pt idx="2136">
                  <c:v>0.6578</c:v>
                </c:pt>
                <c:pt idx="2137">
                  <c:v>0.6657</c:v>
                </c:pt>
                <c:pt idx="2138">
                  <c:v>0.6657</c:v>
                </c:pt>
                <c:pt idx="2139">
                  <c:v>0.6657</c:v>
                </c:pt>
                <c:pt idx="2140">
                  <c:v>0.6659</c:v>
                </c:pt>
                <c:pt idx="2141">
                  <c:v>0.6674</c:v>
                </c:pt>
                <c:pt idx="2142">
                  <c:v>0.6651</c:v>
                </c:pt>
                <c:pt idx="2143">
                  <c:v>0.6608</c:v>
                </c:pt>
                <c:pt idx="2144">
                  <c:v>0.658</c:v>
                </c:pt>
                <c:pt idx="2145">
                  <c:v>0.6568</c:v>
                </c:pt>
                <c:pt idx="2146">
                  <c:v>0.665</c:v>
                </c:pt>
                <c:pt idx="2147">
                  <c:v>0.664</c:v>
                </c:pt>
                <c:pt idx="2148">
                  <c:v>0.6679</c:v>
                </c:pt>
                <c:pt idx="2149">
                  <c:v>0.667</c:v>
                </c:pt>
                <c:pt idx="2150">
                  <c:v>0.6645</c:v>
                </c:pt>
                <c:pt idx="2151">
                  <c:v>0.665</c:v>
                </c:pt>
                <c:pt idx="2152">
                  <c:v>0.6566</c:v>
                </c:pt>
                <c:pt idx="2153">
                  <c:v>0.6612</c:v>
                </c:pt>
                <c:pt idx="2154">
                  <c:v>0.6596</c:v>
                </c:pt>
                <c:pt idx="2155">
                  <c:v>0.6632</c:v>
                </c:pt>
                <c:pt idx="2156">
                  <c:v>0.6638</c:v>
                </c:pt>
                <c:pt idx="2157">
                  <c:v>0.6634</c:v>
                </c:pt>
                <c:pt idx="2158">
                  <c:v>0.661</c:v>
                </c:pt>
                <c:pt idx="2159">
                  <c:v>0.6583</c:v>
                </c:pt>
                <c:pt idx="2160">
                  <c:v>0.6544</c:v>
                </c:pt>
                <c:pt idx="2161">
                  <c:v>0.6554</c:v>
                </c:pt>
                <c:pt idx="2162">
                  <c:v>0.6452</c:v>
                </c:pt>
                <c:pt idx="2163">
                  <c:v>0.6427</c:v>
                </c:pt>
                <c:pt idx="2164">
                  <c:v>0.65</c:v>
                </c:pt>
                <c:pt idx="2165">
                  <c:v>0.652</c:v>
                </c:pt>
                <c:pt idx="2166">
                  <c:v>0.6586</c:v>
                </c:pt>
                <c:pt idx="2167">
                  <c:v>0.658</c:v>
                </c:pt>
                <c:pt idx="2168">
                  <c:v>0.653</c:v>
                </c:pt>
                <c:pt idx="2169">
                  <c:v>0.6518</c:v>
                </c:pt>
                <c:pt idx="2170">
                  <c:v>0.6538</c:v>
                </c:pt>
                <c:pt idx="2171">
                  <c:v>0.6582</c:v>
                </c:pt>
                <c:pt idx="2172">
                  <c:v>0.6581</c:v>
                </c:pt>
                <c:pt idx="2173">
                  <c:v>0.6591</c:v>
                </c:pt>
                <c:pt idx="2174">
                  <c:v>0.6581</c:v>
                </c:pt>
                <c:pt idx="2175">
                  <c:v>0.6607</c:v>
                </c:pt>
                <c:pt idx="2176">
                  <c:v>0.6606</c:v>
                </c:pt>
                <c:pt idx="2177">
                  <c:v>0.6604</c:v>
                </c:pt>
                <c:pt idx="2178">
                  <c:v>0.6645</c:v>
                </c:pt>
                <c:pt idx="2179">
                  <c:v>0.6641</c:v>
                </c:pt>
                <c:pt idx="2180">
                  <c:v>0.6605</c:v>
                </c:pt>
                <c:pt idx="2181">
                  <c:v>0.6608</c:v>
                </c:pt>
                <c:pt idx="2182">
                  <c:v>0.6623</c:v>
                </c:pt>
                <c:pt idx="2183">
                  <c:v>0.6638</c:v>
                </c:pt>
                <c:pt idx="2184">
                  <c:v>0.6661</c:v>
                </c:pt>
                <c:pt idx="2185">
                  <c:v>0.6703</c:v>
                </c:pt>
                <c:pt idx="2186">
                  <c:v>0.6703</c:v>
                </c:pt>
                <c:pt idx="2187">
                  <c:v>0.6699</c:v>
                </c:pt>
                <c:pt idx="2188">
                  <c:v>0.6756</c:v>
                </c:pt>
                <c:pt idx="2189">
                  <c:v>0.6772</c:v>
                </c:pt>
                <c:pt idx="2190">
                  <c:v>0.6813</c:v>
                </c:pt>
                <c:pt idx="2191">
                  <c:v>0.6793</c:v>
                </c:pt>
                <c:pt idx="2192">
                  <c:v>0.682</c:v>
                </c:pt>
                <c:pt idx="2193">
                  <c:v>0.6783</c:v>
                </c:pt>
                <c:pt idx="2194">
                  <c:v>0.6797</c:v>
                </c:pt>
                <c:pt idx="2195">
                  <c:v>0.6844</c:v>
                </c:pt>
                <c:pt idx="2196">
                  <c:v>0.6842</c:v>
                </c:pt>
                <c:pt idx="2197">
                  <c:v>0.6868</c:v>
                </c:pt>
                <c:pt idx="2198">
                  <c:v>0.6902</c:v>
                </c:pt>
                <c:pt idx="2199">
                  <c:v>0.691</c:v>
                </c:pt>
                <c:pt idx="2200">
                  <c:v>0.6867</c:v>
                </c:pt>
                <c:pt idx="2201">
                  <c:v>0.6908</c:v>
                </c:pt>
                <c:pt idx="2202">
                  <c:v>0.696</c:v>
                </c:pt>
                <c:pt idx="2203">
                  <c:v>0.7003</c:v>
                </c:pt>
                <c:pt idx="2204">
                  <c:v>0.7035</c:v>
                </c:pt>
                <c:pt idx="2205">
                  <c:v>0.7007</c:v>
                </c:pt>
                <c:pt idx="2206">
                  <c:v>0.7046</c:v>
                </c:pt>
                <c:pt idx="2207">
                  <c:v>0.7044</c:v>
                </c:pt>
                <c:pt idx="2208">
                  <c:v>0.7049</c:v>
                </c:pt>
                <c:pt idx="2209">
                  <c:v>0.7048</c:v>
                </c:pt>
                <c:pt idx="2210">
                  <c:v>0.7012</c:v>
                </c:pt>
                <c:pt idx="2211">
                  <c:v>0.7014</c:v>
                </c:pt>
                <c:pt idx="2212">
                  <c:v>0.702</c:v>
                </c:pt>
                <c:pt idx="2213">
                  <c:v>0.6988</c:v>
                </c:pt>
                <c:pt idx="2214">
                  <c:v>0.6972</c:v>
                </c:pt>
                <c:pt idx="2215">
                  <c:v>0.6967</c:v>
                </c:pt>
                <c:pt idx="2216">
                  <c:v>0.6967</c:v>
                </c:pt>
                <c:pt idx="2217">
                  <c:v>0.6948</c:v>
                </c:pt>
                <c:pt idx="2218">
                  <c:v>0.6963</c:v>
                </c:pt>
                <c:pt idx="2219">
                  <c:v>0.6965</c:v>
                </c:pt>
                <c:pt idx="2220">
                  <c:v>0.6984</c:v>
                </c:pt>
                <c:pt idx="2221">
                  <c:v>0.696</c:v>
                </c:pt>
                <c:pt idx="2222">
                  <c:v>0.6961</c:v>
                </c:pt>
                <c:pt idx="2223">
                  <c:v>0.6955</c:v>
                </c:pt>
                <c:pt idx="2224">
                  <c:v>0.6977</c:v>
                </c:pt>
                <c:pt idx="2225">
                  <c:v>0.6966</c:v>
                </c:pt>
                <c:pt idx="2226">
                  <c:v>0.6984</c:v>
                </c:pt>
                <c:pt idx="2227">
                  <c:v>0.6968</c:v>
                </c:pt>
                <c:pt idx="2228">
                  <c:v>0.6992</c:v>
                </c:pt>
                <c:pt idx="2229">
                  <c:v>0.695</c:v>
                </c:pt>
                <c:pt idx="2230">
                  <c:v>0.6916</c:v>
                </c:pt>
                <c:pt idx="2231">
                  <c:v>0.6939</c:v>
                </c:pt>
                <c:pt idx="2232">
                  <c:v>0.698</c:v>
                </c:pt>
                <c:pt idx="2233">
                  <c:v>0.6984</c:v>
                </c:pt>
                <c:pt idx="2234">
                  <c:v>0.6958</c:v>
                </c:pt>
                <c:pt idx="2235">
                  <c:v>0.693</c:v>
                </c:pt>
                <c:pt idx="2236">
                  <c:v>0.699</c:v>
                </c:pt>
                <c:pt idx="2237">
                  <c:v>0.6996</c:v>
                </c:pt>
                <c:pt idx="2238">
                  <c:v>0.7001</c:v>
                </c:pt>
                <c:pt idx="2239">
                  <c:v>0.7003</c:v>
                </c:pt>
                <c:pt idx="2240">
                  <c:v>0.7048</c:v>
                </c:pt>
                <c:pt idx="2241">
                  <c:v>0.7033</c:v>
                </c:pt>
                <c:pt idx="2242">
                  <c:v>0.702</c:v>
                </c:pt>
                <c:pt idx="2243">
                  <c:v>0.7057</c:v>
                </c:pt>
                <c:pt idx="2244">
                  <c:v>0.7048</c:v>
                </c:pt>
                <c:pt idx="2245">
                  <c:v>0.6993</c:v>
                </c:pt>
                <c:pt idx="2246">
                  <c:v>0.6999</c:v>
                </c:pt>
                <c:pt idx="2247">
                  <c:v>0.7</c:v>
                </c:pt>
                <c:pt idx="2248">
                  <c:v>0.6987</c:v>
                </c:pt>
                <c:pt idx="2249">
                  <c:v>0.6974</c:v>
                </c:pt>
                <c:pt idx="2250">
                  <c:v>0.6968</c:v>
                </c:pt>
                <c:pt idx="2251">
                  <c:v>0.6942</c:v>
                </c:pt>
                <c:pt idx="2252">
                  <c:v>0.6944</c:v>
                </c:pt>
                <c:pt idx="2253">
                  <c:v>0.6945</c:v>
                </c:pt>
                <c:pt idx="2254">
                  <c:v>0.6958</c:v>
                </c:pt>
                <c:pt idx="2255">
                  <c:v>0.697</c:v>
                </c:pt>
                <c:pt idx="2256">
                  <c:v>0.696</c:v>
                </c:pt>
                <c:pt idx="2257">
                  <c:v>0.6995</c:v>
                </c:pt>
                <c:pt idx="2258">
                  <c:v>0.7009</c:v>
                </c:pt>
                <c:pt idx="2259">
                  <c:v>0.6977</c:v>
                </c:pt>
                <c:pt idx="2260">
                  <c:v>0.6952</c:v>
                </c:pt>
                <c:pt idx="2261">
                  <c:v>0.6899</c:v>
                </c:pt>
                <c:pt idx="2262">
                  <c:v>0.6892</c:v>
                </c:pt>
                <c:pt idx="2263">
                  <c:v>0.6906</c:v>
                </c:pt>
                <c:pt idx="2264">
                  <c:v>0.6887</c:v>
                </c:pt>
                <c:pt idx="2265">
                  <c:v>0.6859</c:v>
                </c:pt>
                <c:pt idx="2266">
                  <c:v>0.6849</c:v>
                </c:pt>
                <c:pt idx="2267">
                  <c:v>0.6841</c:v>
                </c:pt>
                <c:pt idx="2268">
                  <c:v>0.6867</c:v>
                </c:pt>
                <c:pt idx="2269">
                  <c:v>0.6826</c:v>
                </c:pt>
                <c:pt idx="2270">
                  <c:v>0.6811</c:v>
                </c:pt>
                <c:pt idx="2271">
                  <c:v>0.6788</c:v>
                </c:pt>
                <c:pt idx="2272">
                  <c:v>0.6747</c:v>
                </c:pt>
                <c:pt idx="2273">
                  <c:v>0.6753</c:v>
                </c:pt>
                <c:pt idx="2274">
                  <c:v>0.6789</c:v>
                </c:pt>
                <c:pt idx="2275">
                  <c:v>0.6784</c:v>
                </c:pt>
                <c:pt idx="2276">
                  <c:v>0.6855</c:v>
                </c:pt>
                <c:pt idx="2277">
                  <c:v>0.6873</c:v>
                </c:pt>
                <c:pt idx="2278">
                  <c:v>0.6866</c:v>
                </c:pt>
                <c:pt idx="2279">
                  <c:v>0.683</c:v>
                </c:pt>
                <c:pt idx="2280">
                  <c:v>0.6805</c:v>
                </c:pt>
                <c:pt idx="2281">
                  <c:v>0.6792</c:v>
                </c:pt>
                <c:pt idx="2282">
                  <c:v>0.6729</c:v>
                </c:pt>
                <c:pt idx="2283">
                  <c:v>0.6713</c:v>
                </c:pt>
                <c:pt idx="2284">
                  <c:v>0.6727</c:v>
                </c:pt>
                <c:pt idx="2285">
                  <c:v>0.6715</c:v>
                </c:pt>
                <c:pt idx="2286">
                  <c:v>0.6656</c:v>
                </c:pt>
                <c:pt idx="2287">
                  <c:v>0.6642</c:v>
                </c:pt>
                <c:pt idx="2288">
                  <c:v>0.6721</c:v>
                </c:pt>
                <c:pt idx="2289">
                  <c:v>0.6753</c:v>
                </c:pt>
                <c:pt idx="2290">
                  <c:v>0.6744</c:v>
                </c:pt>
                <c:pt idx="2291">
                  <c:v>0.6818</c:v>
                </c:pt>
                <c:pt idx="2292">
                  <c:v>0.6841</c:v>
                </c:pt>
                <c:pt idx="2293">
                  <c:v>0.683</c:v>
                </c:pt>
                <c:pt idx="2294">
                  <c:v>0.6811</c:v>
                </c:pt>
                <c:pt idx="2295">
                  <c:v>0.6775</c:v>
                </c:pt>
                <c:pt idx="2296">
                  <c:v>0.6837</c:v>
                </c:pt>
                <c:pt idx="2297">
                  <c:v>0.6841</c:v>
                </c:pt>
                <c:pt idx="2298">
                  <c:v>0.6882</c:v>
                </c:pt>
                <c:pt idx="2299">
                  <c:v>0.6855</c:v>
                </c:pt>
                <c:pt idx="2300">
                  <c:v>0.683</c:v>
                </c:pt>
                <c:pt idx="2301">
                  <c:v>0.6821</c:v>
                </c:pt>
                <c:pt idx="2302">
                  <c:v>0.6812</c:v>
                </c:pt>
                <c:pt idx="2303">
                  <c:v>0.6812</c:v>
                </c:pt>
                <c:pt idx="2304">
                  <c:v>0.6815</c:v>
                </c:pt>
                <c:pt idx="2305">
                  <c:v>0.6807</c:v>
                </c:pt>
                <c:pt idx="2306">
                  <c:v>0.6822</c:v>
                </c:pt>
                <c:pt idx="2307">
                  <c:v>0.6794</c:v>
                </c:pt>
                <c:pt idx="2308">
                  <c:v>0.6857</c:v>
                </c:pt>
                <c:pt idx="2309">
                  <c:v>0.6867</c:v>
                </c:pt>
                <c:pt idx="2310">
                  <c:v>0.6888</c:v>
                </c:pt>
                <c:pt idx="2311">
                  <c:v>0.6877</c:v>
                </c:pt>
                <c:pt idx="2312">
                  <c:v>0.6911</c:v>
                </c:pt>
                <c:pt idx="2313">
                  <c:v>0.693</c:v>
                </c:pt>
                <c:pt idx="2314">
                  <c:v>0.6926</c:v>
                </c:pt>
                <c:pt idx="2315">
                  <c:v>0.6922</c:v>
                </c:pt>
                <c:pt idx="2316">
                  <c:v>0.694</c:v>
                </c:pt>
                <c:pt idx="2317">
                  <c:v>0.6925</c:v>
                </c:pt>
                <c:pt idx="2318">
                  <c:v>0.6894</c:v>
                </c:pt>
                <c:pt idx="2319">
                  <c:v>0.6884</c:v>
                </c:pt>
                <c:pt idx="2320">
                  <c:v>0.6889</c:v>
                </c:pt>
                <c:pt idx="2321">
                  <c:v>0.6885</c:v>
                </c:pt>
                <c:pt idx="2322">
                  <c:v>0.6851</c:v>
                </c:pt>
                <c:pt idx="2323">
                  <c:v>0.6813</c:v>
                </c:pt>
                <c:pt idx="2324">
                  <c:v>0.6804</c:v>
                </c:pt>
                <c:pt idx="2325">
                  <c:v>0.6807</c:v>
                </c:pt>
                <c:pt idx="2326">
                  <c:v>0.6805</c:v>
                </c:pt>
                <c:pt idx="2327">
                  <c:v>0.6829</c:v>
                </c:pt>
                <c:pt idx="2328">
                  <c:v>0.6867</c:v>
                </c:pt>
                <c:pt idx="2329">
                  <c:v>0.6858</c:v>
                </c:pt>
                <c:pt idx="2330">
                  <c:v>0.6852</c:v>
                </c:pt>
                <c:pt idx="2331">
                  <c:v>0.6858</c:v>
                </c:pt>
                <c:pt idx="2332">
                  <c:v>0.6884</c:v>
                </c:pt>
                <c:pt idx="2333">
                  <c:v>0.688</c:v>
                </c:pt>
                <c:pt idx="2334">
                  <c:v>0.6943</c:v>
                </c:pt>
                <c:pt idx="2335">
                  <c:v>0.6946</c:v>
                </c:pt>
                <c:pt idx="2336">
                  <c:v>0.6955</c:v>
                </c:pt>
                <c:pt idx="2337">
                  <c:v>0.6967</c:v>
                </c:pt>
                <c:pt idx="2338">
                  <c:v>0.6955</c:v>
                </c:pt>
                <c:pt idx="2339">
                  <c:v>0.6963</c:v>
                </c:pt>
                <c:pt idx="2340">
                  <c:v>0.6982</c:v>
                </c:pt>
                <c:pt idx="2341">
                  <c:v>0.7029</c:v>
                </c:pt>
                <c:pt idx="2342">
                  <c:v>0.704</c:v>
                </c:pt>
                <c:pt idx="2343">
                  <c:v>0.7043</c:v>
                </c:pt>
                <c:pt idx="2344">
                  <c:v>0.7064</c:v>
                </c:pt>
                <c:pt idx="2345">
                  <c:v>0.7086</c:v>
                </c:pt>
                <c:pt idx="2346">
                  <c:v>0.7125</c:v>
                </c:pt>
                <c:pt idx="2347">
                  <c:v>0.7095</c:v>
                </c:pt>
                <c:pt idx="2348">
                  <c:v>0.7111</c:v>
                </c:pt>
                <c:pt idx="2349">
                  <c:v>0.7106</c:v>
                </c:pt>
                <c:pt idx="2350">
                  <c:v>0.7089</c:v>
                </c:pt>
                <c:pt idx="2351">
                  <c:v>0.7055</c:v>
                </c:pt>
                <c:pt idx="2352">
                  <c:v>0.706</c:v>
                </c:pt>
                <c:pt idx="2353">
                  <c:v>0.7048</c:v>
                </c:pt>
                <c:pt idx="2354">
                  <c:v>0.7086</c:v>
                </c:pt>
                <c:pt idx="2355">
                  <c:v>0.7075</c:v>
                </c:pt>
                <c:pt idx="2356">
                  <c:v>0.709</c:v>
                </c:pt>
                <c:pt idx="2357">
                  <c:v>0.7095</c:v>
                </c:pt>
                <c:pt idx="2358">
                  <c:v>0.7076</c:v>
                </c:pt>
                <c:pt idx="2359">
                  <c:v>0.7072</c:v>
                </c:pt>
                <c:pt idx="2360">
                  <c:v>0.7018</c:v>
                </c:pt>
                <c:pt idx="2361">
                  <c:v>0.7063</c:v>
                </c:pt>
                <c:pt idx="2362">
                  <c:v>0.7074</c:v>
                </c:pt>
                <c:pt idx="2363">
                  <c:v>0.7047</c:v>
                </c:pt>
                <c:pt idx="2364">
                  <c:v>0.7045</c:v>
                </c:pt>
                <c:pt idx="2365">
                  <c:v>0.702</c:v>
                </c:pt>
                <c:pt idx="2366">
                  <c:v>0.7</c:v>
                </c:pt>
                <c:pt idx="2367">
                  <c:v>0.7015</c:v>
                </c:pt>
                <c:pt idx="2368">
                  <c:v>0.7054</c:v>
                </c:pt>
                <c:pt idx="2369">
                  <c:v>0.7052</c:v>
                </c:pt>
                <c:pt idx="2370">
                  <c:v>0.7066</c:v>
                </c:pt>
                <c:pt idx="2371">
                  <c:v>0.7094</c:v>
                </c:pt>
                <c:pt idx="2372">
                  <c:v>0.7062</c:v>
                </c:pt>
                <c:pt idx="2373">
                  <c:v>0.7047</c:v>
                </c:pt>
                <c:pt idx="2374">
                  <c:v>0.7044</c:v>
                </c:pt>
                <c:pt idx="2375">
                  <c:v>0.7006</c:v>
                </c:pt>
                <c:pt idx="2376">
                  <c:v>0.7024</c:v>
                </c:pt>
                <c:pt idx="2377">
                  <c:v>0.7011</c:v>
                </c:pt>
                <c:pt idx="2378">
                  <c:v>0.7018</c:v>
                </c:pt>
                <c:pt idx="2379">
                  <c:v>0.6991</c:v>
                </c:pt>
                <c:pt idx="2380">
                  <c:v>0.6996</c:v>
                </c:pt>
                <c:pt idx="2381">
                  <c:v>0.6993</c:v>
                </c:pt>
                <c:pt idx="2382">
                  <c:v>0.702</c:v>
                </c:pt>
                <c:pt idx="2383">
                  <c:v>0.7048</c:v>
                </c:pt>
                <c:pt idx="2384">
                  <c:v>0.7075</c:v>
                </c:pt>
                <c:pt idx="2385">
                  <c:v>0.7066</c:v>
                </c:pt>
                <c:pt idx="2386">
                  <c:v>0.7047</c:v>
                </c:pt>
                <c:pt idx="2387">
                  <c:v>0.7033</c:v>
                </c:pt>
                <c:pt idx="2388">
                  <c:v>0.7043</c:v>
                </c:pt>
                <c:pt idx="2389">
                  <c:v>0.7071</c:v>
                </c:pt>
                <c:pt idx="2390">
                  <c:v>0.707</c:v>
                </c:pt>
                <c:pt idx="2391">
                  <c:v>0.7079</c:v>
                </c:pt>
                <c:pt idx="2392">
                  <c:v>0.7096</c:v>
                </c:pt>
                <c:pt idx="2393">
                  <c:v>0.7095</c:v>
                </c:pt>
                <c:pt idx="2394">
                  <c:v>0.7125</c:v>
                </c:pt>
                <c:pt idx="2395">
                  <c:v>0.7141</c:v>
                </c:pt>
                <c:pt idx="2396">
                  <c:v>0.7133</c:v>
                </c:pt>
                <c:pt idx="2397">
                  <c:v>0.7144</c:v>
                </c:pt>
                <c:pt idx="2398">
                  <c:v>0.714</c:v>
                </c:pt>
                <c:pt idx="2399">
                  <c:v>0.7151</c:v>
                </c:pt>
                <c:pt idx="2400">
                  <c:v>0.7188</c:v>
                </c:pt>
                <c:pt idx="2401">
                  <c:v>0.7195</c:v>
                </c:pt>
                <c:pt idx="2402">
                  <c:v>0.717</c:v>
                </c:pt>
                <c:pt idx="2403">
                  <c:v>0.7149</c:v>
                </c:pt>
                <c:pt idx="2404">
                  <c:v>0.7106</c:v>
                </c:pt>
                <c:pt idx="2405">
                  <c:v>0.7073</c:v>
                </c:pt>
                <c:pt idx="2406">
                  <c:v>0.7049</c:v>
                </c:pt>
                <c:pt idx="2407">
                  <c:v>0.706</c:v>
                </c:pt>
                <c:pt idx="2408">
                  <c:v>0.7072</c:v>
                </c:pt>
                <c:pt idx="2409">
                  <c:v>0.7101</c:v>
                </c:pt>
                <c:pt idx="2410">
                  <c:v>0.7121</c:v>
                </c:pt>
                <c:pt idx="2411">
                  <c:v>0.7122</c:v>
                </c:pt>
                <c:pt idx="2412">
                  <c:v>0.7175</c:v>
                </c:pt>
                <c:pt idx="2413">
                  <c:v>0.7165</c:v>
                </c:pt>
                <c:pt idx="2414">
                  <c:v>0.7141</c:v>
                </c:pt>
                <c:pt idx="2415">
                  <c:v>0.7145</c:v>
                </c:pt>
                <c:pt idx="2416">
                  <c:v>0.7115</c:v>
                </c:pt>
                <c:pt idx="2417">
                  <c:v>0.7146</c:v>
                </c:pt>
                <c:pt idx="2418">
                  <c:v>0.7143</c:v>
                </c:pt>
                <c:pt idx="2419">
                  <c:v>0.7142</c:v>
                </c:pt>
                <c:pt idx="2420">
                  <c:v>0.7136</c:v>
                </c:pt>
                <c:pt idx="2421">
                  <c:v>0.7157</c:v>
                </c:pt>
                <c:pt idx="2422">
                  <c:v>0.7173</c:v>
                </c:pt>
                <c:pt idx="2423">
                  <c:v>0.7146</c:v>
                </c:pt>
                <c:pt idx="2424">
                  <c:v>0.7099</c:v>
                </c:pt>
                <c:pt idx="2425">
                  <c:v>0.7089</c:v>
                </c:pt>
                <c:pt idx="2426">
                  <c:v>0.7093</c:v>
                </c:pt>
                <c:pt idx="2427">
                  <c:v>0.7078</c:v>
                </c:pt>
                <c:pt idx="2428">
                  <c:v>0.7086</c:v>
                </c:pt>
                <c:pt idx="2429">
                  <c:v>0.7057</c:v>
                </c:pt>
                <c:pt idx="2430">
                  <c:v>0.7066</c:v>
                </c:pt>
                <c:pt idx="2431">
                  <c:v>0.7109</c:v>
                </c:pt>
                <c:pt idx="2432">
                  <c:v>0.7113</c:v>
                </c:pt>
                <c:pt idx="2433">
                  <c:v>0.708</c:v>
                </c:pt>
                <c:pt idx="2434">
                  <c:v>0.7073</c:v>
                </c:pt>
                <c:pt idx="2435">
                  <c:v>0.7097</c:v>
                </c:pt>
                <c:pt idx="2436">
                  <c:v>0.7103</c:v>
                </c:pt>
                <c:pt idx="2437">
                  <c:v>0.7118</c:v>
                </c:pt>
                <c:pt idx="2438">
                  <c:v>0.7139</c:v>
                </c:pt>
                <c:pt idx="2439">
                  <c:v>0.7124</c:v>
                </c:pt>
                <c:pt idx="2440">
                  <c:v>0.717</c:v>
                </c:pt>
                <c:pt idx="2441">
                  <c:v>0.72</c:v>
                </c:pt>
                <c:pt idx="2442">
                  <c:v>0.7179</c:v>
                </c:pt>
                <c:pt idx="2443">
                  <c:v>0.7171</c:v>
                </c:pt>
                <c:pt idx="2444">
                  <c:v>0.7133</c:v>
                </c:pt>
                <c:pt idx="2445">
                  <c:v>0.7097</c:v>
                </c:pt>
                <c:pt idx="2446">
                  <c:v>0.7122</c:v>
                </c:pt>
                <c:pt idx="2447">
                  <c:v>0.7124</c:v>
                </c:pt>
                <c:pt idx="2448">
                  <c:v>0.7121</c:v>
                </c:pt>
                <c:pt idx="2449">
                  <c:v>0.715</c:v>
                </c:pt>
                <c:pt idx="2450">
                  <c:v>0.719</c:v>
                </c:pt>
                <c:pt idx="2451">
                  <c:v>0.7199</c:v>
                </c:pt>
                <c:pt idx="2452">
                  <c:v>0.7184</c:v>
                </c:pt>
                <c:pt idx="2453">
                  <c:v>0.7157</c:v>
                </c:pt>
                <c:pt idx="2454">
                  <c:v>0.7145</c:v>
                </c:pt>
                <c:pt idx="2455">
                  <c:v>0.7162</c:v>
                </c:pt>
                <c:pt idx="2456">
                  <c:v>0.7186</c:v>
                </c:pt>
                <c:pt idx="2457">
                  <c:v>0.7193</c:v>
                </c:pt>
                <c:pt idx="2458">
                  <c:v>0.7243</c:v>
                </c:pt>
                <c:pt idx="2459">
                  <c:v>0.7243</c:v>
                </c:pt>
                <c:pt idx="2460">
                  <c:v>0.723</c:v>
                </c:pt>
                <c:pt idx="2461">
                  <c:v>0.7238</c:v>
                </c:pt>
                <c:pt idx="2462">
                  <c:v>0.7231</c:v>
                </c:pt>
                <c:pt idx="2463">
                  <c:v>0.7216</c:v>
                </c:pt>
                <c:pt idx="2464">
                  <c:v>0.7228</c:v>
                </c:pt>
                <c:pt idx="2465">
                  <c:v>0.7209</c:v>
                </c:pt>
                <c:pt idx="2466">
                  <c:v>0.7287</c:v>
                </c:pt>
                <c:pt idx="2467">
                  <c:v>0.7298</c:v>
                </c:pt>
                <c:pt idx="2468">
                  <c:v>0.7302</c:v>
                </c:pt>
                <c:pt idx="2469">
                  <c:v>0.7368</c:v>
                </c:pt>
                <c:pt idx="2470">
                  <c:v>0.7394</c:v>
                </c:pt>
                <c:pt idx="2471">
                  <c:v>0.7401</c:v>
                </c:pt>
                <c:pt idx="2472">
                  <c:v>0.7384</c:v>
                </c:pt>
                <c:pt idx="2473">
                  <c:v>0.7414</c:v>
                </c:pt>
                <c:pt idx="2474">
                  <c:v>0.7443</c:v>
                </c:pt>
                <c:pt idx="2475">
                  <c:v>0.743</c:v>
                </c:pt>
                <c:pt idx="2476">
                  <c:v>0.7417</c:v>
                </c:pt>
                <c:pt idx="2477">
                  <c:v>0.742</c:v>
                </c:pt>
                <c:pt idx="2478">
                  <c:v>0.7423</c:v>
                </c:pt>
                <c:pt idx="2479">
                  <c:v>0.7372</c:v>
                </c:pt>
                <c:pt idx="2480">
                  <c:v>0.7344</c:v>
                </c:pt>
                <c:pt idx="2481">
                  <c:v>0.7357</c:v>
                </c:pt>
                <c:pt idx="2482">
                  <c:v>0.7342</c:v>
                </c:pt>
                <c:pt idx="2483">
                  <c:v>0.7347</c:v>
                </c:pt>
                <c:pt idx="2484">
                  <c:v>0.7333</c:v>
                </c:pt>
                <c:pt idx="2485">
                  <c:v>0.7302</c:v>
                </c:pt>
                <c:pt idx="2486">
                  <c:v>0.7316</c:v>
                </c:pt>
                <c:pt idx="2487">
                  <c:v>0.7285</c:v>
                </c:pt>
                <c:pt idx="2488">
                  <c:v>0.7289</c:v>
                </c:pt>
                <c:pt idx="2489">
                  <c:v>0.7282</c:v>
                </c:pt>
                <c:pt idx="2490">
                  <c:v>0.7305</c:v>
                </c:pt>
                <c:pt idx="2491">
                  <c:v>0.7328</c:v>
                </c:pt>
                <c:pt idx="2492">
                  <c:v>0.7328</c:v>
                </c:pt>
                <c:pt idx="2493">
                  <c:v>0.7317</c:v>
                </c:pt>
                <c:pt idx="2494">
                  <c:v>0.7327</c:v>
                </c:pt>
                <c:pt idx="2495">
                  <c:v>0.736</c:v>
                </c:pt>
                <c:pt idx="2496">
                  <c:v>0.7342</c:v>
                </c:pt>
                <c:pt idx="2497">
                  <c:v>0.7327</c:v>
                </c:pt>
                <c:pt idx="2498">
                  <c:v>0.7287</c:v>
                </c:pt>
                <c:pt idx="2499">
                  <c:v>0.7264</c:v>
                </c:pt>
                <c:pt idx="2500">
                  <c:v>0.7274</c:v>
                </c:pt>
                <c:pt idx="2501">
                  <c:v>0.7272</c:v>
                </c:pt>
                <c:pt idx="2502">
                  <c:v>0.7263</c:v>
                </c:pt>
                <c:pt idx="2503">
                  <c:v>0.7282</c:v>
                </c:pt>
                <c:pt idx="2504">
                  <c:v>0.7266</c:v>
                </c:pt>
                <c:pt idx="2505">
                  <c:v>0.7281</c:v>
                </c:pt>
                <c:pt idx="2506">
                  <c:v>0.7289</c:v>
                </c:pt>
                <c:pt idx="2507">
                  <c:v>0.7288</c:v>
                </c:pt>
                <c:pt idx="2508">
                  <c:v>0.7264</c:v>
                </c:pt>
                <c:pt idx="2509">
                  <c:v>0.7296</c:v>
                </c:pt>
                <c:pt idx="2510">
                  <c:v>0.7292</c:v>
                </c:pt>
                <c:pt idx="2511">
                  <c:v>0.7281</c:v>
                </c:pt>
                <c:pt idx="2512">
                  <c:v>0.7269</c:v>
                </c:pt>
                <c:pt idx="2513">
                  <c:v>0.7276</c:v>
                </c:pt>
                <c:pt idx="2514">
                  <c:v>0.7286</c:v>
                </c:pt>
                <c:pt idx="2515">
                  <c:v>0.7263</c:v>
                </c:pt>
                <c:pt idx="2516">
                  <c:v>0.7262</c:v>
                </c:pt>
                <c:pt idx="2517">
                  <c:v>0.7301</c:v>
                </c:pt>
                <c:pt idx="2518">
                  <c:v>0.7297</c:v>
                </c:pt>
                <c:pt idx="2519">
                  <c:v>0.7281</c:v>
                </c:pt>
                <c:pt idx="2520">
                  <c:v>0.7294</c:v>
                </c:pt>
                <c:pt idx="2521">
                  <c:v>0.7272</c:v>
                </c:pt>
                <c:pt idx="2522">
                  <c:v>0.7201</c:v>
                </c:pt>
                <c:pt idx="2523">
                  <c:v>0.7171</c:v>
                </c:pt>
                <c:pt idx="2524">
                  <c:v>0.7133</c:v>
                </c:pt>
                <c:pt idx="2525">
                  <c:v>0.7135</c:v>
                </c:pt>
                <c:pt idx="2526">
                  <c:v>0.7158</c:v>
                </c:pt>
                <c:pt idx="2527">
                  <c:v>0.7186</c:v>
                </c:pt>
                <c:pt idx="2528">
                  <c:v>0.7215</c:v>
                </c:pt>
                <c:pt idx="2529">
                  <c:v>0.7213</c:v>
                </c:pt>
                <c:pt idx="2530">
                  <c:v>0.7215</c:v>
                </c:pt>
                <c:pt idx="2531">
                  <c:v>0.7215</c:v>
                </c:pt>
                <c:pt idx="2532">
                  <c:v>0.7207</c:v>
                </c:pt>
                <c:pt idx="2533">
                  <c:v>0.721</c:v>
                </c:pt>
                <c:pt idx="2534">
                  <c:v>0.722</c:v>
                </c:pt>
                <c:pt idx="2535">
                  <c:v>0.722</c:v>
                </c:pt>
                <c:pt idx="2536">
                  <c:v>0.7204</c:v>
                </c:pt>
                <c:pt idx="2537">
                  <c:v>0.7218</c:v>
                </c:pt>
                <c:pt idx="2538">
                  <c:v>0.7205</c:v>
                </c:pt>
                <c:pt idx="2539">
                  <c:v>0.7197</c:v>
                </c:pt>
                <c:pt idx="2540">
                  <c:v>0.72</c:v>
                </c:pt>
                <c:pt idx="2541">
                  <c:v>0.7223</c:v>
                </c:pt>
                <c:pt idx="2542">
                  <c:v>0.7215</c:v>
                </c:pt>
                <c:pt idx="2543">
                  <c:v>0.7204</c:v>
                </c:pt>
                <c:pt idx="2544">
                  <c:v>0.7214</c:v>
                </c:pt>
                <c:pt idx="2545">
                  <c:v>0.7223</c:v>
                </c:pt>
                <c:pt idx="2546">
                  <c:v>0.7198</c:v>
                </c:pt>
                <c:pt idx="2547">
                  <c:v>0.7206</c:v>
                </c:pt>
                <c:pt idx="2548">
                  <c:v>0.72</c:v>
                </c:pt>
                <c:pt idx="2549">
                  <c:v>0.7178</c:v>
                </c:pt>
                <c:pt idx="2550">
                  <c:v>0.7178</c:v>
                </c:pt>
                <c:pt idx="2551">
                  <c:v>0.7161</c:v>
                </c:pt>
                <c:pt idx="2552">
                  <c:v>0.7173</c:v>
                </c:pt>
                <c:pt idx="2553">
                  <c:v>0.7177</c:v>
                </c:pt>
                <c:pt idx="2554">
                  <c:v>0.716</c:v>
                </c:pt>
                <c:pt idx="2555">
                  <c:v>0.7111</c:v>
                </c:pt>
                <c:pt idx="2556">
                  <c:v>0.7098</c:v>
                </c:pt>
                <c:pt idx="2557">
                  <c:v>0.7102</c:v>
                </c:pt>
                <c:pt idx="2558">
                  <c:v>0.7115</c:v>
                </c:pt>
                <c:pt idx="2559">
                  <c:v>0.7136</c:v>
                </c:pt>
                <c:pt idx="2560">
                  <c:v>0.7161</c:v>
                </c:pt>
                <c:pt idx="2561">
                  <c:v>0.7125</c:v>
                </c:pt>
                <c:pt idx="2562">
                  <c:v>0.7114</c:v>
                </c:pt>
                <c:pt idx="2563">
                  <c:v>0.7103</c:v>
                </c:pt>
                <c:pt idx="2564">
                  <c:v>0.7103</c:v>
                </c:pt>
                <c:pt idx="2565">
                  <c:v>0.7103</c:v>
                </c:pt>
                <c:pt idx="2566">
                  <c:v>0.7093</c:v>
                </c:pt>
                <c:pt idx="2567">
                  <c:v>0.7103</c:v>
                </c:pt>
                <c:pt idx="2568">
                  <c:v>0.7124</c:v>
                </c:pt>
                <c:pt idx="2569">
                  <c:v>0.7138</c:v>
                </c:pt>
                <c:pt idx="2570">
                  <c:v>0.7132</c:v>
                </c:pt>
                <c:pt idx="2571">
                  <c:v>0.7155</c:v>
                </c:pt>
                <c:pt idx="2572">
                  <c:v>0.7206</c:v>
                </c:pt>
                <c:pt idx="2573">
                  <c:v>0.7234</c:v>
                </c:pt>
                <c:pt idx="2574">
                  <c:v>0.7243</c:v>
                </c:pt>
                <c:pt idx="2575">
                  <c:v>0.7247</c:v>
                </c:pt>
                <c:pt idx="2576">
                  <c:v>0.7243</c:v>
                </c:pt>
                <c:pt idx="2577">
                  <c:v>0.7245</c:v>
                </c:pt>
                <c:pt idx="2578">
                  <c:v>0.7218</c:v>
                </c:pt>
                <c:pt idx="2579">
                  <c:v>0.7223</c:v>
                </c:pt>
                <c:pt idx="2580">
                  <c:v>0.7211</c:v>
                </c:pt>
                <c:pt idx="2581">
                  <c:v>0.7199</c:v>
                </c:pt>
                <c:pt idx="2582">
                  <c:v>0.722</c:v>
                </c:pt>
                <c:pt idx="2583">
                  <c:v>0.7228</c:v>
                </c:pt>
                <c:pt idx="2584">
                  <c:v>0.7244</c:v>
                </c:pt>
                <c:pt idx="2585">
                  <c:v>0.7192</c:v>
                </c:pt>
                <c:pt idx="2586">
                  <c:v>0.7188</c:v>
                </c:pt>
                <c:pt idx="2587">
                  <c:v>0.7179</c:v>
                </c:pt>
                <c:pt idx="2588">
                  <c:v>0.7126</c:v>
                </c:pt>
                <c:pt idx="2589">
                  <c:v>0.7131</c:v>
                </c:pt>
                <c:pt idx="2590">
                  <c:v>0.7198</c:v>
                </c:pt>
                <c:pt idx="2591">
                  <c:v>0.7284</c:v>
                </c:pt>
                <c:pt idx="2592">
                  <c:v>0.7326</c:v>
                </c:pt>
                <c:pt idx="2593">
                  <c:v>0.7331</c:v>
                </c:pt>
                <c:pt idx="2594">
                  <c:v>0.729</c:v>
                </c:pt>
                <c:pt idx="2595">
                  <c:v>0.729</c:v>
                </c:pt>
                <c:pt idx="2596">
                  <c:v>0.7269</c:v>
                </c:pt>
                <c:pt idx="2597">
                  <c:v>0.7264</c:v>
                </c:pt>
                <c:pt idx="2598">
                  <c:v>0.7286</c:v>
                </c:pt>
                <c:pt idx="2599">
                  <c:v>0.7347</c:v>
                </c:pt>
                <c:pt idx="2600">
                  <c:v>0.7385</c:v>
                </c:pt>
                <c:pt idx="2601">
                  <c:v>0.7395</c:v>
                </c:pt>
                <c:pt idx="2602">
                  <c:v>0.7484</c:v>
                </c:pt>
                <c:pt idx="2603">
                  <c:v>0.7523</c:v>
                </c:pt>
                <c:pt idx="2604">
                  <c:v>0.7554</c:v>
                </c:pt>
                <c:pt idx="2605">
                  <c:v>0.7598</c:v>
                </c:pt>
                <c:pt idx="2606">
                  <c:v>0.761</c:v>
                </c:pt>
                <c:pt idx="2607">
                  <c:v>0.7546</c:v>
                </c:pt>
                <c:pt idx="2608">
                  <c:v>0.7564</c:v>
                </c:pt>
                <c:pt idx="2609">
                  <c:v>0.7546</c:v>
                </c:pt>
                <c:pt idx="2610">
                  <c:v>0.7587</c:v>
                </c:pt>
                <c:pt idx="2611">
                  <c:v>0.7599</c:v>
                </c:pt>
                <c:pt idx="2612">
                  <c:v>0.7631</c:v>
                </c:pt>
                <c:pt idx="2613">
                  <c:v>0.7668</c:v>
                </c:pt>
                <c:pt idx="2614">
                  <c:v>0.7663</c:v>
                </c:pt>
                <c:pt idx="2615">
                  <c:v>0.7688</c:v>
                </c:pt>
                <c:pt idx="2616">
                  <c:v>0.7719</c:v>
                </c:pt>
                <c:pt idx="2617">
                  <c:v>0.7711</c:v>
                </c:pt>
                <c:pt idx="2618">
                  <c:v>0.7638</c:v>
                </c:pt>
                <c:pt idx="2619">
                  <c:v>0.7634</c:v>
                </c:pt>
                <c:pt idx="2620">
                  <c:v>0.7651</c:v>
                </c:pt>
                <c:pt idx="2621">
                  <c:v>0.7664</c:v>
                </c:pt>
                <c:pt idx="2622">
                  <c:v>0.7671</c:v>
                </c:pt>
                <c:pt idx="2623">
                  <c:v>0.7649</c:v>
                </c:pt>
                <c:pt idx="2624">
                  <c:v>0.7669</c:v>
                </c:pt>
                <c:pt idx="2625">
                  <c:v>0.7673</c:v>
                </c:pt>
                <c:pt idx="2626">
                  <c:v>0.7651</c:v>
                </c:pt>
                <c:pt idx="2627">
                  <c:v>0.767</c:v>
                </c:pt>
                <c:pt idx="2628">
                  <c:v>0.7679</c:v>
                </c:pt>
                <c:pt idx="2629">
                  <c:v>0.7672</c:v>
                </c:pt>
                <c:pt idx="2630">
                  <c:v>0.7681</c:v>
                </c:pt>
                <c:pt idx="2631">
                  <c:v>0.773</c:v>
                </c:pt>
                <c:pt idx="2632">
                  <c:v>0.7745</c:v>
                </c:pt>
                <c:pt idx="2633">
                  <c:v>0.7763</c:v>
                </c:pt>
                <c:pt idx="2634">
                  <c:v>0.7795</c:v>
                </c:pt>
                <c:pt idx="2635">
                  <c:v>0.7817</c:v>
                </c:pt>
                <c:pt idx="2636">
                  <c:v>0.779</c:v>
                </c:pt>
                <c:pt idx="2637">
                  <c:v>0.7814</c:v>
                </c:pt>
                <c:pt idx="2638">
                  <c:v>0.7833</c:v>
                </c:pt>
                <c:pt idx="2639">
                  <c:v>0.7832</c:v>
                </c:pt>
                <c:pt idx="2640">
                  <c:v>0.7914</c:v>
                </c:pt>
                <c:pt idx="2641">
                  <c:v>0.7877</c:v>
                </c:pt>
                <c:pt idx="2642">
                  <c:v>0.794</c:v>
                </c:pt>
                <c:pt idx="2643">
                  <c:v>0.7957</c:v>
                </c:pt>
                <c:pt idx="2644">
                  <c:v>0.7955</c:v>
                </c:pt>
                <c:pt idx="2645">
                  <c:v>0.791</c:v>
                </c:pt>
                <c:pt idx="2646">
                  <c:v>0.7862</c:v>
                </c:pt>
                <c:pt idx="2647">
                  <c:v>0.7875</c:v>
                </c:pt>
                <c:pt idx="2648">
                  <c:v>0.7893</c:v>
                </c:pt>
                <c:pt idx="2649">
                  <c:v>0.7899</c:v>
                </c:pt>
                <c:pt idx="2650">
                  <c:v>0.7884</c:v>
                </c:pt>
                <c:pt idx="2651">
                  <c:v>0.7913</c:v>
                </c:pt>
                <c:pt idx="2652">
                  <c:v>0.7941</c:v>
                </c:pt>
                <c:pt idx="2653">
                  <c:v>0.7947</c:v>
                </c:pt>
                <c:pt idx="2654">
                  <c:v>0.7946</c:v>
                </c:pt>
                <c:pt idx="2655">
                  <c:v>0.7982</c:v>
                </c:pt>
                <c:pt idx="2656">
                  <c:v>0.8007</c:v>
                </c:pt>
                <c:pt idx="2657">
                  <c:v>0.8009</c:v>
                </c:pt>
                <c:pt idx="2658">
                  <c:v>0.8002</c:v>
                </c:pt>
                <c:pt idx="2659">
                  <c:v>0.7981</c:v>
                </c:pt>
                <c:pt idx="2660">
                  <c:v>0.7992</c:v>
                </c:pt>
                <c:pt idx="2661">
                  <c:v>0.8026</c:v>
                </c:pt>
                <c:pt idx="2662">
                  <c:v>0.8082</c:v>
                </c:pt>
                <c:pt idx="2663">
                  <c:v>0.807</c:v>
                </c:pt>
                <c:pt idx="2664">
                  <c:v>0.8062</c:v>
                </c:pt>
                <c:pt idx="2665">
                  <c:v>0.8026</c:v>
                </c:pt>
                <c:pt idx="2666">
                  <c:v>0.8026</c:v>
                </c:pt>
                <c:pt idx="2667">
                  <c:v>0.8095</c:v>
                </c:pt>
                <c:pt idx="2668">
                  <c:v>0.8101</c:v>
                </c:pt>
                <c:pt idx="2669">
                  <c:v>0.8115</c:v>
                </c:pt>
                <c:pt idx="2670">
                  <c:v>0.8065</c:v>
                </c:pt>
                <c:pt idx="2671">
                  <c:v>0.8062</c:v>
                </c:pt>
                <c:pt idx="2672">
                  <c:v>0.8054</c:v>
                </c:pt>
                <c:pt idx="2673">
                  <c:v>0.8074</c:v>
                </c:pt>
                <c:pt idx="2674">
                  <c:v>0.8045</c:v>
                </c:pt>
                <c:pt idx="2675">
                  <c:v>0.8082</c:v>
                </c:pt>
                <c:pt idx="2676">
                  <c:v>0.8108</c:v>
                </c:pt>
                <c:pt idx="2677">
                  <c:v>0.8045</c:v>
                </c:pt>
                <c:pt idx="2678">
                  <c:v>0.8086</c:v>
                </c:pt>
                <c:pt idx="2679">
                  <c:v>0.8061</c:v>
                </c:pt>
                <c:pt idx="2680">
                  <c:v>0.8041</c:v>
                </c:pt>
                <c:pt idx="2681">
                  <c:v>0.7996</c:v>
                </c:pt>
                <c:pt idx="2682">
                  <c:v>0.8007</c:v>
                </c:pt>
                <c:pt idx="2683">
                  <c:v>0.8024</c:v>
                </c:pt>
                <c:pt idx="2684">
                  <c:v>0.8043</c:v>
                </c:pt>
                <c:pt idx="2685">
                  <c:v>0.8028</c:v>
                </c:pt>
                <c:pt idx="2686">
                  <c:v>0.8023</c:v>
                </c:pt>
                <c:pt idx="2687">
                  <c:v>0.8027</c:v>
                </c:pt>
                <c:pt idx="2688">
                  <c:v>0.8026</c:v>
                </c:pt>
                <c:pt idx="2689">
                  <c:v>0.8016</c:v>
                </c:pt>
                <c:pt idx="2690">
                  <c:v>0.8075</c:v>
                </c:pt>
                <c:pt idx="2691">
                  <c:v>0.8154</c:v>
                </c:pt>
                <c:pt idx="2692">
                  <c:v>0.8167</c:v>
                </c:pt>
                <c:pt idx="2693">
                  <c:v>0.8147</c:v>
                </c:pt>
                <c:pt idx="2694">
                  <c:v>0.8145</c:v>
                </c:pt>
                <c:pt idx="2695">
                  <c:v>0.8134</c:v>
                </c:pt>
                <c:pt idx="2696">
                  <c:v>0.8153</c:v>
                </c:pt>
                <c:pt idx="2697">
                  <c:v>0.8191</c:v>
                </c:pt>
                <c:pt idx="2698">
                  <c:v>0.8122</c:v>
                </c:pt>
                <c:pt idx="2699">
                  <c:v>0.8158</c:v>
                </c:pt>
                <c:pt idx="2700">
                  <c:v>0.8144</c:v>
                </c:pt>
                <c:pt idx="2701">
                  <c:v>0.8194</c:v>
                </c:pt>
                <c:pt idx="2702">
                  <c:v>0.8202</c:v>
                </c:pt>
                <c:pt idx="2703">
                  <c:v>0.8146</c:v>
                </c:pt>
                <c:pt idx="2704">
                  <c:v>0.818</c:v>
                </c:pt>
                <c:pt idx="2705">
                  <c:v>0.8157</c:v>
                </c:pt>
                <c:pt idx="2706">
                  <c:v>0.8118</c:v>
                </c:pt>
                <c:pt idx="2707">
                  <c:v>0.8077</c:v>
                </c:pt>
                <c:pt idx="2708">
                  <c:v>0.8088</c:v>
                </c:pt>
                <c:pt idx="2709">
                  <c:v>0.8033</c:v>
                </c:pt>
                <c:pt idx="2710">
                  <c:v>0.8033</c:v>
                </c:pt>
                <c:pt idx="2711">
                  <c:v>0.8055</c:v>
                </c:pt>
                <c:pt idx="2712">
                  <c:v>0.8012</c:v>
                </c:pt>
                <c:pt idx="2713">
                  <c:v>0.8043</c:v>
                </c:pt>
                <c:pt idx="2714">
                  <c:v>0.8047</c:v>
                </c:pt>
                <c:pt idx="2715">
                  <c:v>0.8015</c:v>
                </c:pt>
                <c:pt idx="2716">
                  <c:v>0.7967</c:v>
                </c:pt>
                <c:pt idx="2717">
                  <c:v>0.7948</c:v>
                </c:pt>
                <c:pt idx="2718">
                  <c:v>0.7972</c:v>
                </c:pt>
                <c:pt idx="2719">
                  <c:v>0.7954</c:v>
                </c:pt>
                <c:pt idx="2720">
                  <c:v>0.7959</c:v>
                </c:pt>
                <c:pt idx="2721">
                  <c:v>0.7961</c:v>
                </c:pt>
                <c:pt idx="2722">
                  <c:v>0.7975</c:v>
                </c:pt>
                <c:pt idx="2723">
                  <c:v>0.7967</c:v>
                </c:pt>
                <c:pt idx="2724">
                  <c:v>0.7998</c:v>
                </c:pt>
                <c:pt idx="2725">
                  <c:v>0.8016</c:v>
                </c:pt>
                <c:pt idx="2726">
                  <c:v>0.8064</c:v>
                </c:pt>
                <c:pt idx="2727">
                  <c:v>0.8029</c:v>
                </c:pt>
                <c:pt idx="2728">
                  <c:v>0.8022</c:v>
                </c:pt>
                <c:pt idx="2729">
                  <c:v>0.8035</c:v>
                </c:pt>
                <c:pt idx="2730">
                  <c:v>0.8033</c:v>
                </c:pt>
                <c:pt idx="2731">
                  <c:v>0.8048</c:v>
                </c:pt>
                <c:pt idx="2732">
                  <c:v>0.8057</c:v>
                </c:pt>
                <c:pt idx="2733">
                  <c:v>0.8044</c:v>
                </c:pt>
                <c:pt idx="2734">
                  <c:v>0.7991</c:v>
                </c:pt>
                <c:pt idx="2735">
                  <c:v>0.7983</c:v>
                </c:pt>
                <c:pt idx="2736">
                  <c:v>0.7984</c:v>
                </c:pt>
                <c:pt idx="2737">
                  <c:v>0.7946</c:v>
                </c:pt>
                <c:pt idx="2738">
                  <c:v>0.7913</c:v>
                </c:pt>
                <c:pt idx="2739">
                  <c:v>0.7897</c:v>
                </c:pt>
                <c:pt idx="2740">
                  <c:v>0.788</c:v>
                </c:pt>
                <c:pt idx="2741">
                  <c:v>0.783</c:v>
                </c:pt>
                <c:pt idx="2742">
                  <c:v>0.7842</c:v>
                </c:pt>
                <c:pt idx="2743">
                  <c:v>0.7783</c:v>
                </c:pt>
                <c:pt idx="2744">
                  <c:v>0.7795</c:v>
                </c:pt>
                <c:pt idx="2745">
                  <c:v>0.7803</c:v>
                </c:pt>
                <c:pt idx="2746">
                  <c:v>0.7853</c:v>
                </c:pt>
                <c:pt idx="2747">
                  <c:v>0.788</c:v>
                </c:pt>
                <c:pt idx="2748">
                  <c:v>0.7903</c:v>
                </c:pt>
                <c:pt idx="2749">
                  <c:v>0.7936</c:v>
                </c:pt>
                <c:pt idx="2750">
                  <c:v>0.8074</c:v>
                </c:pt>
                <c:pt idx="2751">
                  <c:v>0.8105</c:v>
                </c:pt>
                <c:pt idx="2752">
                  <c:v>0.8208</c:v>
                </c:pt>
                <c:pt idx="2753">
                  <c:v>0.8262</c:v>
                </c:pt>
                <c:pt idx="2754">
                  <c:v>0.851</c:v>
                </c:pt>
                <c:pt idx="2755">
                  <c:v>0.857</c:v>
                </c:pt>
                <c:pt idx="2756">
                  <c:v>0.8301</c:v>
                </c:pt>
                <c:pt idx="2757">
                  <c:v>0.8411</c:v>
                </c:pt>
                <c:pt idx="2758">
                  <c:v>0.8371</c:v>
                </c:pt>
                <c:pt idx="2759">
                  <c:v>0.8479</c:v>
                </c:pt>
                <c:pt idx="2760">
                  <c:v>0.8375</c:v>
                </c:pt>
                <c:pt idx="2761">
                  <c:v>0.8401</c:v>
                </c:pt>
                <c:pt idx="2762">
                  <c:v>0.8365</c:v>
                </c:pt>
                <c:pt idx="2763">
                  <c:v>0.8422</c:v>
                </c:pt>
                <c:pt idx="2764">
                  <c:v>0.8428</c:v>
                </c:pt>
                <c:pt idx="2765">
                  <c:v>0.8452</c:v>
                </c:pt>
                <c:pt idx="2766">
                  <c:v>0.8454</c:v>
                </c:pt>
                <c:pt idx="2767">
                  <c:v>0.8429</c:v>
                </c:pt>
                <c:pt idx="2768">
                  <c:v>0.8404</c:v>
                </c:pt>
                <c:pt idx="2769">
                  <c:v>0.8402</c:v>
                </c:pt>
                <c:pt idx="2770">
                  <c:v>0.8381</c:v>
                </c:pt>
                <c:pt idx="2771">
                  <c:v>0.834</c:v>
                </c:pt>
                <c:pt idx="2772">
                  <c:v>0.8316</c:v>
                </c:pt>
                <c:pt idx="2773">
                  <c:v>0.8364</c:v>
                </c:pt>
                <c:pt idx="2774">
                  <c:v>0.8394</c:v>
                </c:pt>
                <c:pt idx="2775">
                  <c:v>0.8444</c:v>
                </c:pt>
                <c:pt idx="2776">
                  <c:v>0.8413</c:v>
                </c:pt>
                <c:pt idx="2777">
                  <c:v>0.8477</c:v>
                </c:pt>
                <c:pt idx="2778">
                  <c:v>0.8448</c:v>
                </c:pt>
                <c:pt idx="2779">
                  <c:v>0.8422</c:v>
                </c:pt>
                <c:pt idx="2780">
                  <c:v>0.8379</c:v>
                </c:pt>
                <c:pt idx="2781">
                  <c:v>0.8411</c:v>
                </c:pt>
                <c:pt idx="2782">
                  <c:v>0.8367</c:v>
                </c:pt>
                <c:pt idx="2783">
                  <c:v>0.8349</c:v>
                </c:pt>
                <c:pt idx="2784">
                  <c:v>0.835</c:v>
                </c:pt>
                <c:pt idx="2785">
                  <c:v>0.8368</c:v>
                </c:pt>
                <c:pt idx="2786">
                  <c:v>0.8385</c:v>
                </c:pt>
                <c:pt idx="2787">
                  <c:v>0.8394</c:v>
                </c:pt>
                <c:pt idx="2788">
                  <c:v>0.8301</c:v>
                </c:pt>
                <c:pt idx="2789">
                  <c:v>0.829</c:v>
                </c:pt>
                <c:pt idx="2790">
                  <c:v>0.8288</c:v>
                </c:pt>
                <c:pt idx="2791">
                  <c:v>0.8336</c:v>
                </c:pt>
                <c:pt idx="2792">
                  <c:v>0.8311</c:v>
                </c:pt>
                <c:pt idx="2793">
                  <c:v>0.8348</c:v>
                </c:pt>
                <c:pt idx="2794">
                  <c:v>0.8368</c:v>
                </c:pt>
                <c:pt idx="2795">
                  <c:v>0.8405</c:v>
                </c:pt>
                <c:pt idx="2796">
                  <c:v>0.843</c:v>
                </c:pt>
                <c:pt idx="2797">
                  <c:v>0.8421</c:v>
                </c:pt>
                <c:pt idx="2798">
                  <c:v>0.8463</c:v>
                </c:pt>
                <c:pt idx="2799">
                  <c:v>0.8482</c:v>
                </c:pt>
                <c:pt idx="2800">
                  <c:v>0.8508</c:v>
                </c:pt>
                <c:pt idx="2801">
                  <c:v>0.8523</c:v>
                </c:pt>
                <c:pt idx="2802">
                  <c:v>0.8565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695790463"/>
        <c:axId val="695803903"/>
      </c:lineChart>
      <c:dateAx>
        <c:axId val="695790463"/>
        <c:scaling>
          <c:orientation val="minMax"/>
        </c:scaling>
        <c:delete val="0"/>
        <c:axPos val="b"/>
        <c:numFmt formatCode="yyyy/m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</a:p>
        </c:txPr>
        <c:crossAx val="695803903"/>
        <c:crosses val="autoZero"/>
        <c:auto val="1"/>
        <c:lblOffset val="100"/>
        <c:baseTimeUnit val="days"/>
        <c:majorUnit val="2"/>
        <c:majorTimeUnit val="years"/>
        <c:minorUnit val="2"/>
        <c:minorTimeUnit val="years"/>
      </c:dateAx>
      <c:valAx>
        <c:axId val="6958039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</a:p>
        </c:txPr>
        <c:crossAx val="695790463"/>
        <c:crosses val="autoZero"/>
        <c:crossBetween val="between"/>
      </c:valAx>
      <c:dateAx>
        <c:axId val="695788543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</a:p>
        </c:txPr>
        <c:crossAx val="695790943"/>
        <c:crosses val="autoZero"/>
        <c:auto val="1"/>
        <c:lblOffset val="100"/>
        <c:baseTimeUnit val="days"/>
        <c:majorUnit val="1"/>
        <c:majorTimeUnit val="days"/>
        <c:minorUnit val="1"/>
        <c:minorTimeUnit val="days"/>
      </c:dateAx>
      <c:valAx>
        <c:axId val="695790943"/>
        <c:scaling>
          <c:orientation val="minMax"/>
          <c:max val="200000"/>
        </c:scaling>
        <c:delete val="0"/>
        <c:axPos val="r"/>
        <c:numFmt formatCode="#,##0_);[Red]\(#,##0\)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</a:p>
        </c:txPr>
        <c:crossAx val="695788543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63569620645081"/>
          <c:y val="0.117852345512395"/>
          <c:w val="0.631341034458183"/>
          <c:h val="0.060484294301921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ea"/>
              <a:sym typeface="+mn-lt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0bc7679b-f919-4d7d-ae1f-1562a092e128}"/>
      </c:ext>
    </c:extLst>
  </c:chart>
  <c:spPr>
    <a:noFill/>
    <a:ln>
      <a:noFill/>
    </a:ln>
    <a:effectLst/>
  </c:spPr>
  <c:txPr>
    <a:bodyPr/>
    <a:lstStyle/>
    <a:p>
      <a:pPr>
        <a:defRPr lang="zh-CN">
          <a:latin typeface="+mn-lt"/>
          <a:ea typeface="+mn-ea"/>
          <a:cs typeface="+mn-ea"/>
          <a:sym typeface="+mn-lt"/>
        </a:defRPr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r>
              <a:rPr lang="zh-CN" b="1"/>
              <a:t>组合权益仓位走势图</a:t>
            </a:r>
            <a:endParaRPr lang="zh-CN" b="1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areaChart>
        <c:grouping val="standard"/>
        <c:varyColors val="0"/>
        <c:ser>
          <c:idx val="4"/>
          <c:order val="5"/>
          <c:tx>
            <c:strRef>
              <c:f>'走势图 24'!$J$1</c:f>
              <c:strCache>
                <c:ptCount val="1"/>
                <c:pt idx="0">
                  <c:v>沪深300指数(收盘价)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dLbls>
            <c:delete val="1"/>
          </c:dLbls>
          <c:cat>
            <c:numRef>
              <c:f>'走势图 24'!$E$3:$E$253</c:f>
              <c:numCache>
                <c:formatCode>yyyy/mm/dd</c:formatCode>
                <c:ptCount val="251"/>
                <c:pt idx="0" c:formatCode="yyyy/mm/dd">
                  <c:v>45293</c:v>
                </c:pt>
                <c:pt idx="1" c:formatCode="yyyy/mm/dd">
                  <c:v>45294</c:v>
                </c:pt>
                <c:pt idx="2" c:formatCode="yyyy/mm/dd">
                  <c:v>45295</c:v>
                </c:pt>
                <c:pt idx="3" c:formatCode="yyyy/mm/dd">
                  <c:v>45296</c:v>
                </c:pt>
                <c:pt idx="4" c:formatCode="yyyy/mm/dd">
                  <c:v>45299</c:v>
                </c:pt>
                <c:pt idx="5" c:formatCode="yyyy/mm/dd">
                  <c:v>45300</c:v>
                </c:pt>
                <c:pt idx="6" c:formatCode="yyyy/mm/dd">
                  <c:v>45301</c:v>
                </c:pt>
                <c:pt idx="7" c:formatCode="yyyy/mm/dd">
                  <c:v>45302</c:v>
                </c:pt>
                <c:pt idx="8" c:formatCode="yyyy/mm/dd">
                  <c:v>45303</c:v>
                </c:pt>
                <c:pt idx="9" c:formatCode="yyyy/mm/dd">
                  <c:v>45306</c:v>
                </c:pt>
                <c:pt idx="10" c:formatCode="yyyy/mm/dd">
                  <c:v>45307</c:v>
                </c:pt>
                <c:pt idx="11" c:formatCode="yyyy/mm/dd">
                  <c:v>45308</c:v>
                </c:pt>
                <c:pt idx="12" c:formatCode="yyyy/mm/dd">
                  <c:v>45309</c:v>
                </c:pt>
                <c:pt idx="13" c:formatCode="yyyy/mm/dd">
                  <c:v>45310</c:v>
                </c:pt>
                <c:pt idx="14" c:formatCode="yyyy/mm/dd">
                  <c:v>45313</c:v>
                </c:pt>
                <c:pt idx="15" c:formatCode="yyyy/mm/dd">
                  <c:v>45314</c:v>
                </c:pt>
                <c:pt idx="16" c:formatCode="yyyy/mm/dd">
                  <c:v>45315</c:v>
                </c:pt>
                <c:pt idx="17" c:formatCode="yyyy/mm/dd">
                  <c:v>45316</c:v>
                </c:pt>
                <c:pt idx="18" c:formatCode="yyyy/mm/dd">
                  <c:v>45317</c:v>
                </c:pt>
                <c:pt idx="19" c:formatCode="yyyy/mm/dd">
                  <c:v>45320</c:v>
                </c:pt>
                <c:pt idx="20" c:formatCode="yyyy/mm/dd">
                  <c:v>45321</c:v>
                </c:pt>
                <c:pt idx="21" c:formatCode="yyyy/mm/dd">
                  <c:v>45322</c:v>
                </c:pt>
                <c:pt idx="22" c:formatCode="yyyy/mm/dd">
                  <c:v>45323</c:v>
                </c:pt>
                <c:pt idx="23" c:formatCode="yyyy/mm/dd">
                  <c:v>45324</c:v>
                </c:pt>
                <c:pt idx="24" c:formatCode="yyyy/mm/dd">
                  <c:v>45327</c:v>
                </c:pt>
                <c:pt idx="25" c:formatCode="yyyy/mm/dd">
                  <c:v>45328</c:v>
                </c:pt>
                <c:pt idx="26" c:formatCode="yyyy/mm/dd">
                  <c:v>45329</c:v>
                </c:pt>
                <c:pt idx="27" c:formatCode="yyyy/mm/dd">
                  <c:v>45330</c:v>
                </c:pt>
                <c:pt idx="28" c:formatCode="yyyy/mm/dd">
                  <c:v>45341</c:v>
                </c:pt>
                <c:pt idx="29" c:formatCode="yyyy/mm/dd">
                  <c:v>45342</c:v>
                </c:pt>
                <c:pt idx="30" c:formatCode="yyyy/mm/dd">
                  <c:v>45343</c:v>
                </c:pt>
                <c:pt idx="31" c:formatCode="yyyy/mm/dd">
                  <c:v>45344</c:v>
                </c:pt>
                <c:pt idx="32" c:formatCode="yyyy/mm/dd">
                  <c:v>45345</c:v>
                </c:pt>
                <c:pt idx="33" c:formatCode="yyyy/mm/dd">
                  <c:v>45348</c:v>
                </c:pt>
                <c:pt idx="34" c:formatCode="yyyy/mm/dd">
                  <c:v>45349</c:v>
                </c:pt>
                <c:pt idx="35" c:formatCode="yyyy/mm/dd">
                  <c:v>45350</c:v>
                </c:pt>
                <c:pt idx="36" c:formatCode="yyyy/mm/dd">
                  <c:v>45351</c:v>
                </c:pt>
                <c:pt idx="37" c:formatCode="yyyy/mm/dd">
                  <c:v>45352</c:v>
                </c:pt>
                <c:pt idx="38" c:formatCode="yyyy/mm/dd">
                  <c:v>45355</c:v>
                </c:pt>
                <c:pt idx="39" c:formatCode="yyyy/mm/dd">
                  <c:v>45356</c:v>
                </c:pt>
                <c:pt idx="40" c:formatCode="yyyy/mm/dd">
                  <c:v>45357</c:v>
                </c:pt>
                <c:pt idx="41" c:formatCode="yyyy/mm/dd">
                  <c:v>45358</c:v>
                </c:pt>
                <c:pt idx="42" c:formatCode="yyyy/mm/dd">
                  <c:v>45359</c:v>
                </c:pt>
                <c:pt idx="43" c:formatCode="yyyy/mm/dd">
                  <c:v>45362</c:v>
                </c:pt>
                <c:pt idx="44" c:formatCode="yyyy/mm/dd">
                  <c:v>45363</c:v>
                </c:pt>
                <c:pt idx="45" c:formatCode="yyyy/mm/dd">
                  <c:v>45364</c:v>
                </c:pt>
                <c:pt idx="46" c:formatCode="yyyy/mm/dd">
                  <c:v>45365</c:v>
                </c:pt>
                <c:pt idx="47" c:formatCode="yyyy/mm/dd">
                  <c:v>45366</c:v>
                </c:pt>
                <c:pt idx="48" c:formatCode="yyyy/mm/dd">
                  <c:v>45369</c:v>
                </c:pt>
                <c:pt idx="49" c:formatCode="yyyy/mm/dd">
                  <c:v>45370</c:v>
                </c:pt>
                <c:pt idx="50" c:formatCode="yyyy/mm/dd">
                  <c:v>45371</c:v>
                </c:pt>
                <c:pt idx="51" c:formatCode="yyyy/mm/dd">
                  <c:v>45372</c:v>
                </c:pt>
                <c:pt idx="52" c:formatCode="yyyy/mm/dd">
                  <c:v>45373</c:v>
                </c:pt>
                <c:pt idx="53" c:formatCode="yyyy/mm/dd">
                  <c:v>45376</c:v>
                </c:pt>
                <c:pt idx="54" c:formatCode="yyyy/mm/dd">
                  <c:v>45377</c:v>
                </c:pt>
                <c:pt idx="55" c:formatCode="yyyy/mm/dd">
                  <c:v>45378</c:v>
                </c:pt>
                <c:pt idx="56" c:formatCode="yyyy/mm/dd">
                  <c:v>45379</c:v>
                </c:pt>
                <c:pt idx="57" c:formatCode="yyyy/mm/dd">
                  <c:v>45380</c:v>
                </c:pt>
                <c:pt idx="58" c:formatCode="yyyy/mm/dd">
                  <c:v>45383</c:v>
                </c:pt>
                <c:pt idx="59" c:formatCode="yyyy/mm/dd">
                  <c:v>45384</c:v>
                </c:pt>
                <c:pt idx="60" c:formatCode="yyyy/mm/dd">
                  <c:v>45385</c:v>
                </c:pt>
                <c:pt idx="61" c:formatCode="yyyy/mm/dd">
                  <c:v>45390</c:v>
                </c:pt>
                <c:pt idx="62" c:formatCode="yyyy/mm/dd">
                  <c:v>45391</c:v>
                </c:pt>
                <c:pt idx="63" c:formatCode="yyyy/mm/dd">
                  <c:v>45392</c:v>
                </c:pt>
                <c:pt idx="64" c:formatCode="yyyy/mm/dd">
                  <c:v>45393</c:v>
                </c:pt>
                <c:pt idx="65" c:formatCode="yyyy/mm/dd">
                  <c:v>45394</c:v>
                </c:pt>
                <c:pt idx="66" c:formatCode="yyyy/mm/dd">
                  <c:v>45397</c:v>
                </c:pt>
                <c:pt idx="67" c:formatCode="yyyy/mm/dd">
                  <c:v>45398</c:v>
                </c:pt>
                <c:pt idx="68" c:formatCode="yyyy/mm/dd">
                  <c:v>45399</c:v>
                </c:pt>
                <c:pt idx="69" c:formatCode="yyyy/mm/dd">
                  <c:v>45400</c:v>
                </c:pt>
                <c:pt idx="70" c:formatCode="yyyy/mm/dd">
                  <c:v>45401</c:v>
                </c:pt>
                <c:pt idx="71" c:formatCode="yyyy/mm/dd">
                  <c:v>45404</c:v>
                </c:pt>
                <c:pt idx="72" c:formatCode="yyyy/mm/dd">
                  <c:v>45405</c:v>
                </c:pt>
                <c:pt idx="73" c:formatCode="yyyy/mm/dd">
                  <c:v>45406</c:v>
                </c:pt>
                <c:pt idx="74" c:formatCode="yyyy/mm/dd">
                  <c:v>45407</c:v>
                </c:pt>
                <c:pt idx="75" c:formatCode="yyyy/mm/dd">
                  <c:v>45408</c:v>
                </c:pt>
                <c:pt idx="76" c:formatCode="yyyy/mm/dd">
                  <c:v>45411</c:v>
                </c:pt>
                <c:pt idx="77" c:formatCode="yyyy/mm/dd">
                  <c:v>45412</c:v>
                </c:pt>
                <c:pt idx="78" c:formatCode="yyyy/mm/dd">
                  <c:v>45418</c:v>
                </c:pt>
                <c:pt idx="79" c:formatCode="yyyy/mm/dd">
                  <c:v>45419</c:v>
                </c:pt>
                <c:pt idx="80" c:formatCode="yyyy/mm/dd">
                  <c:v>45420</c:v>
                </c:pt>
                <c:pt idx="81" c:formatCode="yyyy/mm/dd">
                  <c:v>45421</c:v>
                </c:pt>
                <c:pt idx="82" c:formatCode="yyyy/mm/dd">
                  <c:v>45422</c:v>
                </c:pt>
                <c:pt idx="83" c:formatCode="yyyy/mm/dd">
                  <c:v>45425</c:v>
                </c:pt>
                <c:pt idx="84" c:formatCode="yyyy/mm/dd">
                  <c:v>45426</c:v>
                </c:pt>
                <c:pt idx="85" c:formatCode="yyyy/mm/dd">
                  <c:v>45427</c:v>
                </c:pt>
                <c:pt idx="86" c:formatCode="yyyy/mm/dd">
                  <c:v>45428</c:v>
                </c:pt>
                <c:pt idx="87" c:formatCode="yyyy/mm/dd">
                  <c:v>45429</c:v>
                </c:pt>
                <c:pt idx="88" c:formatCode="yyyy/mm/dd">
                  <c:v>45432</c:v>
                </c:pt>
                <c:pt idx="89" c:formatCode="yyyy/mm/dd">
                  <c:v>45433</c:v>
                </c:pt>
                <c:pt idx="90" c:formatCode="yyyy/mm/dd">
                  <c:v>45434</c:v>
                </c:pt>
                <c:pt idx="91" c:formatCode="yyyy/mm/dd">
                  <c:v>45435</c:v>
                </c:pt>
                <c:pt idx="92" c:formatCode="yyyy/mm/dd">
                  <c:v>45436</c:v>
                </c:pt>
                <c:pt idx="93" c:formatCode="yyyy/mm/dd">
                  <c:v>45439</c:v>
                </c:pt>
                <c:pt idx="94" c:formatCode="yyyy/mm/dd">
                  <c:v>45440</c:v>
                </c:pt>
                <c:pt idx="95" c:formatCode="yyyy/mm/dd">
                  <c:v>45441</c:v>
                </c:pt>
                <c:pt idx="96" c:formatCode="yyyy/mm/dd">
                  <c:v>45442</c:v>
                </c:pt>
                <c:pt idx="97" c:formatCode="yyyy/mm/dd">
                  <c:v>45443</c:v>
                </c:pt>
                <c:pt idx="98" c:formatCode="yyyy/mm/dd">
                  <c:v>45446</c:v>
                </c:pt>
                <c:pt idx="99" c:formatCode="yyyy/mm/dd">
                  <c:v>45447</c:v>
                </c:pt>
                <c:pt idx="100" c:formatCode="yyyy/mm/dd">
                  <c:v>45448</c:v>
                </c:pt>
                <c:pt idx="101" c:formatCode="yyyy/mm/dd">
                  <c:v>45449</c:v>
                </c:pt>
                <c:pt idx="102" c:formatCode="yyyy/mm/dd">
                  <c:v>45450</c:v>
                </c:pt>
                <c:pt idx="103" c:formatCode="yyyy/mm/dd">
                  <c:v>45454</c:v>
                </c:pt>
                <c:pt idx="104" c:formatCode="yyyy/mm/dd">
                  <c:v>45455</c:v>
                </c:pt>
                <c:pt idx="105" c:formatCode="yyyy/mm/dd">
                  <c:v>45456</c:v>
                </c:pt>
                <c:pt idx="106" c:formatCode="yyyy/mm/dd">
                  <c:v>45457</c:v>
                </c:pt>
                <c:pt idx="107" c:formatCode="yyyy/mm/dd">
                  <c:v>45460</c:v>
                </c:pt>
                <c:pt idx="108" c:formatCode="yyyy/mm/dd">
                  <c:v>45461</c:v>
                </c:pt>
                <c:pt idx="109" c:formatCode="yyyy/mm/dd">
                  <c:v>45462</c:v>
                </c:pt>
                <c:pt idx="110" c:formatCode="yyyy/mm/dd">
                  <c:v>45463</c:v>
                </c:pt>
                <c:pt idx="111" c:formatCode="yyyy/mm/dd">
                  <c:v>45464</c:v>
                </c:pt>
                <c:pt idx="112" c:formatCode="yyyy/mm/dd">
                  <c:v>45467</c:v>
                </c:pt>
                <c:pt idx="113" c:formatCode="yyyy/mm/dd">
                  <c:v>45468</c:v>
                </c:pt>
                <c:pt idx="114" c:formatCode="yyyy/mm/dd">
                  <c:v>45469</c:v>
                </c:pt>
                <c:pt idx="115" c:formatCode="yyyy/mm/dd">
                  <c:v>45470</c:v>
                </c:pt>
                <c:pt idx="116" c:formatCode="yyyy/mm/dd">
                  <c:v>45471</c:v>
                </c:pt>
                <c:pt idx="117" c:formatCode="yyyy/mm/dd">
                  <c:v>45474</c:v>
                </c:pt>
                <c:pt idx="118" c:formatCode="yyyy/mm/dd">
                  <c:v>45475</c:v>
                </c:pt>
                <c:pt idx="119" c:formatCode="yyyy/mm/dd">
                  <c:v>45476</c:v>
                </c:pt>
                <c:pt idx="120" c:formatCode="yyyy/mm/dd">
                  <c:v>45477</c:v>
                </c:pt>
                <c:pt idx="121" c:formatCode="yyyy/mm/dd">
                  <c:v>45478</c:v>
                </c:pt>
                <c:pt idx="122" c:formatCode="yyyy/mm/dd">
                  <c:v>45481</c:v>
                </c:pt>
                <c:pt idx="123" c:formatCode="yyyy/mm/dd">
                  <c:v>45482</c:v>
                </c:pt>
                <c:pt idx="124" c:formatCode="yyyy/mm/dd">
                  <c:v>45483</c:v>
                </c:pt>
                <c:pt idx="125" c:formatCode="yyyy/mm/dd">
                  <c:v>45484</c:v>
                </c:pt>
                <c:pt idx="126" c:formatCode="yyyy/mm/dd">
                  <c:v>45485</c:v>
                </c:pt>
                <c:pt idx="127" c:formatCode="yyyy/mm/dd">
                  <c:v>45488</c:v>
                </c:pt>
                <c:pt idx="128" c:formatCode="yyyy/mm/dd">
                  <c:v>45489</c:v>
                </c:pt>
                <c:pt idx="129" c:formatCode="yyyy/mm/dd">
                  <c:v>45490</c:v>
                </c:pt>
                <c:pt idx="130" c:formatCode="yyyy/mm/dd">
                  <c:v>45491</c:v>
                </c:pt>
                <c:pt idx="131" c:formatCode="yyyy/mm/dd">
                  <c:v>45492</c:v>
                </c:pt>
                <c:pt idx="132" c:formatCode="yyyy/mm/dd">
                  <c:v>45495</c:v>
                </c:pt>
                <c:pt idx="133" c:formatCode="yyyy/mm/dd">
                  <c:v>45496</c:v>
                </c:pt>
                <c:pt idx="134" c:formatCode="yyyy/mm/dd">
                  <c:v>45497</c:v>
                </c:pt>
                <c:pt idx="135" c:formatCode="yyyy/mm/dd">
                  <c:v>45498</c:v>
                </c:pt>
                <c:pt idx="136" c:formatCode="yyyy/mm/dd">
                  <c:v>45499</c:v>
                </c:pt>
                <c:pt idx="137" c:formatCode="yyyy/mm/dd">
                  <c:v>45502</c:v>
                </c:pt>
                <c:pt idx="138" c:formatCode="yyyy/mm/dd">
                  <c:v>45503</c:v>
                </c:pt>
                <c:pt idx="139" c:formatCode="yyyy/mm/dd">
                  <c:v>45504</c:v>
                </c:pt>
                <c:pt idx="140" c:formatCode="yyyy/mm/dd">
                  <c:v>45505</c:v>
                </c:pt>
                <c:pt idx="141" c:formatCode="yyyy/mm/dd">
                  <c:v>45506</c:v>
                </c:pt>
                <c:pt idx="142" c:formatCode="yyyy/mm/dd">
                  <c:v>45509</c:v>
                </c:pt>
                <c:pt idx="143" c:formatCode="yyyy/mm/dd">
                  <c:v>45510</c:v>
                </c:pt>
                <c:pt idx="144" c:formatCode="yyyy/mm/dd">
                  <c:v>45511</c:v>
                </c:pt>
                <c:pt idx="145" c:formatCode="yyyy/mm/dd">
                  <c:v>45512</c:v>
                </c:pt>
                <c:pt idx="146" c:formatCode="yyyy/mm/dd">
                  <c:v>45513</c:v>
                </c:pt>
                <c:pt idx="147" c:formatCode="yyyy/mm/dd">
                  <c:v>45516</c:v>
                </c:pt>
                <c:pt idx="148" c:formatCode="yyyy/mm/dd">
                  <c:v>45517</c:v>
                </c:pt>
                <c:pt idx="149" c:formatCode="yyyy/mm/dd">
                  <c:v>45518</c:v>
                </c:pt>
                <c:pt idx="150" c:formatCode="yyyy/mm/dd">
                  <c:v>45519</c:v>
                </c:pt>
                <c:pt idx="151" c:formatCode="yyyy/mm/dd">
                  <c:v>45520</c:v>
                </c:pt>
                <c:pt idx="152" c:formatCode="yyyy/mm/dd">
                  <c:v>45523</c:v>
                </c:pt>
                <c:pt idx="153" c:formatCode="yyyy/mm/dd">
                  <c:v>45524</c:v>
                </c:pt>
                <c:pt idx="154" c:formatCode="yyyy/mm/dd">
                  <c:v>45525</c:v>
                </c:pt>
                <c:pt idx="155" c:formatCode="yyyy/mm/dd">
                  <c:v>45526</c:v>
                </c:pt>
                <c:pt idx="156" c:formatCode="yyyy/mm/dd">
                  <c:v>45527</c:v>
                </c:pt>
                <c:pt idx="157" c:formatCode="yyyy/mm/dd">
                  <c:v>45530</c:v>
                </c:pt>
                <c:pt idx="158" c:formatCode="yyyy/mm/dd">
                  <c:v>45531</c:v>
                </c:pt>
                <c:pt idx="159" c:formatCode="yyyy/mm/dd">
                  <c:v>45532</c:v>
                </c:pt>
                <c:pt idx="160" c:formatCode="yyyy/mm/dd">
                  <c:v>45533</c:v>
                </c:pt>
                <c:pt idx="161" c:formatCode="yyyy/mm/dd">
                  <c:v>45534</c:v>
                </c:pt>
                <c:pt idx="162" c:formatCode="yyyy/mm/dd">
                  <c:v>45537</c:v>
                </c:pt>
                <c:pt idx="163" c:formatCode="yyyy/mm/dd">
                  <c:v>45538</c:v>
                </c:pt>
                <c:pt idx="164" c:formatCode="yyyy/mm/dd">
                  <c:v>45539</c:v>
                </c:pt>
                <c:pt idx="165" c:formatCode="yyyy/mm/dd">
                  <c:v>45540</c:v>
                </c:pt>
                <c:pt idx="166" c:formatCode="yyyy/mm/dd">
                  <c:v>45541</c:v>
                </c:pt>
                <c:pt idx="167" c:formatCode="yyyy/mm/dd">
                  <c:v>45544</c:v>
                </c:pt>
                <c:pt idx="168" c:formatCode="yyyy/mm/dd">
                  <c:v>45545</c:v>
                </c:pt>
                <c:pt idx="169" c:formatCode="yyyy/mm/dd">
                  <c:v>45546</c:v>
                </c:pt>
                <c:pt idx="170" c:formatCode="yyyy/mm/dd">
                  <c:v>45547</c:v>
                </c:pt>
                <c:pt idx="171" c:formatCode="yyyy/mm/dd">
                  <c:v>45548</c:v>
                </c:pt>
                <c:pt idx="172" c:formatCode="yyyy/mm/dd">
                  <c:v>45553</c:v>
                </c:pt>
                <c:pt idx="173" c:formatCode="yyyy/mm/dd">
                  <c:v>45554</c:v>
                </c:pt>
                <c:pt idx="174" c:formatCode="yyyy/mm/dd">
                  <c:v>45555</c:v>
                </c:pt>
                <c:pt idx="175" c:formatCode="yyyy/mm/dd">
                  <c:v>45558</c:v>
                </c:pt>
                <c:pt idx="176" c:formatCode="yyyy/mm/dd">
                  <c:v>45559</c:v>
                </c:pt>
                <c:pt idx="177" c:formatCode="yyyy/mm/dd">
                  <c:v>45560</c:v>
                </c:pt>
                <c:pt idx="178" c:formatCode="yyyy/mm/dd">
                  <c:v>45561</c:v>
                </c:pt>
                <c:pt idx="179" c:formatCode="yyyy/mm/dd">
                  <c:v>45562</c:v>
                </c:pt>
                <c:pt idx="180" c:formatCode="yyyy/mm/dd">
                  <c:v>45565</c:v>
                </c:pt>
                <c:pt idx="181" c:formatCode="yyyy/mm/dd">
                  <c:v>45573</c:v>
                </c:pt>
                <c:pt idx="182" c:formatCode="yyyy/mm/dd">
                  <c:v>45574</c:v>
                </c:pt>
                <c:pt idx="183" c:formatCode="yyyy/mm/dd">
                  <c:v>45575</c:v>
                </c:pt>
                <c:pt idx="184" c:formatCode="yyyy/mm/dd">
                  <c:v>45576</c:v>
                </c:pt>
                <c:pt idx="185" c:formatCode="yyyy/mm/dd">
                  <c:v>45579</c:v>
                </c:pt>
                <c:pt idx="186" c:formatCode="yyyy/mm/dd">
                  <c:v>45580</c:v>
                </c:pt>
                <c:pt idx="187" c:formatCode="yyyy/mm/dd">
                  <c:v>45581</c:v>
                </c:pt>
                <c:pt idx="188" c:formatCode="yyyy/mm/dd">
                  <c:v>45582</c:v>
                </c:pt>
                <c:pt idx="189" c:formatCode="yyyy/mm/dd">
                  <c:v>45583</c:v>
                </c:pt>
                <c:pt idx="190" c:formatCode="yyyy/mm/dd">
                  <c:v>45586</c:v>
                </c:pt>
                <c:pt idx="191" c:formatCode="yyyy/mm/dd">
                  <c:v>45587</c:v>
                </c:pt>
                <c:pt idx="192" c:formatCode="yyyy/mm/dd">
                  <c:v>45588</c:v>
                </c:pt>
                <c:pt idx="193" c:formatCode="yyyy/mm/dd">
                  <c:v>45589</c:v>
                </c:pt>
                <c:pt idx="194" c:formatCode="yyyy/mm/dd">
                  <c:v>45590</c:v>
                </c:pt>
                <c:pt idx="195" c:formatCode="yyyy/mm/dd">
                  <c:v>45593</c:v>
                </c:pt>
                <c:pt idx="196" c:formatCode="yyyy/mm/dd">
                  <c:v>45594</c:v>
                </c:pt>
                <c:pt idx="197" c:formatCode="yyyy/mm/dd">
                  <c:v>45595</c:v>
                </c:pt>
                <c:pt idx="198" c:formatCode="yyyy/mm/dd">
                  <c:v>45596</c:v>
                </c:pt>
                <c:pt idx="199" c:formatCode="yyyy/mm/dd">
                  <c:v>45597</c:v>
                </c:pt>
                <c:pt idx="200" c:formatCode="yyyy/mm/dd">
                  <c:v>45600</c:v>
                </c:pt>
                <c:pt idx="201" c:formatCode="yyyy/mm/dd">
                  <c:v>45601</c:v>
                </c:pt>
                <c:pt idx="202" c:formatCode="yyyy/mm/dd">
                  <c:v>45602</c:v>
                </c:pt>
                <c:pt idx="203" c:formatCode="yyyy/mm/dd">
                  <c:v>45603</c:v>
                </c:pt>
                <c:pt idx="204" c:formatCode="yyyy/mm/dd">
                  <c:v>45604</c:v>
                </c:pt>
                <c:pt idx="205" c:formatCode="yyyy/mm/dd">
                  <c:v>45607</c:v>
                </c:pt>
                <c:pt idx="206" c:formatCode="yyyy/mm/dd">
                  <c:v>45608</c:v>
                </c:pt>
                <c:pt idx="207" c:formatCode="yyyy/mm/dd">
                  <c:v>45609</c:v>
                </c:pt>
                <c:pt idx="208" c:formatCode="yyyy/mm/dd">
                  <c:v>45610</c:v>
                </c:pt>
                <c:pt idx="209" c:formatCode="yyyy/mm/dd">
                  <c:v>45611</c:v>
                </c:pt>
                <c:pt idx="210" c:formatCode="yyyy/mm/dd">
                  <c:v>45614</c:v>
                </c:pt>
                <c:pt idx="211" c:formatCode="yyyy/mm/dd">
                  <c:v>45615</c:v>
                </c:pt>
                <c:pt idx="212" c:formatCode="yyyy/mm/dd">
                  <c:v>45616</c:v>
                </c:pt>
                <c:pt idx="213" c:formatCode="yyyy/mm/dd">
                  <c:v>45617</c:v>
                </c:pt>
                <c:pt idx="214" c:formatCode="yyyy/mm/dd">
                  <c:v>45618</c:v>
                </c:pt>
                <c:pt idx="215" c:formatCode="yyyy/mm/dd">
                  <c:v>45621</c:v>
                </c:pt>
                <c:pt idx="216" c:formatCode="yyyy/mm/dd">
                  <c:v>45622</c:v>
                </c:pt>
                <c:pt idx="217" c:formatCode="yyyy/mm/dd">
                  <c:v>45623</c:v>
                </c:pt>
                <c:pt idx="218" c:formatCode="yyyy/mm/dd">
                  <c:v>45624</c:v>
                </c:pt>
                <c:pt idx="219" c:formatCode="yyyy/mm/dd">
                  <c:v>45625</c:v>
                </c:pt>
                <c:pt idx="220" c:formatCode="yyyy/mm/dd">
                  <c:v>45628</c:v>
                </c:pt>
                <c:pt idx="221" c:formatCode="yyyy/mm/dd">
                  <c:v>45629</c:v>
                </c:pt>
                <c:pt idx="222" c:formatCode="yyyy/mm/dd">
                  <c:v>45630</c:v>
                </c:pt>
                <c:pt idx="223" c:formatCode="yyyy/mm/dd">
                  <c:v>45631</c:v>
                </c:pt>
              </c:numCache>
            </c:numRef>
          </c:cat>
          <c:val>
            <c:numRef>
              <c:f>'走势图 24'!$J$3:$J$253</c:f>
              <c:numCache>
                <c:formatCode>#,##0.00</c:formatCode>
                <c:ptCount val="251"/>
                <c:pt idx="0">
                  <c:v>3386.3522</c:v>
                </c:pt>
                <c:pt idx="1">
                  <c:v>3378.2971</c:v>
                </c:pt>
                <c:pt idx="2">
                  <c:v>3347.0519</c:v>
                </c:pt>
                <c:pt idx="3">
                  <c:v>3329.1114</c:v>
                </c:pt>
                <c:pt idx="4">
                  <c:v>3286.0564</c:v>
                </c:pt>
                <c:pt idx="5">
                  <c:v>3292.4994</c:v>
                </c:pt>
                <c:pt idx="6">
                  <c:v>3277.129</c:v>
                </c:pt>
                <c:pt idx="7">
                  <c:v>3295.6717</c:v>
                </c:pt>
                <c:pt idx="8">
                  <c:v>3284.1667</c:v>
                </c:pt>
                <c:pt idx="9">
                  <c:v>3280.9195</c:v>
                </c:pt>
                <c:pt idx="10">
                  <c:v>3300.8762</c:v>
                </c:pt>
                <c:pt idx="11">
                  <c:v>3229.082</c:v>
                </c:pt>
                <c:pt idx="12">
                  <c:v>3274.7286</c:v>
                </c:pt>
                <c:pt idx="13">
                  <c:v>3269.7763</c:v>
                </c:pt>
                <c:pt idx="14">
                  <c:v>3218.9016</c:v>
                </c:pt>
                <c:pt idx="15">
                  <c:v>3231.9329</c:v>
                </c:pt>
                <c:pt idx="16">
                  <c:v>3277.1089</c:v>
                </c:pt>
                <c:pt idx="17">
                  <c:v>3342.9189</c:v>
                </c:pt>
                <c:pt idx="18">
                  <c:v>3333.8213</c:v>
                </c:pt>
                <c:pt idx="19">
                  <c:v>3303.9604</c:v>
                </c:pt>
                <c:pt idx="20">
                  <c:v>3245.0387</c:v>
                </c:pt>
                <c:pt idx="21">
                  <c:v>3215.3518</c:v>
                </c:pt>
                <c:pt idx="22">
                  <c:v>3217.7109</c:v>
                </c:pt>
                <c:pt idx="23">
                  <c:v>3179.6276</c:v>
                </c:pt>
                <c:pt idx="24">
                  <c:v>3200.4218</c:v>
                </c:pt>
                <c:pt idx="25">
                  <c:v>3311.6922</c:v>
                </c:pt>
                <c:pt idx="26">
                  <c:v>3343.6303</c:v>
                </c:pt>
                <c:pt idx="27">
                  <c:v>3364.9297</c:v>
                </c:pt>
                <c:pt idx="28">
                  <c:v>3403.8078</c:v>
                </c:pt>
                <c:pt idx="29">
                  <c:v>3410.8542</c:v>
                </c:pt>
                <c:pt idx="30">
                  <c:v>3456.8713</c:v>
                </c:pt>
                <c:pt idx="31">
                  <c:v>3486.6747</c:v>
                </c:pt>
                <c:pt idx="32">
                  <c:v>3489.7416</c:v>
                </c:pt>
                <c:pt idx="33">
                  <c:v>3453.3585</c:v>
                </c:pt>
                <c:pt idx="34">
                  <c:v>3494.7874</c:v>
                </c:pt>
                <c:pt idx="35">
                  <c:v>3450.2598</c:v>
                </c:pt>
                <c:pt idx="36">
                  <c:v>3516.0826</c:v>
                </c:pt>
                <c:pt idx="37">
                  <c:v>3537.8038</c:v>
                </c:pt>
                <c:pt idx="38">
                  <c:v>3540.8686</c:v>
                </c:pt>
                <c:pt idx="39">
                  <c:v>3565.5143</c:v>
                </c:pt>
                <c:pt idx="40">
                  <c:v>3551.0481</c:v>
                </c:pt>
                <c:pt idx="41">
                  <c:v>3529.7195</c:v>
                </c:pt>
                <c:pt idx="42">
                  <c:v>3544.9099</c:v>
                </c:pt>
                <c:pt idx="43">
                  <c:v>3589.2635</c:v>
                </c:pt>
                <c:pt idx="44">
                  <c:v>3597.4939</c:v>
                </c:pt>
                <c:pt idx="45">
                  <c:v>3572.361</c:v>
                </c:pt>
                <c:pt idx="46">
                  <c:v>3562.2229</c:v>
                </c:pt>
                <c:pt idx="47">
                  <c:v>3569.993</c:v>
                </c:pt>
                <c:pt idx="48">
                  <c:v>3603.528</c:v>
                </c:pt>
                <c:pt idx="49">
                  <c:v>3577.6303</c:v>
                </c:pt>
                <c:pt idx="50">
                  <c:v>3585.3838</c:v>
                </c:pt>
                <c:pt idx="51">
                  <c:v>3581.0902</c:v>
                </c:pt>
                <c:pt idx="52">
                  <c:v>3545.0023</c:v>
                </c:pt>
                <c:pt idx="53">
                  <c:v>3525.7634</c:v>
                </c:pt>
                <c:pt idx="54">
                  <c:v>3543.7467</c:v>
                </c:pt>
                <c:pt idx="55">
                  <c:v>3502.7866</c:v>
                </c:pt>
                <c:pt idx="56">
                  <c:v>3520.9648</c:v>
                </c:pt>
                <c:pt idx="57">
                  <c:v>3537.4843</c:v>
                </c:pt>
                <c:pt idx="58">
                  <c:v>3595.6466</c:v>
                </c:pt>
                <c:pt idx="59">
                  <c:v>3580.6759</c:v>
                </c:pt>
                <c:pt idx="60">
                  <c:v>3567.8031</c:v>
                </c:pt>
                <c:pt idx="61">
                  <c:v>3536.4077</c:v>
                </c:pt>
                <c:pt idx="62">
                  <c:v>3533.4871</c:v>
                </c:pt>
                <c:pt idx="63">
                  <c:v>3504.7086</c:v>
                </c:pt>
                <c:pt idx="64">
                  <c:v>3504.2447</c:v>
                </c:pt>
                <c:pt idx="65">
                  <c:v>3475.8389</c:v>
                </c:pt>
                <c:pt idx="66">
                  <c:v>3549.0759</c:v>
                </c:pt>
                <c:pt idx="67">
                  <c:v>3511.1146</c:v>
                </c:pt>
                <c:pt idx="68">
                  <c:v>3565.403</c:v>
                </c:pt>
                <c:pt idx="69">
                  <c:v>3569.8018</c:v>
                </c:pt>
                <c:pt idx="70">
                  <c:v>3541.6619</c:v>
                </c:pt>
                <c:pt idx="71">
                  <c:v>3530.9045</c:v>
                </c:pt>
                <c:pt idx="72">
                  <c:v>3506.2249</c:v>
                </c:pt>
                <c:pt idx="73">
                  <c:v>3521.6219</c:v>
                </c:pt>
                <c:pt idx="74">
                  <c:v>3530.2813</c:v>
                </c:pt>
                <c:pt idx="75">
                  <c:v>3584.2686</c:v>
                </c:pt>
                <c:pt idx="76">
                  <c:v>3623.9124</c:v>
                </c:pt>
                <c:pt idx="77">
                  <c:v>3604.3943</c:v>
                </c:pt>
                <c:pt idx="78">
                  <c:v>3657.8767</c:v>
                </c:pt>
                <c:pt idx="79">
                  <c:v>3659.0076</c:v>
                </c:pt>
                <c:pt idx="80">
                  <c:v>3630.2233</c:v>
                </c:pt>
                <c:pt idx="81">
                  <c:v>3664.561</c:v>
                </c:pt>
                <c:pt idx="82">
                  <c:v>3666.2771</c:v>
                </c:pt>
                <c:pt idx="83">
                  <c:v>3664.6907</c:v>
                </c:pt>
                <c:pt idx="84">
                  <c:v>3657.0454</c:v>
                </c:pt>
                <c:pt idx="85">
                  <c:v>3626.0559</c:v>
                </c:pt>
                <c:pt idx="86">
                  <c:v>3640.3592</c:v>
                </c:pt>
                <c:pt idx="87">
                  <c:v>3677.9696</c:v>
                </c:pt>
                <c:pt idx="88">
                  <c:v>3690.9623</c:v>
                </c:pt>
                <c:pt idx="89">
                  <c:v>3676.1611</c:v>
                </c:pt>
                <c:pt idx="90">
                  <c:v>3684.451</c:v>
                </c:pt>
                <c:pt idx="91">
                  <c:v>3641.7917</c:v>
                </c:pt>
                <c:pt idx="92">
                  <c:v>3601.4754</c:v>
                </c:pt>
                <c:pt idx="93">
                  <c:v>3635.7079</c:v>
                </c:pt>
                <c:pt idx="94">
                  <c:v>3609.1724</c:v>
                </c:pt>
                <c:pt idx="95">
                  <c:v>3613.5223</c:v>
                </c:pt>
                <c:pt idx="96">
                  <c:v>3594.3121</c:v>
                </c:pt>
                <c:pt idx="97">
                  <c:v>3579.9247</c:v>
                </c:pt>
                <c:pt idx="98">
                  <c:v>3588.7483</c:v>
                </c:pt>
                <c:pt idx="99">
                  <c:v>3615.6714</c:v>
                </c:pt>
                <c:pt idx="100">
                  <c:v>3594.7936</c:v>
                </c:pt>
                <c:pt idx="101">
                  <c:v>3592.2454</c:v>
                </c:pt>
                <c:pt idx="102">
                  <c:v>3574.1143</c:v>
                </c:pt>
                <c:pt idx="103">
                  <c:v>3542.8771</c:v>
                </c:pt>
                <c:pt idx="104">
                  <c:v>3544.1225</c:v>
                </c:pt>
                <c:pt idx="105">
                  <c:v>3526.1306</c:v>
                </c:pt>
                <c:pt idx="106">
                  <c:v>3541.5331</c:v>
                </c:pt>
                <c:pt idx="107">
                  <c:v>3536.1986</c:v>
                </c:pt>
                <c:pt idx="108">
                  <c:v>3545.5902</c:v>
                </c:pt>
                <c:pt idx="109">
                  <c:v>3528.749</c:v>
                </c:pt>
                <c:pt idx="110">
                  <c:v>3503.2817</c:v>
                </c:pt>
                <c:pt idx="111">
                  <c:v>3495.6198</c:v>
                </c:pt>
                <c:pt idx="112">
                  <c:v>3476.8102</c:v>
                </c:pt>
                <c:pt idx="113">
                  <c:v>3457.9023</c:v>
                </c:pt>
                <c:pt idx="114">
                  <c:v>3480.2648</c:v>
                </c:pt>
                <c:pt idx="115">
                  <c:v>3454.1175</c:v>
                </c:pt>
                <c:pt idx="116">
                  <c:v>3461.657</c:v>
                </c:pt>
                <c:pt idx="117">
                  <c:v>3478.1827</c:v>
                </c:pt>
                <c:pt idx="118">
                  <c:v>3471.7857</c:v>
                </c:pt>
                <c:pt idx="119">
                  <c:v>3463.4141</c:v>
                </c:pt>
                <c:pt idx="120">
                  <c:v>3445.8128</c:v>
                </c:pt>
                <c:pt idx="121">
                  <c:v>3431.0605</c:v>
                </c:pt>
                <c:pt idx="122">
                  <c:v>3401.7604</c:v>
                </c:pt>
                <c:pt idx="123">
                  <c:v>3439.8111</c:v>
                </c:pt>
                <c:pt idx="124">
                  <c:v>3428.9657</c:v>
                </c:pt>
                <c:pt idx="125">
                  <c:v>3468.169</c:v>
                </c:pt>
                <c:pt idx="126">
                  <c:v>3472.4014</c:v>
                </c:pt>
                <c:pt idx="127">
                  <c:v>3476.2467</c:v>
                </c:pt>
                <c:pt idx="128">
                  <c:v>3498.2827</c:v>
                </c:pt>
                <c:pt idx="129">
                  <c:v>3501.5836</c:v>
                </c:pt>
                <c:pt idx="130">
                  <c:v>3520.931</c:v>
                </c:pt>
                <c:pt idx="131">
                  <c:v>3539.0156</c:v>
                </c:pt>
                <c:pt idx="132">
                  <c:v>3514.9249</c:v>
                </c:pt>
                <c:pt idx="133">
                  <c:v>3439.8779</c:v>
                </c:pt>
                <c:pt idx="134">
                  <c:v>3418.1663</c:v>
                </c:pt>
                <c:pt idx="135">
                  <c:v>3399.2716</c:v>
                </c:pt>
                <c:pt idx="136">
                  <c:v>3409.2931</c:v>
                </c:pt>
                <c:pt idx="137">
                  <c:v>3390.742</c:v>
                </c:pt>
                <c:pt idx="138">
                  <c:v>3369.3821</c:v>
                </c:pt>
                <c:pt idx="139">
                  <c:v>3442.0844</c:v>
                </c:pt>
                <c:pt idx="140">
                  <c:v>3419.2666</c:v>
                </c:pt>
                <c:pt idx="141">
                  <c:v>3384.3919</c:v>
                </c:pt>
                <c:pt idx="142">
                  <c:v>3343.3205</c:v>
                </c:pt>
                <c:pt idx="143">
                  <c:v>3342.9789</c:v>
                </c:pt>
                <c:pt idx="144">
                  <c:v>3341.489</c:v>
                </c:pt>
                <c:pt idx="145">
                  <c:v>3342.9369</c:v>
                </c:pt>
                <c:pt idx="146">
                  <c:v>3331.6274</c:v>
                </c:pt>
                <c:pt idx="147">
                  <c:v>3325.8645</c:v>
                </c:pt>
                <c:pt idx="148">
                  <c:v>3334.3903</c:v>
                </c:pt>
                <c:pt idx="149">
                  <c:v>3309.2389</c:v>
                </c:pt>
                <c:pt idx="150">
                  <c:v>3341.953</c:v>
                </c:pt>
                <c:pt idx="151">
                  <c:v>3345.634</c:v>
                </c:pt>
                <c:pt idx="152">
                  <c:v>3356.9677</c:v>
                </c:pt>
                <c:pt idx="153">
                  <c:v>3332.7034</c:v>
                </c:pt>
                <c:pt idx="154">
                  <c:v>3321.635</c:v>
                </c:pt>
                <c:pt idx="155">
                  <c:v>3313.1357</c:v>
                </c:pt>
                <c:pt idx="156">
                  <c:v>3327.1905</c:v>
                </c:pt>
                <c:pt idx="157">
                  <c:v>3324.2231</c:v>
                </c:pt>
                <c:pt idx="158">
                  <c:v>3305.3338</c:v>
                </c:pt>
                <c:pt idx="159">
                  <c:v>3286.4956</c:v>
                </c:pt>
                <c:pt idx="160">
                  <c:v>3277.6812</c:v>
                </c:pt>
                <c:pt idx="161">
                  <c:v>3321.4323</c:v>
                </c:pt>
                <c:pt idx="162">
                  <c:v>3265.011</c:v>
                </c:pt>
                <c:pt idx="163">
                  <c:v>3273.4282</c:v>
                </c:pt>
                <c:pt idx="164">
                  <c:v>3252.1649</c:v>
                </c:pt>
                <c:pt idx="165">
                  <c:v>3257.7578</c:v>
                </c:pt>
                <c:pt idx="166">
                  <c:v>3231.3457</c:v>
                </c:pt>
                <c:pt idx="167">
                  <c:v>3192.9516</c:v>
                </c:pt>
                <c:pt idx="168">
                  <c:v>3195.7552</c:v>
                </c:pt>
                <c:pt idx="169">
                  <c:v>3186.1299</c:v>
                </c:pt>
                <c:pt idx="170">
                  <c:v>3172.4747</c:v>
                </c:pt>
                <c:pt idx="171">
                  <c:v>3159.247</c:v>
                </c:pt>
                <c:pt idx="172">
                  <c:v>3171.0102</c:v>
                </c:pt>
                <c:pt idx="173">
                  <c:v>3196.0357</c:v>
                </c:pt>
                <c:pt idx="174">
                  <c:v>3201.0497</c:v>
                </c:pt>
                <c:pt idx="175">
                  <c:v>3212.7639</c:v>
                </c:pt>
                <c:pt idx="176">
                  <c:v>3351.909</c:v>
                </c:pt>
                <c:pt idx="177">
                  <c:v>3401.533</c:v>
                </c:pt>
                <c:pt idx="178">
                  <c:v>3545.3204</c:v>
                </c:pt>
                <c:pt idx="179">
                  <c:v>3703.6849</c:v>
                </c:pt>
                <c:pt idx="180">
                  <c:v>4017.8545</c:v>
                </c:pt>
                <c:pt idx="181">
                  <c:v>4256.0962</c:v>
                </c:pt>
                <c:pt idx="182">
                  <c:v>3955.9839</c:v>
                </c:pt>
                <c:pt idx="183">
                  <c:v>3997.7879</c:v>
                </c:pt>
                <c:pt idx="184">
                  <c:v>3887.167</c:v>
                </c:pt>
                <c:pt idx="185">
                  <c:v>3961.3424</c:v>
                </c:pt>
                <c:pt idx="186">
                  <c:v>3855.9949</c:v>
                </c:pt>
                <c:pt idx="187">
                  <c:v>3831.589</c:v>
                </c:pt>
                <c:pt idx="188">
                  <c:v>3788.2217</c:v>
                </c:pt>
                <c:pt idx="189">
                  <c:v>3925.234</c:v>
                </c:pt>
                <c:pt idx="190">
                  <c:v>3935.1974</c:v>
                </c:pt>
                <c:pt idx="191">
                  <c:v>3957.7755</c:v>
                </c:pt>
                <c:pt idx="192">
                  <c:v>3973.2089</c:v>
                </c:pt>
                <c:pt idx="193">
                  <c:v>3928.8334</c:v>
                </c:pt>
                <c:pt idx="194">
                  <c:v>3956.421</c:v>
                </c:pt>
                <c:pt idx="195">
                  <c:v>3964.1569</c:v>
                </c:pt>
                <c:pt idx="196">
                  <c:v>3924.649</c:v>
                </c:pt>
                <c:pt idx="197">
                  <c:v>3889.4487</c:v>
                </c:pt>
                <c:pt idx="198">
                  <c:v>3891.0396</c:v>
                </c:pt>
                <c:pt idx="199">
                  <c:v>3890.0203</c:v>
                </c:pt>
                <c:pt idx="200">
                  <c:v>3944.7619</c:v>
                </c:pt>
                <c:pt idx="201">
                  <c:v>4044.5725</c:v>
                </c:pt>
                <c:pt idx="202">
                  <c:v>4024.2831</c:v>
                </c:pt>
                <c:pt idx="203">
                  <c:v>4145.6952</c:v>
                </c:pt>
                <c:pt idx="204">
                  <c:v>4104.047</c:v>
                </c:pt>
                <c:pt idx="205">
                  <c:v>4131.1312</c:v>
                </c:pt>
                <c:pt idx="206">
                  <c:v>4085.743</c:v>
                </c:pt>
                <c:pt idx="207">
                  <c:v>4110.8901</c:v>
                </c:pt>
                <c:pt idx="208">
                  <c:v>4039.6191</c:v>
                </c:pt>
                <c:pt idx="209">
                  <c:v>3968.8308</c:v>
                </c:pt>
                <c:pt idx="210">
                  <c:v>3950.3806</c:v>
                </c:pt>
                <c:pt idx="211">
                  <c:v>3976.8912</c:v>
                </c:pt>
                <c:pt idx="212">
                  <c:v>3985.7727</c:v>
                </c:pt>
                <c:pt idx="213">
                  <c:v>3989.2979</c:v>
                </c:pt>
                <c:pt idx="214">
                  <c:v>3865.6989</c:v>
                </c:pt>
                <c:pt idx="215">
                  <c:v>3848.0909</c:v>
                </c:pt>
                <c:pt idx="216">
                  <c:v>3840.1847</c:v>
                </c:pt>
                <c:pt idx="217">
                  <c:v>3907.0447</c:v>
                </c:pt>
                <c:pt idx="218">
                  <c:v>3872.5505</c:v>
                </c:pt>
                <c:pt idx="219">
                  <c:v>3916.5832</c:v>
                </c:pt>
                <c:pt idx="220">
                  <c:v>3947.632</c:v>
                </c:pt>
                <c:pt idx="221">
                  <c:v>3951.8912</c:v>
                </c:pt>
                <c:pt idx="222">
                  <c:v>3930.5568</c:v>
                </c:pt>
                <c:pt idx="223">
                  <c:v>3921.5881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38247024"/>
        <c:axId val="1538246192"/>
        <c:extLst>
          <c:ext xmlns:c15="http://schemas.microsoft.com/office/drawing/2012/chart" uri="{02D57815-91ED-43cb-92C2-25804820EDAC}">
            <c15:filteredArea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'走势图 24'!$G$1</c15:sqref>
                        </c15:formulaRef>
                      </c:ext>
                    </c:extLst>
                    <c:strCache>
                      <c:ptCount val="1"/>
                      <c:pt idx="0">
                        <c:v>单位净值</c:v>
                      </c:pt>
                    </c:strCache>
                  </c:strRef>
                </c:tx>
                <c:spPr>
                  <a:solidFill>
                    <a:schemeClr val="accent2"/>
                  </a:solidFill>
                  <a:ln>
                    <a:noFill/>
                  </a:ln>
                  <a:effectLst/>
                </c:spPr>
                <c:dLbls>
                  <c:delete val="1"/>
                </c:dLbls>
                <c:cat>
                  <c:num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'走势图 24'!$E$3:$E$253</c15:sqref>
                        </c15:formulaRef>
                      </c:ext>
                    </c:extLst>
                    <c:numCache>
                      <c:formatCode>yyyy/mm/dd</c:formatCode>
                      <c:ptCount val="251"/>
                      <c:pt idx="0" c:formatCode="yyyy/mm/dd">
                        <c:v>45293</c:v>
                      </c:pt>
                      <c:pt idx="1" c:formatCode="yyyy/mm/dd">
                        <c:v>45294</c:v>
                      </c:pt>
                      <c:pt idx="2" c:formatCode="yyyy/mm/dd">
                        <c:v>45295</c:v>
                      </c:pt>
                      <c:pt idx="3" c:formatCode="yyyy/mm/dd">
                        <c:v>45296</c:v>
                      </c:pt>
                      <c:pt idx="4" c:formatCode="yyyy/mm/dd">
                        <c:v>45299</c:v>
                      </c:pt>
                      <c:pt idx="5" c:formatCode="yyyy/mm/dd">
                        <c:v>45300</c:v>
                      </c:pt>
                      <c:pt idx="6" c:formatCode="yyyy/mm/dd">
                        <c:v>45301</c:v>
                      </c:pt>
                      <c:pt idx="7" c:formatCode="yyyy/mm/dd">
                        <c:v>45302</c:v>
                      </c:pt>
                      <c:pt idx="8" c:formatCode="yyyy/mm/dd">
                        <c:v>45303</c:v>
                      </c:pt>
                      <c:pt idx="9" c:formatCode="yyyy/mm/dd">
                        <c:v>45306</c:v>
                      </c:pt>
                      <c:pt idx="10" c:formatCode="yyyy/mm/dd">
                        <c:v>45307</c:v>
                      </c:pt>
                      <c:pt idx="11" c:formatCode="yyyy/mm/dd">
                        <c:v>45308</c:v>
                      </c:pt>
                      <c:pt idx="12" c:formatCode="yyyy/mm/dd">
                        <c:v>45309</c:v>
                      </c:pt>
                      <c:pt idx="13" c:formatCode="yyyy/mm/dd">
                        <c:v>45310</c:v>
                      </c:pt>
                      <c:pt idx="14" c:formatCode="yyyy/mm/dd">
                        <c:v>45313</c:v>
                      </c:pt>
                      <c:pt idx="15" c:formatCode="yyyy/mm/dd">
                        <c:v>45314</c:v>
                      </c:pt>
                      <c:pt idx="16" c:formatCode="yyyy/mm/dd">
                        <c:v>45315</c:v>
                      </c:pt>
                      <c:pt idx="17" c:formatCode="yyyy/mm/dd">
                        <c:v>45316</c:v>
                      </c:pt>
                      <c:pt idx="18" c:formatCode="yyyy/mm/dd">
                        <c:v>45317</c:v>
                      </c:pt>
                      <c:pt idx="19" c:formatCode="yyyy/mm/dd">
                        <c:v>45320</c:v>
                      </c:pt>
                      <c:pt idx="20" c:formatCode="yyyy/mm/dd">
                        <c:v>45321</c:v>
                      </c:pt>
                      <c:pt idx="21" c:formatCode="yyyy/mm/dd">
                        <c:v>45322</c:v>
                      </c:pt>
                      <c:pt idx="22" c:formatCode="yyyy/mm/dd">
                        <c:v>45323</c:v>
                      </c:pt>
                      <c:pt idx="23" c:formatCode="yyyy/mm/dd">
                        <c:v>45324</c:v>
                      </c:pt>
                      <c:pt idx="24" c:formatCode="yyyy/mm/dd">
                        <c:v>45327</c:v>
                      </c:pt>
                      <c:pt idx="25" c:formatCode="yyyy/mm/dd">
                        <c:v>45328</c:v>
                      </c:pt>
                      <c:pt idx="26" c:formatCode="yyyy/mm/dd">
                        <c:v>45329</c:v>
                      </c:pt>
                      <c:pt idx="27" c:formatCode="yyyy/mm/dd">
                        <c:v>45330</c:v>
                      </c:pt>
                      <c:pt idx="28" c:formatCode="yyyy/mm/dd">
                        <c:v>45341</c:v>
                      </c:pt>
                      <c:pt idx="29" c:formatCode="yyyy/mm/dd">
                        <c:v>45342</c:v>
                      </c:pt>
                      <c:pt idx="30" c:formatCode="yyyy/mm/dd">
                        <c:v>45343</c:v>
                      </c:pt>
                      <c:pt idx="31" c:formatCode="yyyy/mm/dd">
                        <c:v>45344</c:v>
                      </c:pt>
                      <c:pt idx="32" c:formatCode="yyyy/mm/dd">
                        <c:v>45345</c:v>
                      </c:pt>
                      <c:pt idx="33" c:formatCode="yyyy/mm/dd">
                        <c:v>45348</c:v>
                      </c:pt>
                      <c:pt idx="34" c:formatCode="yyyy/mm/dd">
                        <c:v>45349</c:v>
                      </c:pt>
                      <c:pt idx="35" c:formatCode="yyyy/mm/dd">
                        <c:v>45350</c:v>
                      </c:pt>
                      <c:pt idx="36" c:formatCode="yyyy/mm/dd">
                        <c:v>45351</c:v>
                      </c:pt>
                      <c:pt idx="37" c:formatCode="yyyy/mm/dd">
                        <c:v>45352</c:v>
                      </c:pt>
                      <c:pt idx="38" c:formatCode="yyyy/mm/dd">
                        <c:v>45355</c:v>
                      </c:pt>
                      <c:pt idx="39" c:formatCode="yyyy/mm/dd">
                        <c:v>45356</c:v>
                      </c:pt>
                      <c:pt idx="40" c:formatCode="yyyy/mm/dd">
                        <c:v>45357</c:v>
                      </c:pt>
                      <c:pt idx="41" c:formatCode="yyyy/mm/dd">
                        <c:v>45358</c:v>
                      </c:pt>
                      <c:pt idx="42" c:formatCode="yyyy/mm/dd">
                        <c:v>45359</c:v>
                      </c:pt>
                      <c:pt idx="43" c:formatCode="yyyy/mm/dd">
                        <c:v>45362</c:v>
                      </c:pt>
                      <c:pt idx="44" c:formatCode="yyyy/mm/dd">
                        <c:v>45363</c:v>
                      </c:pt>
                      <c:pt idx="45" c:formatCode="yyyy/mm/dd">
                        <c:v>45364</c:v>
                      </c:pt>
                      <c:pt idx="46" c:formatCode="yyyy/mm/dd">
                        <c:v>45365</c:v>
                      </c:pt>
                      <c:pt idx="47" c:formatCode="yyyy/mm/dd">
                        <c:v>45366</c:v>
                      </c:pt>
                      <c:pt idx="48" c:formatCode="yyyy/mm/dd">
                        <c:v>45369</c:v>
                      </c:pt>
                      <c:pt idx="49" c:formatCode="yyyy/mm/dd">
                        <c:v>45370</c:v>
                      </c:pt>
                      <c:pt idx="50" c:formatCode="yyyy/mm/dd">
                        <c:v>45371</c:v>
                      </c:pt>
                      <c:pt idx="51" c:formatCode="yyyy/mm/dd">
                        <c:v>45372</c:v>
                      </c:pt>
                      <c:pt idx="52" c:formatCode="yyyy/mm/dd">
                        <c:v>45373</c:v>
                      </c:pt>
                      <c:pt idx="53" c:formatCode="yyyy/mm/dd">
                        <c:v>45376</c:v>
                      </c:pt>
                      <c:pt idx="54" c:formatCode="yyyy/mm/dd">
                        <c:v>45377</c:v>
                      </c:pt>
                      <c:pt idx="55" c:formatCode="yyyy/mm/dd">
                        <c:v>45378</c:v>
                      </c:pt>
                      <c:pt idx="56" c:formatCode="yyyy/mm/dd">
                        <c:v>45379</c:v>
                      </c:pt>
                      <c:pt idx="57" c:formatCode="yyyy/mm/dd">
                        <c:v>45380</c:v>
                      </c:pt>
                      <c:pt idx="58" c:formatCode="yyyy/mm/dd">
                        <c:v>45383</c:v>
                      </c:pt>
                      <c:pt idx="59" c:formatCode="yyyy/mm/dd">
                        <c:v>45384</c:v>
                      </c:pt>
                      <c:pt idx="60" c:formatCode="yyyy/mm/dd">
                        <c:v>45385</c:v>
                      </c:pt>
                      <c:pt idx="61" c:formatCode="yyyy/mm/dd">
                        <c:v>45390</c:v>
                      </c:pt>
                      <c:pt idx="62" c:formatCode="yyyy/mm/dd">
                        <c:v>45391</c:v>
                      </c:pt>
                      <c:pt idx="63" c:formatCode="yyyy/mm/dd">
                        <c:v>45392</c:v>
                      </c:pt>
                      <c:pt idx="64" c:formatCode="yyyy/mm/dd">
                        <c:v>45393</c:v>
                      </c:pt>
                      <c:pt idx="65" c:formatCode="yyyy/mm/dd">
                        <c:v>45394</c:v>
                      </c:pt>
                      <c:pt idx="66" c:formatCode="yyyy/mm/dd">
                        <c:v>45397</c:v>
                      </c:pt>
                      <c:pt idx="67" c:formatCode="yyyy/mm/dd">
                        <c:v>45398</c:v>
                      </c:pt>
                      <c:pt idx="68" c:formatCode="yyyy/mm/dd">
                        <c:v>45399</c:v>
                      </c:pt>
                      <c:pt idx="69" c:formatCode="yyyy/mm/dd">
                        <c:v>45400</c:v>
                      </c:pt>
                      <c:pt idx="70" c:formatCode="yyyy/mm/dd">
                        <c:v>45401</c:v>
                      </c:pt>
                      <c:pt idx="71" c:formatCode="yyyy/mm/dd">
                        <c:v>45404</c:v>
                      </c:pt>
                      <c:pt idx="72" c:formatCode="yyyy/mm/dd">
                        <c:v>45405</c:v>
                      </c:pt>
                      <c:pt idx="73" c:formatCode="yyyy/mm/dd">
                        <c:v>45406</c:v>
                      </c:pt>
                      <c:pt idx="74" c:formatCode="yyyy/mm/dd">
                        <c:v>45407</c:v>
                      </c:pt>
                      <c:pt idx="75" c:formatCode="yyyy/mm/dd">
                        <c:v>45408</c:v>
                      </c:pt>
                      <c:pt idx="76" c:formatCode="yyyy/mm/dd">
                        <c:v>45411</c:v>
                      </c:pt>
                      <c:pt idx="77" c:formatCode="yyyy/mm/dd">
                        <c:v>45412</c:v>
                      </c:pt>
                      <c:pt idx="78" c:formatCode="yyyy/mm/dd">
                        <c:v>45418</c:v>
                      </c:pt>
                      <c:pt idx="79" c:formatCode="yyyy/mm/dd">
                        <c:v>45419</c:v>
                      </c:pt>
                      <c:pt idx="80" c:formatCode="yyyy/mm/dd">
                        <c:v>45420</c:v>
                      </c:pt>
                      <c:pt idx="81" c:formatCode="yyyy/mm/dd">
                        <c:v>45421</c:v>
                      </c:pt>
                      <c:pt idx="82" c:formatCode="yyyy/mm/dd">
                        <c:v>45422</c:v>
                      </c:pt>
                      <c:pt idx="83" c:formatCode="yyyy/mm/dd">
                        <c:v>45425</c:v>
                      </c:pt>
                      <c:pt idx="84" c:formatCode="yyyy/mm/dd">
                        <c:v>45426</c:v>
                      </c:pt>
                      <c:pt idx="85" c:formatCode="yyyy/mm/dd">
                        <c:v>45427</c:v>
                      </c:pt>
                      <c:pt idx="86" c:formatCode="yyyy/mm/dd">
                        <c:v>45428</c:v>
                      </c:pt>
                      <c:pt idx="87" c:formatCode="yyyy/mm/dd">
                        <c:v>45429</c:v>
                      </c:pt>
                      <c:pt idx="88" c:formatCode="yyyy/mm/dd">
                        <c:v>45432</c:v>
                      </c:pt>
                      <c:pt idx="89" c:formatCode="yyyy/mm/dd">
                        <c:v>45433</c:v>
                      </c:pt>
                      <c:pt idx="90" c:formatCode="yyyy/mm/dd">
                        <c:v>45434</c:v>
                      </c:pt>
                      <c:pt idx="91" c:formatCode="yyyy/mm/dd">
                        <c:v>45435</c:v>
                      </c:pt>
                      <c:pt idx="92" c:formatCode="yyyy/mm/dd">
                        <c:v>45436</c:v>
                      </c:pt>
                      <c:pt idx="93" c:formatCode="yyyy/mm/dd">
                        <c:v>45439</c:v>
                      </c:pt>
                      <c:pt idx="94" c:formatCode="yyyy/mm/dd">
                        <c:v>45440</c:v>
                      </c:pt>
                      <c:pt idx="95" c:formatCode="yyyy/mm/dd">
                        <c:v>45441</c:v>
                      </c:pt>
                      <c:pt idx="96" c:formatCode="yyyy/mm/dd">
                        <c:v>45442</c:v>
                      </c:pt>
                      <c:pt idx="97" c:formatCode="yyyy/mm/dd">
                        <c:v>45443</c:v>
                      </c:pt>
                      <c:pt idx="98" c:formatCode="yyyy/mm/dd">
                        <c:v>45446</c:v>
                      </c:pt>
                      <c:pt idx="99" c:formatCode="yyyy/mm/dd">
                        <c:v>45447</c:v>
                      </c:pt>
                      <c:pt idx="100" c:formatCode="yyyy/mm/dd">
                        <c:v>45448</c:v>
                      </c:pt>
                      <c:pt idx="101" c:formatCode="yyyy/mm/dd">
                        <c:v>45449</c:v>
                      </c:pt>
                      <c:pt idx="102" c:formatCode="yyyy/mm/dd">
                        <c:v>45450</c:v>
                      </c:pt>
                      <c:pt idx="103" c:formatCode="yyyy/mm/dd">
                        <c:v>45454</c:v>
                      </c:pt>
                      <c:pt idx="104" c:formatCode="yyyy/mm/dd">
                        <c:v>45455</c:v>
                      </c:pt>
                      <c:pt idx="105" c:formatCode="yyyy/mm/dd">
                        <c:v>45456</c:v>
                      </c:pt>
                      <c:pt idx="106" c:formatCode="yyyy/mm/dd">
                        <c:v>45457</c:v>
                      </c:pt>
                      <c:pt idx="107" c:formatCode="yyyy/mm/dd">
                        <c:v>45460</c:v>
                      </c:pt>
                      <c:pt idx="108" c:formatCode="yyyy/mm/dd">
                        <c:v>45461</c:v>
                      </c:pt>
                      <c:pt idx="109" c:formatCode="yyyy/mm/dd">
                        <c:v>45462</c:v>
                      </c:pt>
                      <c:pt idx="110" c:formatCode="yyyy/mm/dd">
                        <c:v>45463</c:v>
                      </c:pt>
                      <c:pt idx="111" c:formatCode="yyyy/mm/dd">
                        <c:v>45464</c:v>
                      </c:pt>
                      <c:pt idx="112" c:formatCode="yyyy/mm/dd">
                        <c:v>45467</c:v>
                      </c:pt>
                      <c:pt idx="113" c:formatCode="yyyy/mm/dd">
                        <c:v>45468</c:v>
                      </c:pt>
                      <c:pt idx="114" c:formatCode="yyyy/mm/dd">
                        <c:v>45469</c:v>
                      </c:pt>
                      <c:pt idx="115" c:formatCode="yyyy/mm/dd">
                        <c:v>45470</c:v>
                      </c:pt>
                      <c:pt idx="116" c:formatCode="yyyy/mm/dd">
                        <c:v>45471</c:v>
                      </c:pt>
                      <c:pt idx="117" c:formatCode="yyyy/mm/dd">
                        <c:v>45474</c:v>
                      </c:pt>
                      <c:pt idx="118" c:formatCode="yyyy/mm/dd">
                        <c:v>45475</c:v>
                      </c:pt>
                      <c:pt idx="119" c:formatCode="yyyy/mm/dd">
                        <c:v>45476</c:v>
                      </c:pt>
                      <c:pt idx="120" c:formatCode="yyyy/mm/dd">
                        <c:v>45477</c:v>
                      </c:pt>
                      <c:pt idx="121" c:formatCode="yyyy/mm/dd">
                        <c:v>45478</c:v>
                      </c:pt>
                      <c:pt idx="122" c:formatCode="yyyy/mm/dd">
                        <c:v>45481</c:v>
                      </c:pt>
                      <c:pt idx="123" c:formatCode="yyyy/mm/dd">
                        <c:v>45482</c:v>
                      </c:pt>
                      <c:pt idx="124" c:formatCode="yyyy/mm/dd">
                        <c:v>45483</c:v>
                      </c:pt>
                      <c:pt idx="125" c:formatCode="yyyy/mm/dd">
                        <c:v>45484</c:v>
                      </c:pt>
                      <c:pt idx="126" c:formatCode="yyyy/mm/dd">
                        <c:v>45485</c:v>
                      </c:pt>
                      <c:pt idx="127" c:formatCode="yyyy/mm/dd">
                        <c:v>45488</c:v>
                      </c:pt>
                      <c:pt idx="128" c:formatCode="yyyy/mm/dd">
                        <c:v>45489</c:v>
                      </c:pt>
                      <c:pt idx="129" c:formatCode="yyyy/mm/dd">
                        <c:v>45490</c:v>
                      </c:pt>
                      <c:pt idx="130" c:formatCode="yyyy/mm/dd">
                        <c:v>45491</c:v>
                      </c:pt>
                      <c:pt idx="131" c:formatCode="yyyy/mm/dd">
                        <c:v>45492</c:v>
                      </c:pt>
                      <c:pt idx="132" c:formatCode="yyyy/mm/dd">
                        <c:v>45495</c:v>
                      </c:pt>
                      <c:pt idx="133" c:formatCode="yyyy/mm/dd">
                        <c:v>45496</c:v>
                      </c:pt>
                      <c:pt idx="134" c:formatCode="yyyy/mm/dd">
                        <c:v>45497</c:v>
                      </c:pt>
                      <c:pt idx="135" c:formatCode="yyyy/mm/dd">
                        <c:v>45498</c:v>
                      </c:pt>
                      <c:pt idx="136" c:formatCode="yyyy/mm/dd">
                        <c:v>45499</c:v>
                      </c:pt>
                      <c:pt idx="137" c:formatCode="yyyy/mm/dd">
                        <c:v>45502</c:v>
                      </c:pt>
                      <c:pt idx="138" c:formatCode="yyyy/mm/dd">
                        <c:v>45503</c:v>
                      </c:pt>
                      <c:pt idx="139" c:formatCode="yyyy/mm/dd">
                        <c:v>45504</c:v>
                      </c:pt>
                      <c:pt idx="140" c:formatCode="yyyy/mm/dd">
                        <c:v>45505</c:v>
                      </c:pt>
                      <c:pt idx="141" c:formatCode="yyyy/mm/dd">
                        <c:v>45506</c:v>
                      </c:pt>
                      <c:pt idx="142" c:formatCode="yyyy/mm/dd">
                        <c:v>45509</c:v>
                      </c:pt>
                      <c:pt idx="143" c:formatCode="yyyy/mm/dd">
                        <c:v>45510</c:v>
                      </c:pt>
                      <c:pt idx="144" c:formatCode="yyyy/mm/dd">
                        <c:v>45511</c:v>
                      </c:pt>
                      <c:pt idx="145" c:formatCode="yyyy/mm/dd">
                        <c:v>45512</c:v>
                      </c:pt>
                      <c:pt idx="146" c:formatCode="yyyy/mm/dd">
                        <c:v>45513</c:v>
                      </c:pt>
                      <c:pt idx="147" c:formatCode="yyyy/mm/dd">
                        <c:v>45516</c:v>
                      </c:pt>
                      <c:pt idx="148" c:formatCode="yyyy/mm/dd">
                        <c:v>45517</c:v>
                      </c:pt>
                      <c:pt idx="149" c:formatCode="yyyy/mm/dd">
                        <c:v>45518</c:v>
                      </c:pt>
                      <c:pt idx="150" c:formatCode="yyyy/mm/dd">
                        <c:v>45519</c:v>
                      </c:pt>
                      <c:pt idx="151" c:formatCode="yyyy/mm/dd">
                        <c:v>45520</c:v>
                      </c:pt>
                      <c:pt idx="152" c:formatCode="yyyy/mm/dd">
                        <c:v>45523</c:v>
                      </c:pt>
                      <c:pt idx="153" c:formatCode="yyyy/mm/dd">
                        <c:v>45524</c:v>
                      </c:pt>
                      <c:pt idx="154" c:formatCode="yyyy/mm/dd">
                        <c:v>45525</c:v>
                      </c:pt>
                      <c:pt idx="155" c:formatCode="yyyy/mm/dd">
                        <c:v>45526</c:v>
                      </c:pt>
                      <c:pt idx="156" c:formatCode="yyyy/mm/dd">
                        <c:v>45527</c:v>
                      </c:pt>
                      <c:pt idx="157" c:formatCode="yyyy/mm/dd">
                        <c:v>45530</c:v>
                      </c:pt>
                      <c:pt idx="158" c:formatCode="yyyy/mm/dd">
                        <c:v>45531</c:v>
                      </c:pt>
                      <c:pt idx="159" c:formatCode="yyyy/mm/dd">
                        <c:v>45532</c:v>
                      </c:pt>
                      <c:pt idx="160" c:formatCode="yyyy/mm/dd">
                        <c:v>45533</c:v>
                      </c:pt>
                      <c:pt idx="161" c:formatCode="yyyy/mm/dd">
                        <c:v>45534</c:v>
                      </c:pt>
                      <c:pt idx="162" c:formatCode="yyyy/mm/dd">
                        <c:v>45537</c:v>
                      </c:pt>
                      <c:pt idx="163" c:formatCode="yyyy/mm/dd">
                        <c:v>45538</c:v>
                      </c:pt>
                      <c:pt idx="164" c:formatCode="yyyy/mm/dd">
                        <c:v>45539</c:v>
                      </c:pt>
                      <c:pt idx="165" c:formatCode="yyyy/mm/dd">
                        <c:v>45540</c:v>
                      </c:pt>
                      <c:pt idx="166" c:formatCode="yyyy/mm/dd">
                        <c:v>45541</c:v>
                      </c:pt>
                      <c:pt idx="167" c:formatCode="yyyy/mm/dd">
                        <c:v>45544</c:v>
                      </c:pt>
                      <c:pt idx="168" c:formatCode="yyyy/mm/dd">
                        <c:v>45545</c:v>
                      </c:pt>
                      <c:pt idx="169" c:formatCode="yyyy/mm/dd">
                        <c:v>45546</c:v>
                      </c:pt>
                      <c:pt idx="170" c:formatCode="yyyy/mm/dd">
                        <c:v>45547</c:v>
                      </c:pt>
                      <c:pt idx="171" c:formatCode="yyyy/mm/dd">
                        <c:v>45548</c:v>
                      </c:pt>
                      <c:pt idx="172" c:formatCode="yyyy/mm/dd">
                        <c:v>45553</c:v>
                      </c:pt>
                      <c:pt idx="173" c:formatCode="yyyy/mm/dd">
                        <c:v>45554</c:v>
                      </c:pt>
                      <c:pt idx="174" c:formatCode="yyyy/mm/dd">
                        <c:v>45555</c:v>
                      </c:pt>
                      <c:pt idx="175" c:formatCode="yyyy/mm/dd">
                        <c:v>45558</c:v>
                      </c:pt>
                      <c:pt idx="176" c:formatCode="yyyy/mm/dd">
                        <c:v>45559</c:v>
                      </c:pt>
                      <c:pt idx="177" c:formatCode="yyyy/mm/dd">
                        <c:v>45560</c:v>
                      </c:pt>
                      <c:pt idx="178" c:formatCode="yyyy/mm/dd">
                        <c:v>45561</c:v>
                      </c:pt>
                      <c:pt idx="179" c:formatCode="yyyy/mm/dd">
                        <c:v>45562</c:v>
                      </c:pt>
                      <c:pt idx="180" c:formatCode="yyyy/mm/dd">
                        <c:v>45565</c:v>
                      </c:pt>
                      <c:pt idx="181" c:formatCode="yyyy/mm/dd">
                        <c:v>45573</c:v>
                      </c:pt>
                      <c:pt idx="182" c:formatCode="yyyy/mm/dd">
                        <c:v>45574</c:v>
                      </c:pt>
                      <c:pt idx="183" c:formatCode="yyyy/mm/dd">
                        <c:v>45575</c:v>
                      </c:pt>
                      <c:pt idx="184" c:formatCode="yyyy/mm/dd">
                        <c:v>45576</c:v>
                      </c:pt>
                      <c:pt idx="185" c:formatCode="yyyy/mm/dd">
                        <c:v>45579</c:v>
                      </c:pt>
                      <c:pt idx="186" c:formatCode="yyyy/mm/dd">
                        <c:v>45580</c:v>
                      </c:pt>
                      <c:pt idx="187" c:formatCode="yyyy/mm/dd">
                        <c:v>45581</c:v>
                      </c:pt>
                      <c:pt idx="188" c:formatCode="yyyy/mm/dd">
                        <c:v>45582</c:v>
                      </c:pt>
                      <c:pt idx="189" c:formatCode="yyyy/mm/dd">
                        <c:v>45583</c:v>
                      </c:pt>
                      <c:pt idx="190" c:formatCode="yyyy/mm/dd">
                        <c:v>45586</c:v>
                      </c:pt>
                      <c:pt idx="191" c:formatCode="yyyy/mm/dd">
                        <c:v>45587</c:v>
                      </c:pt>
                      <c:pt idx="192" c:formatCode="yyyy/mm/dd">
                        <c:v>45588</c:v>
                      </c:pt>
                      <c:pt idx="193" c:formatCode="yyyy/mm/dd">
                        <c:v>45589</c:v>
                      </c:pt>
                      <c:pt idx="194" c:formatCode="yyyy/mm/dd">
                        <c:v>45590</c:v>
                      </c:pt>
                      <c:pt idx="195" c:formatCode="yyyy/mm/dd">
                        <c:v>45593</c:v>
                      </c:pt>
                      <c:pt idx="196" c:formatCode="yyyy/mm/dd">
                        <c:v>45594</c:v>
                      </c:pt>
                      <c:pt idx="197" c:formatCode="yyyy/mm/dd">
                        <c:v>45595</c:v>
                      </c:pt>
                      <c:pt idx="198" c:formatCode="yyyy/mm/dd">
                        <c:v>45596</c:v>
                      </c:pt>
                      <c:pt idx="199" c:formatCode="yyyy/mm/dd">
                        <c:v>45597</c:v>
                      </c:pt>
                      <c:pt idx="200" c:formatCode="yyyy/mm/dd">
                        <c:v>45600</c:v>
                      </c:pt>
                      <c:pt idx="201" c:formatCode="yyyy/mm/dd">
                        <c:v>45601</c:v>
                      </c:pt>
                      <c:pt idx="202" c:formatCode="yyyy/mm/dd">
                        <c:v>45602</c:v>
                      </c:pt>
                      <c:pt idx="203" c:formatCode="yyyy/mm/dd">
                        <c:v>45603</c:v>
                      </c:pt>
                      <c:pt idx="204" c:formatCode="yyyy/mm/dd">
                        <c:v>45604</c:v>
                      </c:pt>
                      <c:pt idx="205" c:formatCode="yyyy/mm/dd">
                        <c:v>45607</c:v>
                      </c:pt>
                      <c:pt idx="206" c:formatCode="yyyy/mm/dd">
                        <c:v>45608</c:v>
                      </c:pt>
                      <c:pt idx="207" c:formatCode="yyyy/mm/dd">
                        <c:v>45609</c:v>
                      </c:pt>
                      <c:pt idx="208" c:formatCode="yyyy/mm/dd">
                        <c:v>45610</c:v>
                      </c:pt>
                      <c:pt idx="209" c:formatCode="yyyy/mm/dd">
                        <c:v>45611</c:v>
                      </c:pt>
                      <c:pt idx="210" c:formatCode="yyyy/mm/dd">
                        <c:v>45614</c:v>
                      </c:pt>
                      <c:pt idx="211" c:formatCode="yyyy/mm/dd">
                        <c:v>45615</c:v>
                      </c:pt>
                      <c:pt idx="212" c:formatCode="yyyy/mm/dd">
                        <c:v>45616</c:v>
                      </c:pt>
                      <c:pt idx="213" c:formatCode="yyyy/mm/dd">
                        <c:v>45617</c:v>
                      </c:pt>
                      <c:pt idx="214" c:formatCode="yyyy/mm/dd">
                        <c:v>45618</c:v>
                      </c:pt>
                      <c:pt idx="215" c:formatCode="yyyy/mm/dd">
                        <c:v>45621</c:v>
                      </c:pt>
                      <c:pt idx="216" c:formatCode="yyyy/mm/dd">
                        <c:v>45622</c:v>
                      </c:pt>
                      <c:pt idx="217" c:formatCode="yyyy/mm/dd">
                        <c:v>45623</c:v>
                      </c:pt>
                      <c:pt idx="218" c:formatCode="yyyy/mm/dd">
                        <c:v>45624</c:v>
                      </c:pt>
                      <c:pt idx="219" c:formatCode="yyyy/mm/dd">
                        <c:v>45625</c:v>
                      </c:pt>
                      <c:pt idx="220" c:formatCode="yyyy/mm/dd">
                        <c:v>45628</c:v>
                      </c:pt>
                      <c:pt idx="221" c:formatCode="yyyy/mm/dd">
                        <c:v>45629</c:v>
                      </c:pt>
                      <c:pt idx="222" c:formatCode="yyyy/mm/dd">
                        <c:v>45630</c:v>
                      </c:pt>
                      <c:pt idx="223" c:formatCode="yyyy/mm/dd">
                        <c:v>45631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'走势图 24'!$G$3:$G$142</c15:sqref>
                        </c15:formulaRef>
                      </c:ext>
                    </c:extLst>
                    <c:numCache>
                      <c:formatCode>0.0000</c:formatCode>
                      <c:ptCount val="140"/>
                      <c:pt idx="0">
                        <c:v>1.2784</c:v>
                      </c:pt>
                      <c:pt idx="1">
                        <c:v>1.2801</c:v>
                      </c:pt>
                      <c:pt idx="2">
                        <c:v>1.2806</c:v>
                      </c:pt>
                      <c:pt idx="3">
                        <c:v>1.281</c:v>
                      </c:pt>
                      <c:pt idx="4">
                        <c:v>1.2786</c:v>
                      </c:pt>
                      <c:pt idx="5">
                        <c:v>1.2803</c:v>
                      </c:pt>
                      <c:pt idx="6">
                        <c:v>1.2785</c:v>
                      </c:pt>
                      <c:pt idx="7">
                        <c:v>1.2776</c:v>
                      </c:pt>
                      <c:pt idx="8">
                        <c:v>1.2782</c:v>
                      </c:pt>
                      <c:pt idx="9">
                        <c:v>1.279</c:v>
                      </c:pt>
                      <c:pt idx="10">
                        <c:v>1.2801</c:v>
                      </c:pt>
                      <c:pt idx="11">
                        <c:v>1.2759</c:v>
                      </c:pt>
                      <c:pt idx="12">
                        <c:v>1.2758</c:v>
                      </c:pt>
                      <c:pt idx="13">
                        <c:v>1.2741</c:v>
                      </c:pt>
                      <c:pt idx="14">
                        <c:v>1.2679</c:v>
                      </c:pt>
                      <c:pt idx="15">
                        <c:v>1.2688</c:v>
                      </c:pt>
                      <c:pt idx="16">
                        <c:v>1.2749</c:v>
                      </c:pt>
                      <c:pt idx="17">
                        <c:v>1.2841</c:v>
                      </c:pt>
                      <c:pt idx="18">
                        <c:v>1.2874</c:v>
                      </c:pt>
                      <c:pt idx="19">
                        <c:v>1.2879</c:v>
                      </c:pt>
                      <c:pt idx="20">
                        <c:v>1.2854</c:v>
                      </c:pt>
                      <c:pt idx="21">
                        <c:v>1.2851</c:v>
                      </c:pt>
                      <c:pt idx="22">
                        <c:v>1.2824</c:v>
                      </c:pt>
                      <c:pt idx="23">
                        <c:v>1.2815</c:v>
                      </c:pt>
                      <c:pt idx="24">
                        <c:v>1.2827</c:v>
                      </c:pt>
                      <c:pt idx="25">
                        <c:v>1.2883</c:v>
                      </c:pt>
                      <c:pt idx="26">
                        <c:v>1.2939</c:v>
                      </c:pt>
                      <c:pt idx="27">
                        <c:v>1.2959</c:v>
                      </c:pt>
                      <c:pt idx="28">
                        <c:v>1.3025</c:v>
                      </c:pt>
                      <c:pt idx="29">
                        <c:v>1.3053</c:v>
                      </c:pt>
                      <c:pt idx="30">
                        <c:v>1.3079</c:v>
                      </c:pt>
                      <c:pt idx="31">
                        <c:v>1.3121</c:v>
                      </c:pt>
                      <c:pt idx="32">
                        <c:v>1.3125</c:v>
                      </c:pt>
                      <c:pt idx="33">
                        <c:v>1.3078</c:v>
                      </c:pt>
                      <c:pt idx="34">
                        <c:v>1.3094</c:v>
                      </c:pt>
                      <c:pt idx="35">
                        <c:v>1.3074</c:v>
                      </c:pt>
                      <c:pt idx="36">
                        <c:v>1.3113</c:v>
                      </c:pt>
                      <c:pt idx="37">
                        <c:v>1.3109</c:v>
                      </c:pt>
                      <c:pt idx="38">
                        <c:v>1.3139</c:v>
                      </c:pt>
                      <c:pt idx="39">
                        <c:v>1.3172</c:v>
                      </c:pt>
                      <c:pt idx="40">
                        <c:v>1.3177</c:v>
                      </c:pt>
                      <c:pt idx="41">
                        <c:v>1.3211</c:v>
                      </c:pt>
                      <c:pt idx="42">
                        <c:v>1.3243</c:v>
                      </c:pt>
                      <c:pt idx="43">
                        <c:v>1.3208</c:v>
                      </c:pt>
                      <c:pt idx="44">
                        <c:v>1.3134</c:v>
                      </c:pt>
                      <c:pt idx="45">
                        <c:v>1.3127</c:v>
                      </c:pt>
                      <c:pt idx="46">
                        <c:v>1.3143</c:v>
                      </c:pt>
                      <c:pt idx="47">
                        <c:v>1.3175</c:v>
                      </c:pt>
                      <c:pt idx="48">
                        <c:v>1.318</c:v>
                      </c:pt>
                      <c:pt idx="49">
                        <c:v>1.3168</c:v>
                      </c:pt>
                      <c:pt idx="50">
                        <c:v>1.318</c:v>
                      </c:pt>
                      <c:pt idx="51">
                        <c:v>1.3186</c:v>
                      </c:pt>
                      <c:pt idx="52">
                        <c:v>1.3155</c:v>
                      </c:pt>
                      <c:pt idx="53">
                        <c:v>1.3166</c:v>
                      </c:pt>
                      <c:pt idx="54">
                        <c:v>1.3175</c:v>
                      </c:pt>
                      <c:pt idx="55">
                        <c:v>1.3162</c:v>
                      </c:pt>
                      <c:pt idx="56">
                        <c:v>1.3175</c:v>
                      </c:pt>
                      <c:pt idx="57">
                        <c:v>1.3225</c:v>
                      </c:pt>
                      <c:pt idx="58">
                        <c:v>1.323</c:v>
                      </c:pt>
                      <c:pt idx="59">
                        <c:v>1.326</c:v>
                      </c:pt>
                      <c:pt idx="60">
                        <c:v>1.3297</c:v>
                      </c:pt>
                      <c:pt idx="61">
                        <c:v>1.3317</c:v>
                      </c:pt>
                      <c:pt idx="62">
                        <c:v>1.3294</c:v>
                      </c:pt>
                      <c:pt idx="63">
                        <c:v>1.3313</c:v>
                      </c:pt>
                      <c:pt idx="64">
                        <c:v>1.3328</c:v>
                      </c:pt>
                      <c:pt idx="65">
                        <c:v>1.3334</c:v>
                      </c:pt>
                      <c:pt idx="66">
                        <c:v>1.3399</c:v>
                      </c:pt>
                      <c:pt idx="67">
                        <c:v>1.3349</c:v>
                      </c:pt>
                      <c:pt idx="68">
                        <c:v>1.34</c:v>
                      </c:pt>
                      <c:pt idx="69">
                        <c:v>1.3411</c:v>
                      </c:pt>
                      <c:pt idx="70">
                        <c:v>1.3432</c:v>
                      </c:pt>
                      <c:pt idx="71">
                        <c:v>1.338</c:v>
                      </c:pt>
                      <c:pt idx="72">
                        <c:v>1.3326</c:v>
                      </c:pt>
                      <c:pt idx="73">
                        <c:v>1.3341</c:v>
                      </c:pt>
                      <c:pt idx="74">
                        <c:v>1.3361</c:v>
                      </c:pt>
                      <c:pt idx="75">
                        <c:v>1.3357</c:v>
                      </c:pt>
                      <c:pt idx="76">
                        <c:v>1.3339</c:v>
                      </c:pt>
                      <c:pt idx="77">
                        <c:v>1.3343</c:v>
                      </c:pt>
                      <c:pt idx="78">
                        <c:v>1.3365</c:v>
                      </c:pt>
                      <c:pt idx="79">
                        <c:v>1.3365</c:v>
                      </c:pt>
                      <c:pt idx="80">
                        <c:v>1.3357</c:v>
                      </c:pt>
                      <c:pt idx="81">
                        <c:v>1.3384</c:v>
                      </c:pt>
                      <c:pt idx="82">
                        <c:v>1.3412</c:v>
                      </c:pt>
                      <c:pt idx="83">
                        <c:v>1.3419</c:v>
                      </c:pt>
                      <c:pt idx="84">
                        <c:v>1.3415</c:v>
                      </c:pt>
                      <c:pt idx="85">
                        <c:v>1.3392</c:v>
                      </c:pt>
                      <c:pt idx="86">
                        <c:v>1.3393</c:v>
                      </c:pt>
                      <c:pt idx="87">
                        <c:v>1.3421</c:v>
                      </c:pt>
                      <c:pt idx="88">
                        <c:v>1.3475</c:v>
                      </c:pt>
                      <c:pt idx="89">
                        <c:v>1.3463</c:v>
                      </c:pt>
                      <c:pt idx="90">
                        <c:v>1.3452</c:v>
                      </c:pt>
                      <c:pt idx="91">
                        <c:v>1.3416</c:v>
                      </c:pt>
                      <c:pt idx="92">
                        <c:v>1.3413</c:v>
                      </c:pt>
                      <c:pt idx="93">
                        <c:v>1.3466</c:v>
                      </c:pt>
                      <c:pt idx="94">
                        <c:v>1.3474</c:v>
                      </c:pt>
                      <c:pt idx="95">
                        <c:v>1.3496</c:v>
                      </c:pt>
                      <c:pt idx="96">
                        <c:v>1.3456</c:v>
                      </c:pt>
                      <c:pt idx="97">
                        <c:v>1.3442</c:v>
                      </c:pt>
                      <c:pt idx="98">
                        <c:v>1.3431</c:v>
                      </c:pt>
                      <c:pt idx="99">
                        <c:v>1.3452</c:v>
                      </c:pt>
                      <c:pt idx="100">
                        <c:v>1.3429</c:v>
                      </c:pt>
                      <c:pt idx="101">
                        <c:v>1.3458</c:v>
                      </c:pt>
                      <c:pt idx="102">
                        <c:v>1.3486</c:v>
                      </c:pt>
                      <c:pt idx="103">
                        <c:v>1.3434</c:v>
                      </c:pt>
                      <c:pt idx="104">
                        <c:v>1.3469</c:v>
                      </c:pt>
                      <c:pt idx="105">
                        <c:v>1.3452</c:v>
                      </c:pt>
                      <c:pt idx="106">
                        <c:v>1.3428</c:v>
                      </c:pt>
                      <c:pt idx="107">
                        <c:v>1.3394</c:v>
                      </c:pt>
                      <c:pt idx="108">
                        <c:v>1.3407</c:v>
                      </c:pt>
                      <c:pt idx="109">
                        <c:v>1.3426</c:v>
                      </c:pt>
                      <c:pt idx="110">
                        <c:v>1.3443</c:v>
                      </c:pt>
                      <c:pt idx="111">
                        <c:v>1.3433</c:v>
                      </c:pt>
                      <c:pt idx="112">
                        <c:v>1.3424</c:v>
                      </c:pt>
                      <c:pt idx="113">
                        <c:v>1.3433</c:v>
                      </c:pt>
                      <c:pt idx="114">
                        <c:v>1.3436</c:v>
                      </c:pt>
                      <c:pt idx="115">
                        <c:v>1.3425</c:v>
                      </c:pt>
                      <c:pt idx="116">
                        <c:v>1.3476</c:v>
                      </c:pt>
                      <c:pt idx="117">
                        <c:v>1.3546</c:v>
                      </c:pt>
                      <c:pt idx="118">
                        <c:v>1.3555</c:v>
                      </c:pt>
                      <c:pt idx="119">
                        <c:v>1.3536</c:v>
                      </c:pt>
                      <c:pt idx="120">
                        <c:v>1.3532</c:v>
                      </c:pt>
                      <c:pt idx="121">
                        <c:v>1.3529</c:v>
                      </c:pt>
                      <c:pt idx="122">
                        <c:v>1.3536</c:v>
                      </c:pt>
                      <c:pt idx="123">
                        <c:v>1.3567</c:v>
                      </c:pt>
                      <c:pt idx="124">
                        <c:v>1.3514</c:v>
                      </c:pt>
                      <c:pt idx="125">
                        <c:v>1.3541</c:v>
                      </c:pt>
                      <c:pt idx="126">
                        <c:v>1.353</c:v>
                      </c:pt>
                      <c:pt idx="127">
                        <c:v>1.3565</c:v>
                      </c:pt>
                      <c:pt idx="128">
                        <c:v>1.357</c:v>
                      </c:pt>
                      <c:pt idx="129">
                        <c:v>1.3516</c:v>
                      </c:pt>
                      <c:pt idx="130">
                        <c:v>1.3536</c:v>
                      </c:pt>
                      <c:pt idx="131">
                        <c:v>1.3518</c:v>
                      </c:pt>
                      <c:pt idx="132">
                        <c:v>1.3484</c:v>
                      </c:pt>
                      <c:pt idx="133">
                        <c:v>1.3447</c:v>
                      </c:pt>
                      <c:pt idx="134">
                        <c:v>1.3459</c:v>
                      </c:pt>
                      <c:pt idx="135">
                        <c:v>1.3417</c:v>
                      </c:pt>
                      <c:pt idx="136">
                        <c:v>1.3414</c:v>
                      </c:pt>
                      <c:pt idx="137">
                        <c:v>1.3429</c:v>
                      </c:pt>
                      <c:pt idx="138">
                        <c:v>1.3402</c:v>
                      </c:pt>
                      <c:pt idx="139">
                        <c:v>1.3421</c:v>
                      </c:pt>
                    </c:numCache>
                  </c:numRef>
                </c:val>
              </c15:ser>
            </c15:filteredAreaSeries>
          </c:ext>
        </c:extLst>
      </c:areaChart>
      <c:lineChart>
        <c:grouping val="standard"/>
        <c:varyColors val="0"/>
        <c:ser>
          <c:idx val="9"/>
          <c:order val="4"/>
          <c:tx>
            <c:strRef>
              <c:f>'走势图 24'!$R$1</c:f>
              <c:strCache>
                <c:ptCount val="1"/>
                <c:pt idx="0">
                  <c:v>权益仓位（人社部口径）</c:v>
                </c:pt>
              </c:strCache>
            </c:strRef>
          </c:tx>
          <c:spPr>
            <a:ln w="22225" cap="rnd">
              <a:solidFill>
                <a:srgbClr val="2F5596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'走势图 24'!$E$3:$E$253</c:f>
              <c:numCache>
                <c:formatCode>yyyy/mm/dd</c:formatCode>
                <c:ptCount val="251"/>
                <c:pt idx="0" c:formatCode="yyyy/mm/dd">
                  <c:v>45293</c:v>
                </c:pt>
                <c:pt idx="1" c:formatCode="yyyy/mm/dd">
                  <c:v>45294</c:v>
                </c:pt>
                <c:pt idx="2" c:formatCode="yyyy/mm/dd">
                  <c:v>45295</c:v>
                </c:pt>
                <c:pt idx="3" c:formatCode="yyyy/mm/dd">
                  <c:v>45296</c:v>
                </c:pt>
                <c:pt idx="4" c:formatCode="yyyy/mm/dd">
                  <c:v>45299</c:v>
                </c:pt>
                <c:pt idx="5" c:formatCode="yyyy/mm/dd">
                  <c:v>45300</c:v>
                </c:pt>
                <c:pt idx="6" c:formatCode="yyyy/mm/dd">
                  <c:v>45301</c:v>
                </c:pt>
                <c:pt idx="7" c:formatCode="yyyy/mm/dd">
                  <c:v>45302</c:v>
                </c:pt>
                <c:pt idx="8" c:formatCode="yyyy/mm/dd">
                  <c:v>45303</c:v>
                </c:pt>
                <c:pt idx="9" c:formatCode="yyyy/mm/dd">
                  <c:v>45306</c:v>
                </c:pt>
                <c:pt idx="10" c:formatCode="yyyy/mm/dd">
                  <c:v>45307</c:v>
                </c:pt>
                <c:pt idx="11" c:formatCode="yyyy/mm/dd">
                  <c:v>45308</c:v>
                </c:pt>
                <c:pt idx="12" c:formatCode="yyyy/mm/dd">
                  <c:v>45309</c:v>
                </c:pt>
                <c:pt idx="13" c:formatCode="yyyy/mm/dd">
                  <c:v>45310</c:v>
                </c:pt>
                <c:pt idx="14" c:formatCode="yyyy/mm/dd">
                  <c:v>45313</c:v>
                </c:pt>
                <c:pt idx="15" c:formatCode="yyyy/mm/dd">
                  <c:v>45314</c:v>
                </c:pt>
                <c:pt idx="16" c:formatCode="yyyy/mm/dd">
                  <c:v>45315</c:v>
                </c:pt>
                <c:pt idx="17" c:formatCode="yyyy/mm/dd">
                  <c:v>45316</c:v>
                </c:pt>
                <c:pt idx="18" c:formatCode="yyyy/mm/dd">
                  <c:v>45317</c:v>
                </c:pt>
                <c:pt idx="19" c:formatCode="yyyy/mm/dd">
                  <c:v>45320</c:v>
                </c:pt>
                <c:pt idx="20" c:formatCode="yyyy/mm/dd">
                  <c:v>45321</c:v>
                </c:pt>
                <c:pt idx="21" c:formatCode="yyyy/mm/dd">
                  <c:v>45322</c:v>
                </c:pt>
                <c:pt idx="22" c:formatCode="yyyy/mm/dd">
                  <c:v>45323</c:v>
                </c:pt>
                <c:pt idx="23" c:formatCode="yyyy/mm/dd">
                  <c:v>45324</c:v>
                </c:pt>
                <c:pt idx="24" c:formatCode="yyyy/mm/dd">
                  <c:v>45327</c:v>
                </c:pt>
                <c:pt idx="25" c:formatCode="yyyy/mm/dd">
                  <c:v>45328</c:v>
                </c:pt>
                <c:pt idx="26" c:formatCode="yyyy/mm/dd">
                  <c:v>45329</c:v>
                </c:pt>
                <c:pt idx="27" c:formatCode="yyyy/mm/dd">
                  <c:v>45330</c:v>
                </c:pt>
                <c:pt idx="28" c:formatCode="yyyy/mm/dd">
                  <c:v>45341</c:v>
                </c:pt>
                <c:pt idx="29" c:formatCode="yyyy/mm/dd">
                  <c:v>45342</c:v>
                </c:pt>
                <c:pt idx="30" c:formatCode="yyyy/mm/dd">
                  <c:v>45343</c:v>
                </c:pt>
                <c:pt idx="31" c:formatCode="yyyy/mm/dd">
                  <c:v>45344</c:v>
                </c:pt>
                <c:pt idx="32" c:formatCode="yyyy/mm/dd">
                  <c:v>45345</c:v>
                </c:pt>
                <c:pt idx="33" c:formatCode="yyyy/mm/dd">
                  <c:v>45348</c:v>
                </c:pt>
                <c:pt idx="34" c:formatCode="yyyy/mm/dd">
                  <c:v>45349</c:v>
                </c:pt>
                <c:pt idx="35" c:formatCode="yyyy/mm/dd">
                  <c:v>45350</c:v>
                </c:pt>
                <c:pt idx="36" c:formatCode="yyyy/mm/dd">
                  <c:v>45351</c:v>
                </c:pt>
                <c:pt idx="37" c:formatCode="yyyy/mm/dd">
                  <c:v>45352</c:v>
                </c:pt>
                <c:pt idx="38" c:formatCode="yyyy/mm/dd">
                  <c:v>45355</c:v>
                </c:pt>
                <c:pt idx="39" c:formatCode="yyyy/mm/dd">
                  <c:v>45356</c:v>
                </c:pt>
                <c:pt idx="40" c:formatCode="yyyy/mm/dd">
                  <c:v>45357</c:v>
                </c:pt>
                <c:pt idx="41" c:formatCode="yyyy/mm/dd">
                  <c:v>45358</c:v>
                </c:pt>
                <c:pt idx="42" c:formatCode="yyyy/mm/dd">
                  <c:v>45359</c:v>
                </c:pt>
                <c:pt idx="43" c:formatCode="yyyy/mm/dd">
                  <c:v>45362</c:v>
                </c:pt>
                <c:pt idx="44" c:formatCode="yyyy/mm/dd">
                  <c:v>45363</c:v>
                </c:pt>
                <c:pt idx="45" c:formatCode="yyyy/mm/dd">
                  <c:v>45364</c:v>
                </c:pt>
                <c:pt idx="46" c:formatCode="yyyy/mm/dd">
                  <c:v>45365</c:v>
                </c:pt>
                <c:pt idx="47" c:formatCode="yyyy/mm/dd">
                  <c:v>45366</c:v>
                </c:pt>
                <c:pt idx="48" c:formatCode="yyyy/mm/dd">
                  <c:v>45369</c:v>
                </c:pt>
                <c:pt idx="49" c:formatCode="yyyy/mm/dd">
                  <c:v>45370</c:v>
                </c:pt>
                <c:pt idx="50" c:formatCode="yyyy/mm/dd">
                  <c:v>45371</c:v>
                </c:pt>
                <c:pt idx="51" c:formatCode="yyyy/mm/dd">
                  <c:v>45372</c:v>
                </c:pt>
                <c:pt idx="52" c:formatCode="yyyy/mm/dd">
                  <c:v>45373</c:v>
                </c:pt>
                <c:pt idx="53" c:formatCode="yyyy/mm/dd">
                  <c:v>45376</c:v>
                </c:pt>
                <c:pt idx="54" c:formatCode="yyyy/mm/dd">
                  <c:v>45377</c:v>
                </c:pt>
                <c:pt idx="55" c:formatCode="yyyy/mm/dd">
                  <c:v>45378</c:v>
                </c:pt>
                <c:pt idx="56" c:formatCode="yyyy/mm/dd">
                  <c:v>45379</c:v>
                </c:pt>
                <c:pt idx="57" c:formatCode="yyyy/mm/dd">
                  <c:v>45380</c:v>
                </c:pt>
                <c:pt idx="58" c:formatCode="yyyy/mm/dd">
                  <c:v>45383</c:v>
                </c:pt>
                <c:pt idx="59" c:formatCode="yyyy/mm/dd">
                  <c:v>45384</c:v>
                </c:pt>
                <c:pt idx="60" c:formatCode="yyyy/mm/dd">
                  <c:v>45385</c:v>
                </c:pt>
                <c:pt idx="61" c:formatCode="yyyy/mm/dd">
                  <c:v>45390</c:v>
                </c:pt>
                <c:pt idx="62" c:formatCode="yyyy/mm/dd">
                  <c:v>45391</c:v>
                </c:pt>
                <c:pt idx="63" c:formatCode="yyyy/mm/dd">
                  <c:v>45392</c:v>
                </c:pt>
                <c:pt idx="64" c:formatCode="yyyy/mm/dd">
                  <c:v>45393</c:v>
                </c:pt>
                <c:pt idx="65" c:formatCode="yyyy/mm/dd">
                  <c:v>45394</c:v>
                </c:pt>
                <c:pt idx="66" c:formatCode="yyyy/mm/dd">
                  <c:v>45397</c:v>
                </c:pt>
                <c:pt idx="67" c:formatCode="yyyy/mm/dd">
                  <c:v>45398</c:v>
                </c:pt>
                <c:pt idx="68" c:formatCode="yyyy/mm/dd">
                  <c:v>45399</c:v>
                </c:pt>
                <c:pt idx="69" c:formatCode="yyyy/mm/dd">
                  <c:v>45400</c:v>
                </c:pt>
                <c:pt idx="70" c:formatCode="yyyy/mm/dd">
                  <c:v>45401</c:v>
                </c:pt>
                <c:pt idx="71" c:formatCode="yyyy/mm/dd">
                  <c:v>45404</c:v>
                </c:pt>
                <c:pt idx="72" c:formatCode="yyyy/mm/dd">
                  <c:v>45405</c:v>
                </c:pt>
                <c:pt idx="73" c:formatCode="yyyy/mm/dd">
                  <c:v>45406</c:v>
                </c:pt>
                <c:pt idx="74" c:formatCode="yyyy/mm/dd">
                  <c:v>45407</c:v>
                </c:pt>
                <c:pt idx="75" c:formatCode="yyyy/mm/dd">
                  <c:v>45408</c:v>
                </c:pt>
                <c:pt idx="76" c:formatCode="yyyy/mm/dd">
                  <c:v>45411</c:v>
                </c:pt>
                <c:pt idx="77" c:formatCode="yyyy/mm/dd">
                  <c:v>45412</c:v>
                </c:pt>
                <c:pt idx="78" c:formatCode="yyyy/mm/dd">
                  <c:v>45418</c:v>
                </c:pt>
                <c:pt idx="79" c:formatCode="yyyy/mm/dd">
                  <c:v>45419</c:v>
                </c:pt>
                <c:pt idx="80" c:formatCode="yyyy/mm/dd">
                  <c:v>45420</c:v>
                </c:pt>
                <c:pt idx="81" c:formatCode="yyyy/mm/dd">
                  <c:v>45421</c:v>
                </c:pt>
                <c:pt idx="82" c:formatCode="yyyy/mm/dd">
                  <c:v>45422</c:v>
                </c:pt>
                <c:pt idx="83" c:formatCode="yyyy/mm/dd">
                  <c:v>45425</c:v>
                </c:pt>
                <c:pt idx="84" c:formatCode="yyyy/mm/dd">
                  <c:v>45426</c:v>
                </c:pt>
                <c:pt idx="85" c:formatCode="yyyy/mm/dd">
                  <c:v>45427</c:v>
                </c:pt>
                <c:pt idx="86" c:formatCode="yyyy/mm/dd">
                  <c:v>45428</c:v>
                </c:pt>
                <c:pt idx="87" c:formatCode="yyyy/mm/dd">
                  <c:v>45429</c:v>
                </c:pt>
                <c:pt idx="88" c:formatCode="yyyy/mm/dd">
                  <c:v>45432</c:v>
                </c:pt>
                <c:pt idx="89" c:formatCode="yyyy/mm/dd">
                  <c:v>45433</c:v>
                </c:pt>
                <c:pt idx="90" c:formatCode="yyyy/mm/dd">
                  <c:v>45434</c:v>
                </c:pt>
                <c:pt idx="91" c:formatCode="yyyy/mm/dd">
                  <c:v>45435</c:v>
                </c:pt>
                <c:pt idx="92" c:formatCode="yyyy/mm/dd">
                  <c:v>45436</c:v>
                </c:pt>
                <c:pt idx="93" c:formatCode="yyyy/mm/dd">
                  <c:v>45439</c:v>
                </c:pt>
                <c:pt idx="94" c:formatCode="yyyy/mm/dd">
                  <c:v>45440</c:v>
                </c:pt>
                <c:pt idx="95" c:formatCode="yyyy/mm/dd">
                  <c:v>45441</c:v>
                </c:pt>
                <c:pt idx="96" c:formatCode="yyyy/mm/dd">
                  <c:v>45442</c:v>
                </c:pt>
                <c:pt idx="97" c:formatCode="yyyy/mm/dd">
                  <c:v>45443</c:v>
                </c:pt>
                <c:pt idx="98" c:formatCode="yyyy/mm/dd">
                  <c:v>45446</c:v>
                </c:pt>
                <c:pt idx="99" c:formatCode="yyyy/mm/dd">
                  <c:v>45447</c:v>
                </c:pt>
                <c:pt idx="100" c:formatCode="yyyy/mm/dd">
                  <c:v>45448</c:v>
                </c:pt>
                <c:pt idx="101" c:formatCode="yyyy/mm/dd">
                  <c:v>45449</c:v>
                </c:pt>
                <c:pt idx="102" c:formatCode="yyyy/mm/dd">
                  <c:v>45450</c:v>
                </c:pt>
                <c:pt idx="103" c:formatCode="yyyy/mm/dd">
                  <c:v>45454</c:v>
                </c:pt>
                <c:pt idx="104" c:formatCode="yyyy/mm/dd">
                  <c:v>45455</c:v>
                </c:pt>
                <c:pt idx="105" c:formatCode="yyyy/mm/dd">
                  <c:v>45456</c:v>
                </c:pt>
                <c:pt idx="106" c:formatCode="yyyy/mm/dd">
                  <c:v>45457</c:v>
                </c:pt>
                <c:pt idx="107" c:formatCode="yyyy/mm/dd">
                  <c:v>45460</c:v>
                </c:pt>
                <c:pt idx="108" c:formatCode="yyyy/mm/dd">
                  <c:v>45461</c:v>
                </c:pt>
                <c:pt idx="109" c:formatCode="yyyy/mm/dd">
                  <c:v>45462</c:v>
                </c:pt>
                <c:pt idx="110" c:formatCode="yyyy/mm/dd">
                  <c:v>45463</c:v>
                </c:pt>
                <c:pt idx="111" c:formatCode="yyyy/mm/dd">
                  <c:v>45464</c:v>
                </c:pt>
                <c:pt idx="112" c:formatCode="yyyy/mm/dd">
                  <c:v>45467</c:v>
                </c:pt>
                <c:pt idx="113" c:formatCode="yyyy/mm/dd">
                  <c:v>45468</c:v>
                </c:pt>
                <c:pt idx="114" c:formatCode="yyyy/mm/dd">
                  <c:v>45469</c:v>
                </c:pt>
                <c:pt idx="115" c:formatCode="yyyy/mm/dd">
                  <c:v>45470</c:v>
                </c:pt>
                <c:pt idx="116" c:formatCode="yyyy/mm/dd">
                  <c:v>45471</c:v>
                </c:pt>
                <c:pt idx="117" c:formatCode="yyyy/mm/dd">
                  <c:v>45474</c:v>
                </c:pt>
                <c:pt idx="118" c:formatCode="yyyy/mm/dd">
                  <c:v>45475</c:v>
                </c:pt>
                <c:pt idx="119" c:formatCode="yyyy/mm/dd">
                  <c:v>45476</c:v>
                </c:pt>
                <c:pt idx="120" c:formatCode="yyyy/mm/dd">
                  <c:v>45477</c:v>
                </c:pt>
                <c:pt idx="121" c:formatCode="yyyy/mm/dd">
                  <c:v>45478</c:v>
                </c:pt>
                <c:pt idx="122" c:formatCode="yyyy/mm/dd">
                  <c:v>45481</c:v>
                </c:pt>
                <c:pt idx="123" c:formatCode="yyyy/mm/dd">
                  <c:v>45482</c:v>
                </c:pt>
                <c:pt idx="124" c:formatCode="yyyy/mm/dd">
                  <c:v>45483</c:v>
                </c:pt>
                <c:pt idx="125" c:formatCode="yyyy/mm/dd">
                  <c:v>45484</c:v>
                </c:pt>
                <c:pt idx="126" c:formatCode="yyyy/mm/dd">
                  <c:v>45485</c:v>
                </c:pt>
                <c:pt idx="127" c:formatCode="yyyy/mm/dd">
                  <c:v>45488</c:v>
                </c:pt>
                <c:pt idx="128" c:formatCode="yyyy/mm/dd">
                  <c:v>45489</c:v>
                </c:pt>
                <c:pt idx="129" c:formatCode="yyyy/mm/dd">
                  <c:v>45490</c:v>
                </c:pt>
                <c:pt idx="130" c:formatCode="yyyy/mm/dd">
                  <c:v>45491</c:v>
                </c:pt>
                <c:pt idx="131" c:formatCode="yyyy/mm/dd">
                  <c:v>45492</c:v>
                </c:pt>
                <c:pt idx="132" c:formatCode="yyyy/mm/dd">
                  <c:v>45495</c:v>
                </c:pt>
                <c:pt idx="133" c:formatCode="yyyy/mm/dd">
                  <c:v>45496</c:v>
                </c:pt>
                <c:pt idx="134" c:formatCode="yyyy/mm/dd">
                  <c:v>45497</c:v>
                </c:pt>
                <c:pt idx="135" c:formatCode="yyyy/mm/dd">
                  <c:v>45498</c:v>
                </c:pt>
                <c:pt idx="136" c:formatCode="yyyy/mm/dd">
                  <c:v>45499</c:v>
                </c:pt>
                <c:pt idx="137" c:formatCode="yyyy/mm/dd">
                  <c:v>45502</c:v>
                </c:pt>
                <c:pt idx="138" c:formatCode="yyyy/mm/dd">
                  <c:v>45503</c:v>
                </c:pt>
                <c:pt idx="139" c:formatCode="yyyy/mm/dd">
                  <c:v>45504</c:v>
                </c:pt>
                <c:pt idx="140" c:formatCode="yyyy/mm/dd">
                  <c:v>45505</c:v>
                </c:pt>
                <c:pt idx="141" c:formatCode="yyyy/mm/dd">
                  <c:v>45506</c:v>
                </c:pt>
                <c:pt idx="142" c:formatCode="yyyy/mm/dd">
                  <c:v>45509</c:v>
                </c:pt>
                <c:pt idx="143" c:formatCode="yyyy/mm/dd">
                  <c:v>45510</c:v>
                </c:pt>
                <c:pt idx="144" c:formatCode="yyyy/mm/dd">
                  <c:v>45511</c:v>
                </c:pt>
                <c:pt idx="145" c:formatCode="yyyy/mm/dd">
                  <c:v>45512</c:v>
                </c:pt>
                <c:pt idx="146" c:formatCode="yyyy/mm/dd">
                  <c:v>45513</c:v>
                </c:pt>
                <c:pt idx="147" c:formatCode="yyyy/mm/dd">
                  <c:v>45516</c:v>
                </c:pt>
                <c:pt idx="148" c:formatCode="yyyy/mm/dd">
                  <c:v>45517</c:v>
                </c:pt>
                <c:pt idx="149" c:formatCode="yyyy/mm/dd">
                  <c:v>45518</c:v>
                </c:pt>
                <c:pt idx="150" c:formatCode="yyyy/mm/dd">
                  <c:v>45519</c:v>
                </c:pt>
                <c:pt idx="151" c:formatCode="yyyy/mm/dd">
                  <c:v>45520</c:v>
                </c:pt>
                <c:pt idx="152" c:formatCode="yyyy/mm/dd">
                  <c:v>45523</c:v>
                </c:pt>
                <c:pt idx="153" c:formatCode="yyyy/mm/dd">
                  <c:v>45524</c:v>
                </c:pt>
                <c:pt idx="154" c:formatCode="yyyy/mm/dd">
                  <c:v>45525</c:v>
                </c:pt>
                <c:pt idx="155" c:formatCode="yyyy/mm/dd">
                  <c:v>45526</c:v>
                </c:pt>
                <c:pt idx="156" c:formatCode="yyyy/mm/dd">
                  <c:v>45527</c:v>
                </c:pt>
                <c:pt idx="157" c:formatCode="yyyy/mm/dd">
                  <c:v>45530</c:v>
                </c:pt>
                <c:pt idx="158" c:formatCode="yyyy/mm/dd">
                  <c:v>45531</c:v>
                </c:pt>
                <c:pt idx="159" c:formatCode="yyyy/mm/dd">
                  <c:v>45532</c:v>
                </c:pt>
                <c:pt idx="160" c:formatCode="yyyy/mm/dd">
                  <c:v>45533</c:v>
                </c:pt>
                <c:pt idx="161" c:formatCode="yyyy/mm/dd">
                  <c:v>45534</c:v>
                </c:pt>
                <c:pt idx="162" c:formatCode="yyyy/mm/dd">
                  <c:v>45537</c:v>
                </c:pt>
                <c:pt idx="163" c:formatCode="yyyy/mm/dd">
                  <c:v>45538</c:v>
                </c:pt>
                <c:pt idx="164" c:formatCode="yyyy/mm/dd">
                  <c:v>45539</c:v>
                </c:pt>
                <c:pt idx="165" c:formatCode="yyyy/mm/dd">
                  <c:v>45540</c:v>
                </c:pt>
                <c:pt idx="166" c:formatCode="yyyy/mm/dd">
                  <c:v>45541</c:v>
                </c:pt>
                <c:pt idx="167" c:formatCode="yyyy/mm/dd">
                  <c:v>45544</c:v>
                </c:pt>
                <c:pt idx="168" c:formatCode="yyyy/mm/dd">
                  <c:v>45545</c:v>
                </c:pt>
                <c:pt idx="169" c:formatCode="yyyy/mm/dd">
                  <c:v>45546</c:v>
                </c:pt>
                <c:pt idx="170" c:formatCode="yyyy/mm/dd">
                  <c:v>45547</c:v>
                </c:pt>
                <c:pt idx="171" c:formatCode="yyyy/mm/dd">
                  <c:v>45548</c:v>
                </c:pt>
                <c:pt idx="172" c:formatCode="yyyy/mm/dd">
                  <c:v>45553</c:v>
                </c:pt>
                <c:pt idx="173" c:formatCode="yyyy/mm/dd">
                  <c:v>45554</c:v>
                </c:pt>
                <c:pt idx="174" c:formatCode="yyyy/mm/dd">
                  <c:v>45555</c:v>
                </c:pt>
                <c:pt idx="175" c:formatCode="yyyy/mm/dd">
                  <c:v>45558</c:v>
                </c:pt>
                <c:pt idx="176" c:formatCode="yyyy/mm/dd">
                  <c:v>45559</c:v>
                </c:pt>
                <c:pt idx="177" c:formatCode="yyyy/mm/dd">
                  <c:v>45560</c:v>
                </c:pt>
                <c:pt idx="178" c:formatCode="yyyy/mm/dd">
                  <c:v>45561</c:v>
                </c:pt>
                <c:pt idx="179" c:formatCode="yyyy/mm/dd">
                  <c:v>45562</c:v>
                </c:pt>
                <c:pt idx="180" c:formatCode="yyyy/mm/dd">
                  <c:v>45565</c:v>
                </c:pt>
                <c:pt idx="181" c:formatCode="yyyy/mm/dd">
                  <c:v>45573</c:v>
                </c:pt>
                <c:pt idx="182" c:formatCode="yyyy/mm/dd">
                  <c:v>45574</c:v>
                </c:pt>
                <c:pt idx="183" c:formatCode="yyyy/mm/dd">
                  <c:v>45575</c:v>
                </c:pt>
                <c:pt idx="184" c:formatCode="yyyy/mm/dd">
                  <c:v>45576</c:v>
                </c:pt>
                <c:pt idx="185" c:formatCode="yyyy/mm/dd">
                  <c:v>45579</c:v>
                </c:pt>
                <c:pt idx="186" c:formatCode="yyyy/mm/dd">
                  <c:v>45580</c:v>
                </c:pt>
                <c:pt idx="187" c:formatCode="yyyy/mm/dd">
                  <c:v>45581</c:v>
                </c:pt>
                <c:pt idx="188" c:formatCode="yyyy/mm/dd">
                  <c:v>45582</c:v>
                </c:pt>
                <c:pt idx="189" c:formatCode="yyyy/mm/dd">
                  <c:v>45583</c:v>
                </c:pt>
                <c:pt idx="190" c:formatCode="yyyy/mm/dd">
                  <c:v>45586</c:v>
                </c:pt>
                <c:pt idx="191" c:formatCode="yyyy/mm/dd">
                  <c:v>45587</c:v>
                </c:pt>
                <c:pt idx="192" c:formatCode="yyyy/mm/dd">
                  <c:v>45588</c:v>
                </c:pt>
                <c:pt idx="193" c:formatCode="yyyy/mm/dd">
                  <c:v>45589</c:v>
                </c:pt>
                <c:pt idx="194" c:formatCode="yyyy/mm/dd">
                  <c:v>45590</c:v>
                </c:pt>
                <c:pt idx="195" c:formatCode="yyyy/mm/dd">
                  <c:v>45593</c:v>
                </c:pt>
                <c:pt idx="196" c:formatCode="yyyy/mm/dd">
                  <c:v>45594</c:v>
                </c:pt>
                <c:pt idx="197" c:formatCode="yyyy/mm/dd">
                  <c:v>45595</c:v>
                </c:pt>
                <c:pt idx="198" c:formatCode="yyyy/mm/dd">
                  <c:v>45596</c:v>
                </c:pt>
                <c:pt idx="199" c:formatCode="yyyy/mm/dd">
                  <c:v>45597</c:v>
                </c:pt>
                <c:pt idx="200" c:formatCode="yyyy/mm/dd">
                  <c:v>45600</c:v>
                </c:pt>
                <c:pt idx="201" c:formatCode="yyyy/mm/dd">
                  <c:v>45601</c:v>
                </c:pt>
                <c:pt idx="202" c:formatCode="yyyy/mm/dd">
                  <c:v>45602</c:v>
                </c:pt>
                <c:pt idx="203" c:formatCode="yyyy/mm/dd">
                  <c:v>45603</c:v>
                </c:pt>
                <c:pt idx="204" c:formatCode="yyyy/mm/dd">
                  <c:v>45604</c:v>
                </c:pt>
                <c:pt idx="205" c:formatCode="yyyy/mm/dd">
                  <c:v>45607</c:v>
                </c:pt>
                <c:pt idx="206" c:formatCode="yyyy/mm/dd">
                  <c:v>45608</c:v>
                </c:pt>
                <c:pt idx="207" c:formatCode="yyyy/mm/dd">
                  <c:v>45609</c:v>
                </c:pt>
                <c:pt idx="208" c:formatCode="yyyy/mm/dd">
                  <c:v>45610</c:v>
                </c:pt>
                <c:pt idx="209" c:formatCode="yyyy/mm/dd">
                  <c:v>45611</c:v>
                </c:pt>
                <c:pt idx="210" c:formatCode="yyyy/mm/dd">
                  <c:v>45614</c:v>
                </c:pt>
                <c:pt idx="211" c:formatCode="yyyy/mm/dd">
                  <c:v>45615</c:v>
                </c:pt>
                <c:pt idx="212" c:formatCode="yyyy/mm/dd">
                  <c:v>45616</c:v>
                </c:pt>
                <c:pt idx="213" c:formatCode="yyyy/mm/dd">
                  <c:v>45617</c:v>
                </c:pt>
                <c:pt idx="214" c:formatCode="yyyy/mm/dd">
                  <c:v>45618</c:v>
                </c:pt>
                <c:pt idx="215" c:formatCode="yyyy/mm/dd">
                  <c:v>45621</c:v>
                </c:pt>
                <c:pt idx="216" c:formatCode="yyyy/mm/dd">
                  <c:v>45622</c:v>
                </c:pt>
                <c:pt idx="217" c:formatCode="yyyy/mm/dd">
                  <c:v>45623</c:v>
                </c:pt>
                <c:pt idx="218" c:formatCode="yyyy/mm/dd">
                  <c:v>45624</c:v>
                </c:pt>
                <c:pt idx="219" c:formatCode="yyyy/mm/dd">
                  <c:v>45625</c:v>
                </c:pt>
                <c:pt idx="220" c:formatCode="yyyy/mm/dd">
                  <c:v>45628</c:v>
                </c:pt>
                <c:pt idx="221" c:formatCode="yyyy/mm/dd">
                  <c:v>45629</c:v>
                </c:pt>
                <c:pt idx="222" c:formatCode="yyyy/mm/dd">
                  <c:v>45630</c:v>
                </c:pt>
                <c:pt idx="223" c:formatCode="yyyy/mm/dd">
                  <c:v>45631</c:v>
                </c:pt>
              </c:numCache>
            </c:numRef>
          </c:cat>
          <c:val>
            <c:numRef>
              <c:f>'走势图 24'!$R$3:$R$253</c:f>
              <c:numCache>
                <c:formatCode>0.00%</c:formatCode>
                <c:ptCount val="251"/>
                <c:pt idx="0">
                  <c:v>0.229156</c:v>
                </c:pt>
                <c:pt idx="1">
                  <c:v>0.229942</c:v>
                </c:pt>
                <c:pt idx="2">
                  <c:v>0.230001</c:v>
                </c:pt>
                <c:pt idx="3">
                  <c:v>0.229991</c:v>
                </c:pt>
                <c:pt idx="4">
                  <c:v>0.228189</c:v>
                </c:pt>
                <c:pt idx="5">
                  <c:v>0.228656</c:v>
                </c:pt>
                <c:pt idx="6">
                  <c:v>0.227382</c:v>
                </c:pt>
                <c:pt idx="7">
                  <c:v>0.227463</c:v>
                </c:pt>
                <c:pt idx="8">
                  <c:v>0.22816</c:v>
                </c:pt>
                <c:pt idx="9">
                  <c:v>0.227925</c:v>
                </c:pt>
                <c:pt idx="10">
                  <c:v>0.228605</c:v>
                </c:pt>
                <c:pt idx="11">
                  <c:v>0.225125</c:v>
                </c:pt>
                <c:pt idx="12">
                  <c:v>0.224708</c:v>
                </c:pt>
                <c:pt idx="13">
                  <c:v>0.223305</c:v>
                </c:pt>
                <c:pt idx="14">
                  <c:v>0.218739</c:v>
                </c:pt>
                <c:pt idx="15">
                  <c:v>0.220742</c:v>
                </c:pt>
                <c:pt idx="16">
                  <c:v>0.225486</c:v>
                </c:pt>
                <c:pt idx="17">
                  <c:v>0.230642</c:v>
                </c:pt>
                <c:pt idx="18">
                  <c:v>0.234987</c:v>
                </c:pt>
                <c:pt idx="19">
                  <c:v>0.234812</c:v>
                </c:pt>
                <c:pt idx="20">
                  <c:v>0.232298</c:v>
                </c:pt>
                <c:pt idx="21">
                  <c:v>0.232291</c:v>
                </c:pt>
                <c:pt idx="22">
                  <c:v>0.23124</c:v>
                </c:pt>
                <c:pt idx="23">
                  <c:v>0.23003</c:v>
                </c:pt>
                <c:pt idx="24">
                  <c:v>0.23086</c:v>
                </c:pt>
                <c:pt idx="25">
                  <c:v>0.235183</c:v>
                </c:pt>
                <c:pt idx="26">
                  <c:v>0.237299</c:v>
                </c:pt>
                <c:pt idx="27">
                  <c:v>0.238293</c:v>
                </c:pt>
                <c:pt idx="28">
                  <c:v>0.240855</c:v>
                </c:pt>
                <c:pt idx="29">
                  <c:v>0.234487</c:v>
                </c:pt>
                <c:pt idx="30">
                  <c:v>0.235959</c:v>
                </c:pt>
                <c:pt idx="31">
                  <c:v>0.237904</c:v>
                </c:pt>
                <c:pt idx="32">
                  <c:v>0.237873</c:v>
                </c:pt>
                <c:pt idx="33">
                  <c:v>0.234606</c:v>
                </c:pt>
                <c:pt idx="34">
                  <c:v>0.235501</c:v>
                </c:pt>
                <c:pt idx="35">
                  <c:v>0.233674</c:v>
                </c:pt>
                <c:pt idx="36">
                  <c:v>0.234673</c:v>
                </c:pt>
                <c:pt idx="37">
                  <c:v>0.235902</c:v>
                </c:pt>
                <c:pt idx="38">
                  <c:v>0.237353</c:v>
                </c:pt>
                <c:pt idx="39">
                  <c:v>0.239294</c:v>
                </c:pt>
                <c:pt idx="40">
                  <c:v>0.239116</c:v>
                </c:pt>
                <c:pt idx="41">
                  <c:v>0.240598</c:v>
                </c:pt>
                <c:pt idx="42">
                  <c:v>0.239192</c:v>
                </c:pt>
                <c:pt idx="43">
                  <c:v>0.235733</c:v>
                </c:pt>
                <c:pt idx="44">
                  <c:v>0.231646</c:v>
                </c:pt>
                <c:pt idx="45">
                  <c:v>0.230768</c:v>
                </c:pt>
                <c:pt idx="46">
                  <c:v>0.231742</c:v>
                </c:pt>
                <c:pt idx="47">
                  <c:v>0.23311</c:v>
                </c:pt>
                <c:pt idx="48">
                  <c:v>0.233037</c:v>
                </c:pt>
                <c:pt idx="49">
                  <c:v>0.234208</c:v>
                </c:pt>
                <c:pt idx="50">
                  <c:v>0.234842</c:v>
                </c:pt>
                <c:pt idx="51">
                  <c:v>0.235188</c:v>
                </c:pt>
                <c:pt idx="52">
                  <c:v>0.233277</c:v>
                </c:pt>
                <c:pt idx="53">
                  <c:v>0.233234</c:v>
                </c:pt>
                <c:pt idx="54">
                  <c:v>0.235382</c:v>
                </c:pt>
                <c:pt idx="55">
                  <c:v>0.23408</c:v>
                </c:pt>
                <c:pt idx="56">
                  <c:v>0.228683</c:v>
                </c:pt>
                <c:pt idx="57">
                  <c:v>0.229007</c:v>
                </c:pt>
                <c:pt idx="58">
                  <c:v>0.228162</c:v>
                </c:pt>
                <c:pt idx="59">
                  <c:v>0.230585</c:v>
                </c:pt>
                <c:pt idx="60">
                  <c:v>0.232542</c:v>
                </c:pt>
                <c:pt idx="61">
                  <c:v>0.233116</c:v>
                </c:pt>
                <c:pt idx="62">
                  <c:v>0.231652</c:v>
                </c:pt>
                <c:pt idx="63">
                  <c:v>0.227059</c:v>
                </c:pt>
                <c:pt idx="64">
                  <c:v>0.225952</c:v>
                </c:pt>
                <c:pt idx="65">
                  <c:v>0.22586</c:v>
                </c:pt>
                <c:pt idx="66">
                  <c:v>0.229495</c:v>
                </c:pt>
                <c:pt idx="67">
                  <c:v>0.226404</c:v>
                </c:pt>
                <c:pt idx="68">
                  <c:v>0.229137</c:v>
                </c:pt>
                <c:pt idx="69">
                  <c:v>0.228565</c:v>
                </c:pt>
                <c:pt idx="70">
                  <c:v>0.229064</c:v>
                </c:pt>
                <c:pt idx="71">
                  <c:v>0.225998</c:v>
                </c:pt>
                <c:pt idx="72">
                  <c:v>0.222331</c:v>
                </c:pt>
                <c:pt idx="73">
                  <c:v>0.223496</c:v>
                </c:pt>
                <c:pt idx="74">
                  <c:v>0.218989</c:v>
                </c:pt>
                <c:pt idx="75">
                  <c:v>0.219357</c:v>
                </c:pt>
                <c:pt idx="76">
                  <c:v>0.218747</c:v>
                </c:pt>
                <c:pt idx="77">
                  <c:v>0.218666</c:v>
                </c:pt>
                <c:pt idx="78">
                  <c:v>0.21964</c:v>
                </c:pt>
                <c:pt idx="79">
                  <c:v>0.216177</c:v>
                </c:pt>
                <c:pt idx="80">
                  <c:v>0.218236</c:v>
                </c:pt>
                <c:pt idx="81">
                  <c:v>0.221696</c:v>
                </c:pt>
                <c:pt idx="82">
                  <c:v>0.223783</c:v>
                </c:pt>
                <c:pt idx="83">
                  <c:v>0.22378</c:v>
                </c:pt>
                <c:pt idx="84">
                  <c:v>0.223385</c:v>
                </c:pt>
                <c:pt idx="85">
                  <c:v>0.221157</c:v>
                </c:pt>
                <c:pt idx="86">
                  <c:v>0.220477</c:v>
                </c:pt>
                <c:pt idx="87">
                  <c:v>0.221996</c:v>
                </c:pt>
                <c:pt idx="88">
                  <c:v>0.226344</c:v>
                </c:pt>
                <c:pt idx="89">
                  <c:v>0.228647</c:v>
                </c:pt>
                <c:pt idx="90">
                  <c:v>0.230802</c:v>
                </c:pt>
                <c:pt idx="91">
                  <c:v>0.225753</c:v>
                </c:pt>
                <c:pt idx="92">
                  <c:v>0.229572</c:v>
                </c:pt>
                <c:pt idx="93">
                  <c:v>0.2334</c:v>
                </c:pt>
                <c:pt idx="94">
                  <c:v>0.233618</c:v>
                </c:pt>
                <c:pt idx="95">
                  <c:v>0.227351</c:v>
                </c:pt>
                <c:pt idx="96">
                  <c:v>0.22807</c:v>
                </c:pt>
                <c:pt idx="97">
                  <c:v>0.231158</c:v>
                </c:pt>
                <c:pt idx="98">
                  <c:v>0.23131</c:v>
                </c:pt>
                <c:pt idx="99">
                  <c:v>0.23107</c:v>
                </c:pt>
                <c:pt idx="100">
                  <c:v>0.22897</c:v>
                </c:pt>
                <c:pt idx="101">
                  <c:v>0.230249</c:v>
                </c:pt>
                <c:pt idx="102">
                  <c:v>0.223547</c:v>
                </c:pt>
                <c:pt idx="103">
                  <c:v>0.220161</c:v>
                </c:pt>
                <c:pt idx="104">
                  <c:v>0.221575</c:v>
                </c:pt>
                <c:pt idx="105">
                  <c:v>0.224215</c:v>
                </c:pt>
                <c:pt idx="106">
                  <c:v>0.226745</c:v>
                </c:pt>
                <c:pt idx="107">
                  <c:v>0.224415</c:v>
                </c:pt>
                <c:pt idx="108">
                  <c:v>0.22494</c:v>
                </c:pt>
                <c:pt idx="109">
                  <c:v>0.226051</c:v>
                </c:pt>
                <c:pt idx="110">
                  <c:v>0.22516</c:v>
                </c:pt>
                <c:pt idx="111">
                  <c:v>0.224683</c:v>
                </c:pt>
                <c:pt idx="112">
                  <c:v>0.223946</c:v>
                </c:pt>
                <c:pt idx="113">
                  <c:v>0.225561</c:v>
                </c:pt>
                <c:pt idx="114">
                  <c:v>0.225195</c:v>
                </c:pt>
                <c:pt idx="115">
                  <c:v>0.217211</c:v>
                </c:pt>
                <c:pt idx="116">
                  <c:v>0.21978</c:v>
                </c:pt>
                <c:pt idx="117">
                  <c:v>0.223873</c:v>
                </c:pt>
                <c:pt idx="118">
                  <c:v>0.221624</c:v>
                </c:pt>
                <c:pt idx="119">
                  <c:v>0.220394</c:v>
                </c:pt>
                <c:pt idx="120">
                  <c:v>0.220234</c:v>
                </c:pt>
                <c:pt idx="121">
                  <c:v>0.220148</c:v>
                </c:pt>
                <c:pt idx="122">
                  <c:v>0.22073</c:v>
                </c:pt>
                <c:pt idx="123">
                  <c:v>0.222447</c:v>
                </c:pt>
                <c:pt idx="124">
                  <c:v>0.218332</c:v>
                </c:pt>
                <c:pt idx="125">
                  <c:v>0.219024</c:v>
                </c:pt>
                <c:pt idx="126">
                  <c:v>0.217461</c:v>
                </c:pt>
                <c:pt idx="127">
                  <c:v>0.219358</c:v>
                </c:pt>
                <c:pt idx="128">
                  <c:v>0.219406</c:v>
                </c:pt>
                <c:pt idx="129">
                  <c:v>0.216372</c:v>
                </c:pt>
                <c:pt idx="130">
                  <c:v>0.216507</c:v>
                </c:pt>
                <c:pt idx="131">
                  <c:v>0.215648</c:v>
                </c:pt>
                <c:pt idx="132">
                  <c:v>0.212613</c:v>
                </c:pt>
                <c:pt idx="133">
                  <c:v>0.210217</c:v>
                </c:pt>
                <c:pt idx="134">
                  <c:v>0.21293</c:v>
                </c:pt>
                <c:pt idx="135">
                  <c:v>0.207754</c:v>
                </c:pt>
                <c:pt idx="136">
                  <c:v>0.209763</c:v>
                </c:pt>
                <c:pt idx="137">
                  <c:v>0.210378</c:v>
                </c:pt>
                <c:pt idx="138">
                  <c:v>0.208354</c:v>
                </c:pt>
                <c:pt idx="139">
                  <c:v>0.210517</c:v>
                </c:pt>
                <c:pt idx="140">
                  <c:v>0.2115</c:v>
                </c:pt>
                <c:pt idx="141">
                  <c:v>0.207273</c:v>
                </c:pt>
                <c:pt idx="142">
                  <c:v>0.205247</c:v>
                </c:pt>
                <c:pt idx="143">
                  <c:v>0.205036</c:v>
                </c:pt>
                <c:pt idx="144">
                  <c:v>0.206304</c:v>
                </c:pt>
                <c:pt idx="145">
                  <c:v>0.205687</c:v>
                </c:pt>
                <c:pt idx="146">
                  <c:v>0.205879</c:v>
                </c:pt>
                <c:pt idx="147">
                  <c:v>0.205881</c:v>
                </c:pt>
                <c:pt idx="148">
                  <c:v>0.207574</c:v>
                </c:pt>
                <c:pt idx="149">
                  <c:v>0.207555</c:v>
                </c:pt>
                <c:pt idx="150">
                  <c:v>0.211037</c:v>
                </c:pt>
                <c:pt idx="151">
                  <c:v>0.21143</c:v>
                </c:pt>
                <c:pt idx="152">
                  <c:v>0.213031</c:v>
                </c:pt>
                <c:pt idx="153">
                  <c:v>0.211378</c:v>
                </c:pt>
                <c:pt idx="154">
                  <c:v>0.210755</c:v>
                </c:pt>
                <c:pt idx="155">
                  <c:v>0.210223</c:v>
                </c:pt>
                <c:pt idx="156">
                  <c:v>0.211255</c:v>
                </c:pt>
                <c:pt idx="157">
                  <c:v>0.211649</c:v>
                </c:pt>
                <c:pt idx="158">
                  <c:v>0.211981</c:v>
                </c:pt>
                <c:pt idx="159">
                  <c:v>0.209557</c:v>
                </c:pt>
                <c:pt idx="160">
                  <c:v>0.207774</c:v>
                </c:pt>
                <c:pt idx="161">
                  <c:v>0.207626</c:v>
                </c:pt>
                <c:pt idx="162">
                  <c:v>0.20875</c:v>
                </c:pt>
                <c:pt idx="163">
                  <c:v>0.204642</c:v>
                </c:pt>
                <c:pt idx="164">
                  <c:v>0.202496</c:v>
                </c:pt>
                <c:pt idx="165">
                  <c:v>0.202974</c:v>
                </c:pt>
                <c:pt idx="166">
                  <c:v>0.203679</c:v>
                </c:pt>
                <c:pt idx="167">
                  <c:v>0.201162</c:v>
                </c:pt>
                <c:pt idx="168">
                  <c:v>0.201271</c:v>
                </c:pt>
                <c:pt idx="169">
                  <c:v>0.199196</c:v>
                </c:pt>
                <c:pt idx="170">
                  <c:v>0.199122</c:v>
                </c:pt>
                <c:pt idx="171">
                  <c:v>0.199539</c:v>
                </c:pt>
                <c:pt idx="172">
                  <c:v>0.20148</c:v>
                </c:pt>
                <c:pt idx="173">
                  <c:v>0.203552</c:v>
                </c:pt>
                <c:pt idx="174">
                  <c:v>0.204712</c:v>
                </c:pt>
                <c:pt idx="175">
                  <c:v>0.205399</c:v>
                </c:pt>
                <c:pt idx="176">
                  <c:v>0.211672</c:v>
                </c:pt>
                <c:pt idx="177">
                  <c:v>0.212457</c:v>
                </c:pt>
                <c:pt idx="178">
                  <c:v>0.214932</c:v>
                </c:pt>
                <c:pt idx="179">
                  <c:v>0.21825</c:v>
                </c:pt>
                <c:pt idx="180">
                  <c:v>0.228427</c:v>
                </c:pt>
                <c:pt idx="181">
                  <c:v>0.227122</c:v>
                </c:pt>
                <c:pt idx="182">
                  <c:v>0.211176</c:v>
                </c:pt>
                <c:pt idx="183">
                  <c:v>0.215705</c:v>
                </c:pt>
                <c:pt idx="184">
                  <c:v>0.213161</c:v>
                </c:pt>
                <c:pt idx="185">
                  <c:v>0.217998</c:v>
                </c:pt>
                <c:pt idx="186">
                  <c:v>0.21317</c:v>
                </c:pt>
                <c:pt idx="187">
                  <c:v>0.213764</c:v>
                </c:pt>
                <c:pt idx="188">
                  <c:v>0.211609</c:v>
                </c:pt>
                <c:pt idx="189">
                  <c:v>0.213787</c:v>
                </c:pt>
                <c:pt idx="190">
                  <c:v>0.213998</c:v>
                </c:pt>
                <c:pt idx="191">
                  <c:v>0.216139</c:v>
                </c:pt>
                <c:pt idx="192">
                  <c:v>0.214671</c:v>
                </c:pt>
                <c:pt idx="193">
                  <c:v>0.214569</c:v>
                </c:pt>
                <c:pt idx="194">
                  <c:v>0.217343</c:v>
                </c:pt>
                <c:pt idx="195">
                  <c:v>0.217646</c:v>
                </c:pt>
                <c:pt idx="196">
                  <c:v>0.213162</c:v>
                </c:pt>
                <c:pt idx="197">
                  <c:v>0.211361</c:v>
                </c:pt>
                <c:pt idx="198">
                  <c:v>0.210286</c:v>
                </c:pt>
                <c:pt idx="199">
                  <c:v>0.214149</c:v>
                </c:pt>
                <c:pt idx="200">
                  <c:v>0.214901</c:v>
                </c:pt>
                <c:pt idx="201">
                  <c:v>0.216749</c:v>
                </c:pt>
                <c:pt idx="202">
                  <c:v>0.215614</c:v>
                </c:pt>
                <c:pt idx="203">
                  <c:v>0.218288</c:v>
                </c:pt>
                <c:pt idx="204">
                  <c:v>0.215959</c:v>
                </c:pt>
                <c:pt idx="205">
                  <c:v>0.212603</c:v>
                </c:pt>
                <c:pt idx="206">
                  <c:v>0.211588</c:v>
                </c:pt>
                <c:pt idx="207">
                  <c:v>0.212508</c:v>
                </c:pt>
                <c:pt idx="208">
                  <c:v>0.209707</c:v>
                </c:pt>
                <c:pt idx="209">
                  <c:v>0.208753</c:v>
                </c:pt>
                <c:pt idx="210">
                  <c:v>0.208632</c:v>
                </c:pt>
                <c:pt idx="211">
                  <c:v>0.210076</c:v>
                </c:pt>
                <c:pt idx="212">
                  <c:v>0.210817</c:v>
                </c:pt>
                <c:pt idx="213">
                  <c:v>0.211097</c:v>
                </c:pt>
                <c:pt idx="214">
                  <c:v>0.206489</c:v>
                </c:pt>
                <c:pt idx="215">
                  <c:v>0.205979</c:v>
                </c:pt>
                <c:pt idx="216">
                  <c:v>0.205909</c:v>
                </c:pt>
                <c:pt idx="217">
                  <c:v>0.204334</c:v>
                </c:pt>
                <c:pt idx="218">
                  <c:v>0.207211</c:v>
                </c:pt>
                <c:pt idx="219">
                  <c:v>0.208158</c:v>
                </c:pt>
                <c:pt idx="220">
                  <c:v>0.208344</c:v>
                </c:pt>
                <c:pt idx="221">
                  <c:v>0.208451</c:v>
                </c:pt>
                <c:pt idx="222">
                  <c:v>0.209126</c:v>
                </c:pt>
                <c:pt idx="223">
                  <c:v>0.20847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1672713040"/>
        <c:axId val="1672705552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'走势图 24'!$F$1</c15:sqref>
                        </c15:formulaRef>
                      </c:ext>
                    </c:extLst>
                    <c:strCache>
                      <c:ptCount val="1"/>
                      <c:pt idx="0">
                        <c:v>组合规模</c:v>
                      </c:pt>
                    </c:strCache>
                  </c:strRef>
                </c:tx>
                <c:spPr>
                  <a:ln w="28575" cap="rnd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delete val="1"/>
                </c:dLbls>
                <c:cat>
                  <c:num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'走势图 24'!$E$3:$E$253</c15:sqref>
                        </c15:formulaRef>
                      </c:ext>
                    </c:extLst>
                    <c:numCache>
                      <c:formatCode>yyyy/mm/dd</c:formatCode>
                      <c:ptCount val="251"/>
                      <c:pt idx="0" c:formatCode="yyyy/mm/dd">
                        <c:v>45293</c:v>
                      </c:pt>
                      <c:pt idx="1" c:formatCode="yyyy/mm/dd">
                        <c:v>45294</c:v>
                      </c:pt>
                      <c:pt idx="2" c:formatCode="yyyy/mm/dd">
                        <c:v>45295</c:v>
                      </c:pt>
                      <c:pt idx="3" c:formatCode="yyyy/mm/dd">
                        <c:v>45296</c:v>
                      </c:pt>
                      <c:pt idx="4" c:formatCode="yyyy/mm/dd">
                        <c:v>45299</c:v>
                      </c:pt>
                      <c:pt idx="5" c:formatCode="yyyy/mm/dd">
                        <c:v>45300</c:v>
                      </c:pt>
                      <c:pt idx="6" c:formatCode="yyyy/mm/dd">
                        <c:v>45301</c:v>
                      </c:pt>
                      <c:pt idx="7" c:formatCode="yyyy/mm/dd">
                        <c:v>45302</c:v>
                      </c:pt>
                      <c:pt idx="8" c:formatCode="yyyy/mm/dd">
                        <c:v>45303</c:v>
                      </c:pt>
                      <c:pt idx="9" c:formatCode="yyyy/mm/dd">
                        <c:v>45306</c:v>
                      </c:pt>
                      <c:pt idx="10" c:formatCode="yyyy/mm/dd">
                        <c:v>45307</c:v>
                      </c:pt>
                      <c:pt idx="11" c:formatCode="yyyy/mm/dd">
                        <c:v>45308</c:v>
                      </c:pt>
                      <c:pt idx="12" c:formatCode="yyyy/mm/dd">
                        <c:v>45309</c:v>
                      </c:pt>
                      <c:pt idx="13" c:formatCode="yyyy/mm/dd">
                        <c:v>45310</c:v>
                      </c:pt>
                      <c:pt idx="14" c:formatCode="yyyy/mm/dd">
                        <c:v>45313</c:v>
                      </c:pt>
                      <c:pt idx="15" c:formatCode="yyyy/mm/dd">
                        <c:v>45314</c:v>
                      </c:pt>
                      <c:pt idx="16" c:formatCode="yyyy/mm/dd">
                        <c:v>45315</c:v>
                      </c:pt>
                      <c:pt idx="17" c:formatCode="yyyy/mm/dd">
                        <c:v>45316</c:v>
                      </c:pt>
                      <c:pt idx="18" c:formatCode="yyyy/mm/dd">
                        <c:v>45317</c:v>
                      </c:pt>
                      <c:pt idx="19" c:formatCode="yyyy/mm/dd">
                        <c:v>45320</c:v>
                      </c:pt>
                      <c:pt idx="20" c:formatCode="yyyy/mm/dd">
                        <c:v>45321</c:v>
                      </c:pt>
                      <c:pt idx="21" c:formatCode="yyyy/mm/dd">
                        <c:v>45322</c:v>
                      </c:pt>
                      <c:pt idx="22" c:formatCode="yyyy/mm/dd">
                        <c:v>45323</c:v>
                      </c:pt>
                      <c:pt idx="23" c:formatCode="yyyy/mm/dd">
                        <c:v>45324</c:v>
                      </c:pt>
                      <c:pt idx="24" c:formatCode="yyyy/mm/dd">
                        <c:v>45327</c:v>
                      </c:pt>
                      <c:pt idx="25" c:formatCode="yyyy/mm/dd">
                        <c:v>45328</c:v>
                      </c:pt>
                      <c:pt idx="26" c:formatCode="yyyy/mm/dd">
                        <c:v>45329</c:v>
                      </c:pt>
                      <c:pt idx="27" c:formatCode="yyyy/mm/dd">
                        <c:v>45330</c:v>
                      </c:pt>
                      <c:pt idx="28" c:formatCode="yyyy/mm/dd">
                        <c:v>45341</c:v>
                      </c:pt>
                      <c:pt idx="29" c:formatCode="yyyy/mm/dd">
                        <c:v>45342</c:v>
                      </c:pt>
                      <c:pt idx="30" c:formatCode="yyyy/mm/dd">
                        <c:v>45343</c:v>
                      </c:pt>
                      <c:pt idx="31" c:formatCode="yyyy/mm/dd">
                        <c:v>45344</c:v>
                      </c:pt>
                      <c:pt idx="32" c:formatCode="yyyy/mm/dd">
                        <c:v>45345</c:v>
                      </c:pt>
                      <c:pt idx="33" c:formatCode="yyyy/mm/dd">
                        <c:v>45348</c:v>
                      </c:pt>
                      <c:pt idx="34" c:formatCode="yyyy/mm/dd">
                        <c:v>45349</c:v>
                      </c:pt>
                      <c:pt idx="35" c:formatCode="yyyy/mm/dd">
                        <c:v>45350</c:v>
                      </c:pt>
                      <c:pt idx="36" c:formatCode="yyyy/mm/dd">
                        <c:v>45351</c:v>
                      </c:pt>
                      <c:pt idx="37" c:formatCode="yyyy/mm/dd">
                        <c:v>45352</c:v>
                      </c:pt>
                      <c:pt idx="38" c:formatCode="yyyy/mm/dd">
                        <c:v>45355</c:v>
                      </c:pt>
                      <c:pt idx="39" c:formatCode="yyyy/mm/dd">
                        <c:v>45356</c:v>
                      </c:pt>
                      <c:pt idx="40" c:formatCode="yyyy/mm/dd">
                        <c:v>45357</c:v>
                      </c:pt>
                      <c:pt idx="41" c:formatCode="yyyy/mm/dd">
                        <c:v>45358</c:v>
                      </c:pt>
                      <c:pt idx="42" c:formatCode="yyyy/mm/dd">
                        <c:v>45359</c:v>
                      </c:pt>
                      <c:pt idx="43" c:formatCode="yyyy/mm/dd">
                        <c:v>45362</c:v>
                      </c:pt>
                      <c:pt idx="44" c:formatCode="yyyy/mm/dd">
                        <c:v>45363</c:v>
                      </c:pt>
                      <c:pt idx="45" c:formatCode="yyyy/mm/dd">
                        <c:v>45364</c:v>
                      </c:pt>
                      <c:pt idx="46" c:formatCode="yyyy/mm/dd">
                        <c:v>45365</c:v>
                      </c:pt>
                      <c:pt idx="47" c:formatCode="yyyy/mm/dd">
                        <c:v>45366</c:v>
                      </c:pt>
                      <c:pt idx="48" c:formatCode="yyyy/mm/dd">
                        <c:v>45369</c:v>
                      </c:pt>
                      <c:pt idx="49" c:formatCode="yyyy/mm/dd">
                        <c:v>45370</c:v>
                      </c:pt>
                      <c:pt idx="50" c:formatCode="yyyy/mm/dd">
                        <c:v>45371</c:v>
                      </c:pt>
                      <c:pt idx="51" c:formatCode="yyyy/mm/dd">
                        <c:v>45372</c:v>
                      </c:pt>
                      <c:pt idx="52" c:formatCode="yyyy/mm/dd">
                        <c:v>45373</c:v>
                      </c:pt>
                      <c:pt idx="53" c:formatCode="yyyy/mm/dd">
                        <c:v>45376</c:v>
                      </c:pt>
                      <c:pt idx="54" c:formatCode="yyyy/mm/dd">
                        <c:v>45377</c:v>
                      </c:pt>
                      <c:pt idx="55" c:formatCode="yyyy/mm/dd">
                        <c:v>45378</c:v>
                      </c:pt>
                      <c:pt idx="56" c:formatCode="yyyy/mm/dd">
                        <c:v>45379</c:v>
                      </c:pt>
                      <c:pt idx="57" c:formatCode="yyyy/mm/dd">
                        <c:v>45380</c:v>
                      </c:pt>
                      <c:pt idx="58" c:formatCode="yyyy/mm/dd">
                        <c:v>45383</c:v>
                      </c:pt>
                      <c:pt idx="59" c:formatCode="yyyy/mm/dd">
                        <c:v>45384</c:v>
                      </c:pt>
                      <c:pt idx="60" c:formatCode="yyyy/mm/dd">
                        <c:v>45385</c:v>
                      </c:pt>
                      <c:pt idx="61" c:formatCode="yyyy/mm/dd">
                        <c:v>45390</c:v>
                      </c:pt>
                      <c:pt idx="62" c:formatCode="yyyy/mm/dd">
                        <c:v>45391</c:v>
                      </c:pt>
                      <c:pt idx="63" c:formatCode="yyyy/mm/dd">
                        <c:v>45392</c:v>
                      </c:pt>
                      <c:pt idx="64" c:formatCode="yyyy/mm/dd">
                        <c:v>45393</c:v>
                      </c:pt>
                      <c:pt idx="65" c:formatCode="yyyy/mm/dd">
                        <c:v>45394</c:v>
                      </c:pt>
                      <c:pt idx="66" c:formatCode="yyyy/mm/dd">
                        <c:v>45397</c:v>
                      </c:pt>
                      <c:pt idx="67" c:formatCode="yyyy/mm/dd">
                        <c:v>45398</c:v>
                      </c:pt>
                      <c:pt idx="68" c:formatCode="yyyy/mm/dd">
                        <c:v>45399</c:v>
                      </c:pt>
                      <c:pt idx="69" c:formatCode="yyyy/mm/dd">
                        <c:v>45400</c:v>
                      </c:pt>
                      <c:pt idx="70" c:formatCode="yyyy/mm/dd">
                        <c:v>45401</c:v>
                      </c:pt>
                      <c:pt idx="71" c:formatCode="yyyy/mm/dd">
                        <c:v>45404</c:v>
                      </c:pt>
                      <c:pt idx="72" c:formatCode="yyyy/mm/dd">
                        <c:v>45405</c:v>
                      </c:pt>
                      <c:pt idx="73" c:formatCode="yyyy/mm/dd">
                        <c:v>45406</c:v>
                      </c:pt>
                      <c:pt idx="74" c:formatCode="yyyy/mm/dd">
                        <c:v>45407</c:v>
                      </c:pt>
                      <c:pt idx="75" c:formatCode="yyyy/mm/dd">
                        <c:v>45408</c:v>
                      </c:pt>
                      <c:pt idx="76" c:formatCode="yyyy/mm/dd">
                        <c:v>45411</c:v>
                      </c:pt>
                      <c:pt idx="77" c:formatCode="yyyy/mm/dd">
                        <c:v>45412</c:v>
                      </c:pt>
                      <c:pt idx="78" c:formatCode="yyyy/mm/dd">
                        <c:v>45418</c:v>
                      </c:pt>
                      <c:pt idx="79" c:formatCode="yyyy/mm/dd">
                        <c:v>45419</c:v>
                      </c:pt>
                      <c:pt idx="80" c:formatCode="yyyy/mm/dd">
                        <c:v>45420</c:v>
                      </c:pt>
                      <c:pt idx="81" c:formatCode="yyyy/mm/dd">
                        <c:v>45421</c:v>
                      </c:pt>
                      <c:pt idx="82" c:formatCode="yyyy/mm/dd">
                        <c:v>45422</c:v>
                      </c:pt>
                      <c:pt idx="83" c:formatCode="yyyy/mm/dd">
                        <c:v>45425</c:v>
                      </c:pt>
                      <c:pt idx="84" c:formatCode="yyyy/mm/dd">
                        <c:v>45426</c:v>
                      </c:pt>
                      <c:pt idx="85" c:formatCode="yyyy/mm/dd">
                        <c:v>45427</c:v>
                      </c:pt>
                      <c:pt idx="86" c:formatCode="yyyy/mm/dd">
                        <c:v>45428</c:v>
                      </c:pt>
                      <c:pt idx="87" c:formatCode="yyyy/mm/dd">
                        <c:v>45429</c:v>
                      </c:pt>
                      <c:pt idx="88" c:formatCode="yyyy/mm/dd">
                        <c:v>45432</c:v>
                      </c:pt>
                      <c:pt idx="89" c:formatCode="yyyy/mm/dd">
                        <c:v>45433</c:v>
                      </c:pt>
                      <c:pt idx="90" c:formatCode="yyyy/mm/dd">
                        <c:v>45434</c:v>
                      </c:pt>
                      <c:pt idx="91" c:formatCode="yyyy/mm/dd">
                        <c:v>45435</c:v>
                      </c:pt>
                      <c:pt idx="92" c:formatCode="yyyy/mm/dd">
                        <c:v>45436</c:v>
                      </c:pt>
                      <c:pt idx="93" c:formatCode="yyyy/mm/dd">
                        <c:v>45439</c:v>
                      </c:pt>
                      <c:pt idx="94" c:formatCode="yyyy/mm/dd">
                        <c:v>45440</c:v>
                      </c:pt>
                      <c:pt idx="95" c:formatCode="yyyy/mm/dd">
                        <c:v>45441</c:v>
                      </c:pt>
                      <c:pt idx="96" c:formatCode="yyyy/mm/dd">
                        <c:v>45442</c:v>
                      </c:pt>
                      <c:pt idx="97" c:formatCode="yyyy/mm/dd">
                        <c:v>45443</c:v>
                      </c:pt>
                      <c:pt idx="98" c:formatCode="yyyy/mm/dd">
                        <c:v>45446</c:v>
                      </c:pt>
                      <c:pt idx="99" c:formatCode="yyyy/mm/dd">
                        <c:v>45447</c:v>
                      </c:pt>
                      <c:pt idx="100" c:formatCode="yyyy/mm/dd">
                        <c:v>45448</c:v>
                      </c:pt>
                      <c:pt idx="101" c:formatCode="yyyy/mm/dd">
                        <c:v>45449</c:v>
                      </c:pt>
                      <c:pt idx="102" c:formatCode="yyyy/mm/dd">
                        <c:v>45450</c:v>
                      </c:pt>
                      <c:pt idx="103" c:formatCode="yyyy/mm/dd">
                        <c:v>45454</c:v>
                      </c:pt>
                      <c:pt idx="104" c:formatCode="yyyy/mm/dd">
                        <c:v>45455</c:v>
                      </c:pt>
                      <c:pt idx="105" c:formatCode="yyyy/mm/dd">
                        <c:v>45456</c:v>
                      </c:pt>
                      <c:pt idx="106" c:formatCode="yyyy/mm/dd">
                        <c:v>45457</c:v>
                      </c:pt>
                      <c:pt idx="107" c:formatCode="yyyy/mm/dd">
                        <c:v>45460</c:v>
                      </c:pt>
                      <c:pt idx="108" c:formatCode="yyyy/mm/dd">
                        <c:v>45461</c:v>
                      </c:pt>
                      <c:pt idx="109" c:formatCode="yyyy/mm/dd">
                        <c:v>45462</c:v>
                      </c:pt>
                      <c:pt idx="110" c:formatCode="yyyy/mm/dd">
                        <c:v>45463</c:v>
                      </c:pt>
                      <c:pt idx="111" c:formatCode="yyyy/mm/dd">
                        <c:v>45464</c:v>
                      </c:pt>
                      <c:pt idx="112" c:formatCode="yyyy/mm/dd">
                        <c:v>45467</c:v>
                      </c:pt>
                      <c:pt idx="113" c:formatCode="yyyy/mm/dd">
                        <c:v>45468</c:v>
                      </c:pt>
                      <c:pt idx="114" c:formatCode="yyyy/mm/dd">
                        <c:v>45469</c:v>
                      </c:pt>
                      <c:pt idx="115" c:formatCode="yyyy/mm/dd">
                        <c:v>45470</c:v>
                      </c:pt>
                      <c:pt idx="116" c:formatCode="yyyy/mm/dd">
                        <c:v>45471</c:v>
                      </c:pt>
                      <c:pt idx="117" c:formatCode="yyyy/mm/dd">
                        <c:v>45474</c:v>
                      </c:pt>
                      <c:pt idx="118" c:formatCode="yyyy/mm/dd">
                        <c:v>45475</c:v>
                      </c:pt>
                      <c:pt idx="119" c:formatCode="yyyy/mm/dd">
                        <c:v>45476</c:v>
                      </c:pt>
                      <c:pt idx="120" c:formatCode="yyyy/mm/dd">
                        <c:v>45477</c:v>
                      </c:pt>
                      <c:pt idx="121" c:formatCode="yyyy/mm/dd">
                        <c:v>45478</c:v>
                      </c:pt>
                      <c:pt idx="122" c:formatCode="yyyy/mm/dd">
                        <c:v>45481</c:v>
                      </c:pt>
                      <c:pt idx="123" c:formatCode="yyyy/mm/dd">
                        <c:v>45482</c:v>
                      </c:pt>
                      <c:pt idx="124" c:formatCode="yyyy/mm/dd">
                        <c:v>45483</c:v>
                      </c:pt>
                      <c:pt idx="125" c:formatCode="yyyy/mm/dd">
                        <c:v>45484</c:v>
                      </c:pt>
                      <c:pt idx="126" c:formatCode="yyyy/mm/dd">
                        <c:v>45485</c:v>
                      </c:pt>
                      <c:pt idx="127" c:formatCode="yyyy/mm/dd">
                        <c:v>45488</c:v>
                      </c:pt>
                      <c:pt idx="128" c:formatCode="yyyy/mm/dd">
                        <c:v>45489</c:v>
                      </c:pt>
                      <c:pt idx="129" c:formatCode="yyyy/mm/dd">
                        <c:v>45490</c:v>
                      </c:pt>
                      <c:pt idx="130" c:formatCode="yyyy/mm/dd">
                        <c:v>45491</c:v>
                      </c:pt>
                      <c:pt idx="131" c:formatCode="yyyy/mm/dd">
                        <c:v>45492</c:v>
                      </c:pt>
                      <c:pt idx="132" c:formatCode="yyyy/mm/dd">
                        <c:v>45495</c:v>
                      </c:pt>
                      <c:pt idx="133" c:formatCode="yyyy/mm/dd">
                        <c:v>45496</c:v>
                      </c:pt>
                      <c:pt idx="134" c:formatCode="yyyy/mm/dd">
                        <c:v>45497</c:v>
                      </c:pt>
                      <c:pt idx="135" c:formatCode="yyyy/mm/dd">
                        <c:v>45498</c:v>
                      </c:pt>
                      <c:pt idx="136" c:formatCode="yyyy/mm/dd">
                        <c:v>45499</c:v>
                      </c:pt>
                      <c:pt idx="137" c:formatCode="yyyy/mm/dd">
                        <c:v>45502</c:v>
                      </c:pt>
                      <c:pt idx="138" c:formatCode="yyyy/mm/dd">
                        <c:v>45503</c:v>
                      </c:pt>
                      <c:pt idx="139" c:formatCode="yyyy/mm/dd">
                        <c:v>45504</c:v>
                      </c:pt>
                      <c:pt idx="140" c:formatCode="yyyy/mm/dd">
                        <c:v>45505</c:v>
                      </c:pt>
                      <c:pt idx="141" c:formatCode="yyyy/mm/dd">
                        <c:v>45506</c:v>
                      </c:pt>
                      <c:pt idx="142" c:formatCode="yyyy/mm/dd">
                        <c:v>45509</c:v>
                      </c:pt>
                      <c:pt idx="143" c:formatCode="yyyy/mm/dd">
                        <c:v>45510</c:v>
                      </c:pt>
                      <c:pt idx="144" c:formatCode="yyyy/mm/dd">
                        <c:v>45511</c:v>
                      </c:pt>
                      <c:pt idx="145" c:formatCode="yyyy/mm/dd">
                        <c:v>45512</c:v>
                      </c:pt>
                      <c:pt idx="146" c:formatCode="yyyy/mm/dd">
                        <c:v>45513</c:v>
                      </c:pt>
                      <c:pt idx="147" c:formatCode="yyyy/mm/dd">
                        <c:v>45516</c:v>
                      </c:pt>
                      <c:pt idx="148" c:formatCode="yyyy/mm/dd">
                        <c:v>45517</c:v>
                      </c:pt>
                      <c:pt idx="149" c:formatCode="yyyy/mm/dd">
                        <c:v>45518</c:v>
                      </c:pt>
                      <c:pt idx="150" c:formatCode="yyyy/mm/dd">
                        <c:v>45519</c:v>
                      </c:pt>
                      <c:pt idx="151" c:formatCode="yyyy/mm/dd">
                        <c:v>45520</c:v>
                      </c:pt>
                      <c:pt idx="152" c:formatCode="yyyy/mm/dd">
                        <c:v>45523</c:v>
                      </c:pt>
                      <c:pt idx="153" c:formatCode="yyyy/mm/dd">
                        <c:v>45524</c:v>
                      </c:pt>
                      <c:pt idx="154" c:formatCode="yyyy/mm/dd">
                        <c:v>45525</c:v>
                      </c:pt>
                      <c:pt idx="155" c:formatCode="yyyy/mm/dd">
                        <c:v>45526</c:v>
                      </c:pt>
                      <c:pt idx="156" c:formatCode="yyyy/mm/dd">
                        <c:v>45527</c:v>
                      </c:pt>
                      <c:pt idx="157" c:formatCode="yyyy/mm/dd">
                        <c:v>45530</c:v>
                      </c:pt>
                      <c:pt idx="158" c:formatCode="yyyy/mm/dd">
                        <c:v>45531</c:v>
                      </c:pt>
                      <c:pt idx="159" c:formatCode="yyyy/mm/dd">
                        <c:v>45532</c:v>
                      </c:pt>
                      <c:pt idx="160" c:formatCode="yyyy/mm/dd">
                        <c:v>45533</c:v>
                      </c:pt>
                      <c:pt idx="161" c:formatCode="yyyy/mm/dd">
                        <c:v>45534</c:v>
                      </c:pt>
                      <c:pt idx="162" c:formatCode="yyyy/mm/dd">
                        <c:v>45537</c:v>
                      </c:pt>
                      <c:pt idx="163" c:formatCode="yyyy/mm/dd">
                        <c:v>45538</c:v>
                      </c:pt>
                      <c:pt idx="164" c:formatCode="yyyy/mm/dd">
                        <c:v>45539</c:v>
                      </c:pt>
                      <c:pt idx="165" c:formatCode="yyyy/mm/dd">
                        <c:v>45540</c:v>
                      </c:pt>
                      <c:pt idx="166" c:formatCode="yyyy/mm/dd">
                        <c:v>45541</c:v>
                      </c:pt>
                      <c:pt idx="167" c:formatCode="yyyy/mm/dd">
                        <c:v>45544</c:v>
                      </c:pt>
                      <c:pt idx="168" c:formatCode="yyyy/mm/dd">
                        <c:v>45545</c:v>
                      </c:pt>
                      <c:pt idx="169" c:formatCode="yyyy/mm/dd">
                        <c:v>45546</c:v>
                      </c:pt>
                      <c:pt idx="170" c:formatCode="yyyy/mm/dd">
                        <c:v>45547</c:v>
                      </c:pt>
                      <c:pt idx="171" c:formatCode="yyyy/mm/dd">
                        <c:v>45548</c:v>
                      </c:pt>
                      <c:pt idx="172" c:formatCode="yyyy/mm/dd">
                        <c:v>45553</c:v>
                      </c:pt>
                      <c:pt idx="173" c:formatCode="yyyy/mm/dd">
                        <c:v>45554</c:v>
                      </c:pt>
                      <c:pt idx="174" c:formatCode="yyyy/mm/dd">
                        <c:v>45555</c:v>
                      </c:pt>
                      <c:pt idx="175" c:formatCode="yyyy/mm/dd">
                        <c:v>45558</c:v>
                      </c:pt>
                      <c:pt idx="176" c:formatCode="yyyy/mm/dd">
                        <c:v>45559</c:v>
                      </c:pt>
                      <c:pt idx="177" c:formatCode="yyyy/mm/dd">
                        <c:v>45560</c:v>
                      </c:pt>
                      <c:pt idx="178" c:formatCode="yyyy/mm/dd">
                        <c:v>45561</c:v>
                      </c:pt>
                      <c:pt idx="179" c:formatCode="yyyy/mm/dd">
                        <c:v>45562</c:v>
                      </c:pt>
                      <c:pt idx="180" c:formatCode="yyyy/mm/dd">
                        <c:v>45565</c:v>
                      </c:pt>
                      <c:pt idx="181" c:formatCode="yyyy/mm/dd">
                        <c:v>45573</c:v>
                      </c:pt>
                      <c:pt idx="182" c:formatCode="yyyy/mm/dd">
                        <c:v>45574</c:v>
                      </c:pt>
                      <c:pt idx="183" c:formatCode="yyyy/mm/dd">
                        <c:v>45575</c:v>
                      </c:pt>
                      <c:pt idx="184" c:formatCode="yyyy/mm/dd">
                        <c:v>45576</c:v>
                      </c:pt>
                      <c:pt idx="185" c:formatCode="yyyy/mm/dd">
                        <c:v>45579</c:v>
                      </c:pt>
                      <c:pt idx="186" c:formatCode="yyyy/mm/dd">
                        <c:v>45580</c:v>
                      </c:pt>
                      <c:pt idx="187" c:formatCode="yyyy/mm/dd">
                        <c:v>45581</c:v>
                      </c:pt>
                      <c:pt idx="188" c:formatCode="yyyy/mm/dd">
                        <c:v>45582</c:v>
                      </c:pt>
                      <c:pt idx="189" c:formatCode="yyyy/mm/dd">
                        <c:v>45583</c:v>
                      </c:pt>
                      <c:pt idx="190" c:formatCode="yyyy/mm/dd">
                        <c:v>45586</c:v>
                      </c:pt>
                      <c:pt idx="191" c:formatCode="yyyy/mm/dd">
                        <c:v>45587</c:v>
                      </c:pt>
                      <c:pt idx="192" c:formatCode="yyyy/mm/dd">
                        <c:v>45588</c:v>
                      </c:pt>
                      <c:pt idx="193" c:formatCode="yyyy/mm/dd">
                        <c:v>45589</c:v>
                      </c:pt>
                      <c:pt idx="194" c:formatCode="yyyy/mm/dd">
                        <c:v>45590</c:v>
                      </c:pt>
                      <c:pt idx="195" c:formatCode="yyyy/mm/dd">
                        <c:v>45593</c:v>
                      </c:pt>
                      <c:pt idx="196" c:formatCode="yyyy/mm/dd">
                        <c:v>45594</c:v>
                      </c:pt>
                      <c:pt idx="197" c:formatCode="yyyy/mm/dd">
                        <c:v>45595</c:v>
                      </c:pt>
                      <c:pt idx="198" c:formatCode="yyyy/mm/dd">
                        <c:v>45596</c:v>
                      </c:pt>
                      <c:pt idx="199" c:formatCode="yyyy/mm/dd">
                        <c:v>45597</c:v>
                      </c:pt>
                      <c:pt idx="200" c:formatCode="yyyy/mm/dd">
                        <c:v>45600</c:v>
                      </c:pt>
                      <c:pt idx="201" c:formatCode="yyyy/mm/dd">
                        <c:v>45601</c:v>
                      </c:pt>
                      <c:pt idx="202" c:formatCode="yyyy/mm/dd">
                        <c:v>45602</c:v>
                      </c:pt>
                      <c:pt idx="203" c:formatCode="yyyy/mm/dd">
                        <c:v>45603</c:v>
                      </c:pt>
                      <c:pt idx="204" c:formatCode="yyyy/mm/dd">
                        <c:v>45604</c:v>
                      </c:pt>
                      <c:pt idx="205" c:formatCode="yyyy/mm/dd">
                        <c:v>45607</c:v>
                      </c:pt>
                      <c:pt idx="206" c:formatCode="yyyy/mm/dd">
                        <c:v>45608</c:v>
                      </c:pt>
                      <c:pt idx="207" c:formatCode="yyyy/mm/dd">
                        <c:v>45609</c:v>
                      </c:pt>
                      <c:pt idx="208" c:formatCode="yyyy/mm/dd">
                        <c:v>45610</c:v>
                      </c:pt>
                      <c:pt idx="209" c:formatCode="yyyy/mm/dd">
                        <c:v>45611</c:v>
                      </c:pt>
                      <c:pt idx="210" c:formatCode="yyyy/mm/dd">
                        <c:v>45614</c:v>
                      </c:pt>
                      <c:pt idx="211" c:formatCode="yyyy/mm/dd">
                        <c:v>45615</c:v>
                      </c:pt>
                      <c:pt idx="212" c:formatCode="yyyy/mm/dd">
                        <c:v>45616</c:v>
                      </c:pt>
                      <c:pt idx="213" c:formatCode="yyyy/mm/dd">
                        <c:v>45617</c:v>
                      </c:pt>
                      <c:pt idx="214" c:formatCode="yyyy/mm/dd">
                        <c:v>45618</c:v>
                      </c:pt>
                      <c:pt idx="215" c:formatCode="yyyy/mm/dd">
                        <c:v>45621</c:v>
                      </c:pt>
                      <c:pt idx="216" c:formatCode="yyyy/mm/dd">
                        <c:v>45622</c:v>
                      </c:pt>
                      <c:pt idx="217" c:formatCode="yyyy/mm/dd">
                        <c:v>45623</c:v>
                      </c:pt>
                      <c:pt idx="218" c:formatCode="yyyy/mm/dd">
                        <c:v>45624</c:v>
                      </c:pt>
                      <c:pt idx="219" c:formatCode="yyyy/mm/dd">
                        <c:v>45625</c:v>
                      </c:pt>
                      <c:pt idx="220" c:formatCode="yyyy/mm/dd">
                        <c:v>45628</c:v>
                      </c:pt>
                      <c:pt idx="221" c:formatCode="yyyy/mm/dd">
                        <c:v>45629</c:v>
                      </c:pt>
                      <c:pt idx="222" c:formatCode="yyyy/mm/dd">
                        <c:v>45630</c:v>
                      </c:pt>
                      <c:pt idx="223" c:formatCode="yyyy/mm/dd">
                        <c:v>45631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'走势图 24'!$F$3:$F$142</c15:sqref>
                        </c15:formulaRef>
                      </c:ext>
                    </c:extLst>
                    <c:numCache>
                      <c:formatCode>#,##0.00</c:formatCode>
                      <c:ptCount val="140"/>
                      <c:pt idx="0">
                        <c:v>55553.810422</c:v>
                      </c:pt>
                      <c:pt idx="1">
                        <c:v>55624.139233</c:v>
                      </c:pt>
                      <c:pt idx="2">
                        <c:v>55647.125006</c:v>
                      </c:pt>
                      <c:pt idx="3">
                        <c:v>55610.454893</c:v>
                      </c:pt>
                      <c:pt idx="4">
                        <c:v>55504.64872</c:v>
                      </c:pt>
                      <c:pt idx="5">
                        <c:v>55581.453681</c:v>
                      </c:pt>
                      <c:pt idx="6">
                        <c:v>55500.148104</c:v>
                      </c:pt>
                      <c:pt idx="7">
                        <c:v>55417.298937</c:v>
                      </c:pt>
                      <c:pt idx="8">
                        <c:v>55446.099939</c:v>
                      </c:pt>
                      <c:pt idx="9">
                        <c:v>55480.207909</c:v>
                      </c:pt>
                      <c:pt idx="10">
                        <c:v>55527.705022</c:v>
                      </c:pt>
                      <c:pt idx="11">
                        <c:v>55345.958432</c:v>
                      </c:pt>
                      <c:pt idx="12">
                        <c:v>55341.479227</c:v>
                      </c:pt>
                      <c:pt idx="13">
                        <c:v>55249.110897</c:v>
                      </c:pt>
                      <c:pt idx="14">
                        <c:v>54982.058503</c:v>
                      </c:pt>
                      <c:pt idx="15">
                        <c:v>55021.01921</c:v>
                      </c:pt>
                      <c:pt idx="16">
                        <c:v>55283.821111</c:v>
                      </c:pt>
                      <c:pt idx="17">
                        <c:v>55684.648449</c:v>
                      </c:pt>
                      <c:pt idx="18">
                        <c:v>55238.075404</c:v>
                      </c:pt>
                      <c:pt idx="19">
                        <c:v>55259.43709</c:v>
                      </c:pt>
                      <c:pt idx="20">
                        <c:v>55154.685843</c:v>
                      </c:pt>
                      <c:pt idx="21">
                        <c:v>55140.229288</c:v>
                      </c:pt>
                      <c:pt idx="22">
                        <c:v>55023.265284</c:v>
                      </c:pt>
                      <c:pt idx="23">
                        <c:v>54984.240223</c:v>
                      </c:pt>
                      <c:pt idx="24">
                        <c:v>55025.233177</c:v>
                      </c:pt>
                      <c:pt idx="25">
                        <c:v>55265.137882</c:v>
                      </c:pt>
                      <c:pt idx="26">
                        <c:v>55505.983728</c:v>
                      </c:pt>
                      <c:pt idx="27">
                        <c:v>55542.183382</c:v>
                      </c:pt>
                      <c:pt idx="28">
                        <c:v>55824.718094</c:v>
                      </c:pt>
                      <c:pt idx="29">
                        <c:v>55947.869237</c:v>
                      </c:pt>
                      <c:pt idx="30">
                        <c:v>56057.092604</c:v>
                      </c:pt>
                      <c:pt idx="31">
                        <c:v>56239.57916</c:v>
                      </c:pt>
                      <c:pt idx="32">
                        <c:v>56253.851892</c:v>
                      </c:pt>
                      <c:pt idx="33">
                        <c:v>56027.018984</c:v>
                      </c:pt>
                      <c:pt idx="34">
                        <c:v>56093.142601</c:v>
                      </c:pt>
                      <c:pt idx="35">
                        <c:v>56010.729167</c:v>
                      </c:pt>
                      <c:pt idx="36">
                        <c:v>56177.076805</c:v>
                      </c:pt>
                      <c:pt idx="37">
                        <c:v>56158.315455</c:v>
                      </c:pt>
                      <c:pt idx="38">
                        <c:v>56285.451085</c:v>
                      </c:pt>
                      <c:pt idx="39">
                        <c:v>56380.030151</c:v>
                      </c:pt>
                      <c:pt idx="40">
                        <c:v>56400.366698</c:v>
                      </c:pt>
                      <c:pt idx="41">
                        <c:v>56546.148247</c:v>
                      </c:pt>
                      <c:pt idx="42">
                        <c:v>56685.600656</c:v>
                      </c:pt>
                      <c:pt idx="43">
                        <c:v>56534.080602</c:v>
                      </c:pt>
                      <c:pt idx="44">
                        <c:v>56215.81613</c:v>
                      </c:pt>
                      <c:pt idx="45">
                        <c:v>56189.554328</c:v>
                      </c:pt>
                      <c:pt idx="46">
                        <c:v>56245.318885</c:v>
                      </c:pt>
                      <c:pt idx="47">
                        <c:v>56382.621863</c:v>
                      </c:pt>
                      <c:pt idx="48">
                        <c:v>56404.069781</c:v>
                      </c:pt>
                      <c:pt idx="49">
                        <c:v>56354.244404</c:v>
                      </c:pt>
                      <c:pt idx="50">
                        <c:v>56402.834509</c:v>
                      </c:pt>
                      <c:pt idx="51">
                        <c:v>56419.593279</c:v>
                      </c:pt>
                      <c:pt idx="52">
                        <c:v>56285.509293</c:v>
                      </c:pt>
                      <c:pt idx="53">
                        <c:v>56335.006451</c:v>
                      </c:pt>
                      <c:pt idx="54">
                        <c:v>56371.548991</c:v>
                      </c:pt>
                      <c:pt idx="55">
                        <c:v>56317.887578</c:v>
                      </c:pt>
                      <c:pt idx="56">
                        <c:v>56367.837629</c:v>
                      </c:pt>
                      <c:pt idx="57">
                        <c:v>56581.418943</c:v>
                      </c:pt>
                      <c:pt idx="58">
                        <c:v>56606.627295</c:v>
                      </c:pt>
                      <c:pt idx="59">
                        <c:v>56677.885341</c:v>
                      </c:pt>
                      <c:pt idx="60">
                        <c:v>56835.28905</c:v>
                      </c:pt>
                      <c:pt idx="61">
                        <c:v>56920.109601</c:v>
                      </c:pt>
                      <c:pt idx="62">
                        <c:v>56823.312746</c:v>
                      </c:pt>
                      <c:pt idx="63">
                        <c:v>56903.033334</c:v>
                      </c:pt>
                      <c:pt idx="64">
                        <c:v>57141.857711</c:v>
                      </c:pt>
                      <c:pt idx="65">
                        <c:v>57168.801597</c:v>
                      </c:pt>
                      <c:pt idx="66">
                        <c:v>57447.952152</c:v>
                      </c:pt>
                      <c:pt idx="67">
                        <c:v>57232.316</c:v>
                      </c:pt>
                      <c:pt idx="68">
                        <c:v>57450.544817</c:v>
                      </c:pt>
                      <c:pt idx="69">
                        <c:v>57731.00154</c:v>
                      </c:pt>
                      <c:pt idx="70">
                        <c:v>57820.631581</c:v>
                      </c:pt>
                      <c:pt idx="71">
                        <c:v>57597.608068</c:v>
                      </c:pt>
                      <c:pt idx="72">
                        <c:v>57364.835485</c:v>
                      </c:pt>
                      <c:pt idx="73">
                        <c:v>57429.966591</c:v>
                      </c:pt>
                      <c:pt idx="74">
                        <c:v>58962.722033</c:v>
                      </c:pt>
                      <c:pt idx="75">
                        <c:v>58945.796336</c:v>
                      </c:pt>
                      <c:pt idx="76">
                        <c:v>58864.717186</c:v>
                      </c:pt>
                      <c:pt idx="77">
                        <c:v>58882.621948</c:v>
                      </c:pt>
                      <c:pt idx="78">
                        <c:v>58979.380949</c:v>
                      </c:pt>
                      <c:pt idx="79">
                        <c:v>60234.995886</c:v>
                      </c:pt>
                      <c:pt idx="80">
                        <c:v>60194.758349</c:v>
                      </c:pt>
                      <c:pt idx="81">
                        <c:v>60319.431782</c:v>
                      </c:pt>
                      <c:pt idx="82">
                        <c:v>60443.10827</c:v>
                      </c:pt>
                      <c:pt idx="83">
                        <c:v>60476.35689</c:v>
                      </c:pt>
                      <c:pt idx="84">
                        <c:v>60456.68936</c:v>
                      </c:pt>
                      <c:pt idx="85">
                        <c:v>60354.220658</c:v>
                      </c:pt>
                      <c:pt idx="86">
                        <c:v>60583.392118</c:v>
                      </c:pt>
                      <c:pt idx="87">
                        <c:v>60711.652912</c:v>
                      </c:pt>
                      <c:pt idx="88">
                        <c:v>60954.447247</c:v>
                      </c:pt>
                      <c:pt idx="89">
                        <c:v>60901.740152</c:v>
                      </c:pt>
                      <c:pt idx="90">
                        <c:v>60852.859768</c:v>
                      </c:pt>
                      <c:pt idx="91">
                        <c:v>61412.520342</c:v>
                      </c:pt>
                      <c:pt idx="92">
                        <c:v>61400.438536</c:v>
                      </c:pt>
                      <c:pt idx="93">
                        <c:v>61640.114774</c:v>
                      </c:pt>
                      <c:pt idx="94">
                        <c:v>61677.554367</c:v>
                      </c:pt>
                      <c:pt idx="95">
                        <c:v>63740.723674</c:v>
                      </c:pt>
                      <c:pt idx="96">
                        <c:v>63550.850333</c:v>
                      </c:pt>
                      <c:pt idx="97">
                        <c:v>63487.526132</c:v>
                      </c:pt>
                      <c:pt idx="98">
                        <c:v>63433.854372</c:v>
                      </c:pt>
                      <c:pt idx="99">
                        <c:v>63744.41148</c:v>
                      </c:pt>
                      <c:pt idx="100">
                        <c:v>63633.070118</c:v>
                      </c:pt>
                      <c:pt idx="101">
                        <c:v>63771.898632</c:v>
                      </c:pt>
                      <c:pt idx="102">
                        <c:v>63905.20024</c:v>
                      </c:pt>
                      <c:pt idx="103">
                        <c:v>63659.408898</c:v>
                      </c:pt>
                      <c:pt idx="104">
                        <c:v>63824.006926</c:v>
                      </c:pt>
                      <c:pt idx="105">
                        <c:v>63909.582149</c:v>
                      </c:pt>
                      <c:pt idx="106">
                        <c:v>63799.220755</c:v>
                      </c:pt>
                      <c:pt idx="107">
                        <c:v>63636.150374</c:v>
                      </c:pt>
                      <c:pt idx="108">
                        <c:v>63698.359922</c:v>
                      </c:pt>
                      <c:pt idx="109">
                        <c:v>63790.26712</c:v>
                      </c:pt>
                      <c:pt idx="110">
                        <c:v>64214.059545</c:v>
                      </c:pt>
                      <c:pt idx="111">
                        <c:v>64167.707462</c:v>
                      </c:pt>
                      <c:pt idx="112">
                        <c:v>64122.089734</c:v>
                      </c:pt>
                      <c:pt idx="113">
                        <c:v>64166.673511</c:v>
                      </c:pt>
                      <c:pt idx="114">
                        <c:v>64179.811076</c:v>
                      </c:pt>
                      <c:pt idx="115">
                        <c:v>66130.839389</c:v>
                      </c:pt>
                      <c:pt idx="116">
                        <c:v>66381.292382</c:v>
                      </c:pt>
                      <c:pt idx="117">
                        <c:v>66727.100094</c:v>
                      </c:pt>
                      <c:pt idx="118">
                        <c:v>67491.730025</c:v>
                      </c:pt>
                      <c:pt idx="119">
                        <c:v>67399.930507</c:v>
                      </c:pt>
                      <c:pt idx="120">
                        <c:v>67378.244938</c:v>
                      </c:pt>
                      <c:pt idx="121">
                        <c:v>67362.058161</c:v>
                      </c:pt>
                      <c:pt idx="122">
                        <c:v>67401.105304</c:v>
                      </c:pt>
                      <c:pt idx="123">
                        <c:v>67555.421764</c:v>
                      </c:pt>
                      <c:pt idx="124">
                        <c:v>67290.220449</c:v>
                      </c:pt>
                      <c:pt idx="125">
                        <c:v>67536.831356</c:v>
                      </c:pt>
                      <c:pt idx="126">
                        <c:v>67479.780062</c:v>
                      </c:pt>
                      <c:pt idx="127">
                        <c:v>67658.269755</c:v>
                      </c:pt>
                      <c:pt idx="128">
                        <c:v>67682.042677</c:v>
                      </c:pt>
                      <c:pt idx="129">
                        <c:v>67414.297564</c:v>
                      </c:pt>
                      <c:pt idx="130">
                        <c:v>67682.417453</c:v>
                      </c:pt>
                      <c:pt idx="131">
                        <c:v>67591.714968</c:v>
                      </c:pt>
                      <c:pt idx="132">
                        <c:v>67425.257828</c:v>
                      </c:pt>
                      <c:pt idx="133">
                        <c:v>67239.938001</c:v>
                      </c:pt>
                      <c:pt idx="134">
                        <c:v>67297.751958</c:v>
                      </c:pt>
                      <c:pt idx="135">
                        <c:v>68499.635413</c:v>
                      </c:pt>
                      <c:pt idx="136">
                        <c:v>68486.678679</c:v>
                      </c:pt>
                      <c:pt idx="137">
                        <c:v>68559.968668</c:v>
                      </c:pt>
                      <c:pt idx="138">
                        <c:v>68423.42441</c:v>
                      </c:pt>
                      <c:pt idx="139">
                        <c:v>68520.987715</c:v>
                      </c:pt>
                    </c:numCache>
                  </c:numRef>
                </c:val>
                <c:smooth val="0"/>
              </c15:ser>
            </c15:filteredLineSeries>
            <c15:filteredLineSeries>
              <c15:ser>
                <c:idx val="2"/>
                <c:order val="2"/>
                <c:tx>
                  <c:strRef>
                    <c:extLst>
                      <c:ext uri="{02D57815-91ED-43cb-92C2-25804820EDAC}">
                        <c15:formulaRef>
                          <c15:sqref>'走势图 24'!$H$1</c15:sqref>
                        </c15:formulaRef>
                      </c:ext>
                    </c:extLst>
                    <c:strCache>
                      <c:ptCount val="1"/>
                      <c:pt idx="0">
                        <c:v>业绩基准</c:v>
                      </c:pt>
                    </c:strCache>
                  </c:strRef>
                </c:tx>
                <c:spPr>
                  <a:ln w="28575" cap="rnd">
                    <a:solidFill>
                      <a:schemeClr val="accent3"/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delete val="1"/>
                </c:dLbls>
                <c:cat>
                  <c:num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'走势图 24'!$E$3:$E$253</c15:sqref>
                        </c15:formulaRef>
                      </c:ext>
                    </c:extLst>
                    <c:numCache>
                      <c:formatCode>yyyy/mm/dd</c:formatCode>
                      <c:ptCount val="251"/>
                      <c:pt idx="0" c:formatCode="yyyy/mm/dd">
                        <c:v>45293</c:v>
                      </c:pt>
                      <c:pt idx="1" c:formatCode="yyyy/mm/dd">
                        <c:v>45294</c:v>
                      </c:pt>
                      <c:pt idx="2" c:formatCode="yyyy/mm/dd">
                        <c:v>45295</c:v>
                      </c:pt>
                      <c:pt idx="3" c:formatCode="yyyy/mm/dd">
                        <c:v>45296</c:v>
                      </c:pt>
                      <c:pt idx="4" c:formatCode="yyyy/mm/dd">
                        <c:v>45299</c:v>
                      </c:pt>
                      <c:pt idx="5" c:formatCode="yyyy/mm/dd">
                        <c:v>45300</c:v>
                      </c:pt>
                      <c:pt idx="6" c:formatCode="yyyy/mm/dd">
                        <c:v>45301</c:v>
                      </c:pt>
                      <c:pt idx="7" c:formatCode="yyyy/mm/dd">
                        <c:v>45302</c:v>
                      </c:pt>
                      <c:pt idx="8" c:formatCode="yyyy/mm/dd">
                        <c:v>45303</c:v>
                      </c:pt>
                      <c:pt idx="9" c:formatCode="yyyy/mm/dd">
                        <c:v>45306</c:v>
                      </c:pt>
                      <c:pt idx="10" c:formatCode="yyyy/mm/dd">
                        <c:v>45307</c:v>
                      </c:pt>
                      <c:pt idx="11" c:formatCode="yyyy/mm/dd">
                        <c:v>45308</c:v>
                      </c:pt>
                      <c:pt idx="12" c:formatCode="yyyy/mm/dd">
                        <c:v>45309</c:v>
                      </c:pt>
                      <c:pt idx="13" c:formatCode="yyyy/mm/dd">
                        <c:v>45310</c:v>
                      </c:pt>
                      <c:pt idx="14" c:formatCode="yyyy/mm/dd">
                        <c:v>45313</c:v>
                      </c:pt>
                      <c:pt idx="15" c:formatCode="yyyy/mm/dd">
                        <c:v>45314</c:v>
                      </c:pt>
                      <c:pt idx="16" c:formatCode="yyyy/mm/dd">
                        <c:v>45315</c:v>
                      </c:pt>
                      <c:pt idx="17" c:formatCode="yyyy/mm/dd">
                        <c:v>45316</c:v>
                      </c:pt>
                      <c:pt idx="18" c:formatCode="yyyy/mm/dd">
                        <c:v>45317</c:v>
                      </c:pt>
                      <c:pt idx="19" c:formatCode="yyyy/mm/dd">
                        <c:v>45320</c:v>
                      </c:pt>
                      <c:pt idx="20" c:formatCode="yyyy/mm/dd">
                        <c:v>45321</c:v>
                      </c:pt>
                      <c:pt idx="21" c:formatCode="yyyy/mm/dd">
                        <c:v>45322</c:v>
                      </c:pt>
                      <c:pt idx="22" c:formatCode="yyyy/mm/dd">
                        <c:v>45323</c:v>
                      </c:pt>
                      <c:pt idx="23" c:formatCode="yyyy/mm/dd">
                        <c:v>45324</c:v>
                      </c:pt>
                      <c:pt idx="24" c:formatCode="yyyy/mm/dd">
                        <c:v>45327</c:v>
                      </c:pt>
                      <c:pt idx="25" c:formatCode="yyyy/mm/dd">
                        <c:v>45328</c:v>
                      </c:pt>
                      <c:pt idx="26" c:formatCode="yyyy/mm/dd">
                        <c:v>45329</c:v>
                      </c:pt>
                      <c:pt idx="27" c:formatCode="yyyy/mm/dd">
                        <c:v>45330</c:v>
                      </c:pt>
                      <c:pt idx="28" c:formatCode="yyyy/mm/dd">
                        <c:v>45341</c:v>
                      </c:pt>
                      <c:pt idx="29" c:formatCode="yyyy/mm/dd">
                        <c:v>45342</c:v>
                      </c:pt>
                      <c:pt idx="30" c:formatCode="yyyy/mm/dd">
                        <c:v>45343</c:v>
                      </c:pt>
                      <c:pt idx="31" c:formatCode="yyyy/mm/dd">
                        <c:v>45344</c:v>
                      </c:pt>
                      <c:pt idx="32" c:formatCode="yyyy/mm/dd">
                        <c:v>45345</c:v>
                      </c:pt>
                      <c:pt idx="33" c:formatCode="yyyy/mm/dd">
                        <c:v>45348</c:v>
                      </c:pt>
                      <c:pt idx="34" c:formatCode="yyyy/mm/dd">
                        <c:v>45349</c:v>
                      </c:pt>
                      <c:pt idx="35" c:formatCode="yyyy/mm/dd">
                        <c:v>45350</c:v>
                      </c:pt>
                      <c:pt idx="36" c:formatCode="yyyy/mm/dd">
                        <c:v>45351</c:v>
                      </c:pt>
                      <c:pt idx="37" c:formatCode="yyyy/mm/dd">
                        <c:v>45352</c:v>
                      </c:pt>
                      <c:pt idx="38" c:formatCode="yyyy/mm/dd">
                        <c:v>45355</c:v>
                      </c:pt>
                      <c:pt idx="39" c:formatCode="yyyy/mm/dd">
                        <c:v>45356</c:v>
                      </c:pt>
                      <c:pt idx="40" c:formatCode="yyyy/mm/dd">
                        <c:v>45357</c:v>
                      </c:pt>
                      <c:pt idx="41" c:formatCode="yyyy/mm/dd">
                        <c:v>45358</c:v>
                      </c:pt>
                      <c:pt idx="42" c:formatCode="yyyy/mm/dd">
                        <c:v>45359</c:v>
                      </c:pt>
                      <c:pt idx="43" c:formatCode="yyyy/mm/dd">
                        <c:v>45362</c:v>
                      </c:pt>
                      <c:pt idx="44" c:formatCode="yyyy/mm/dd">
                        <c:v>45363</c:v>
                      </c:pt>
                      <c:pt idx="45" c:formatCode="yyyy/mm/dd">
                        <c:v>45364</c:v>
                      </c:pt>
                      <c:pt idx="46" c:formatCode="yyyy/mm/dd">
                        <c:v>45365</c:v>
                      </c:pt>
                      <c:pt idx="47" c:formatCode="yyyy/mm/dd">
                        <c:v>45366</c:v>
                      </c:pt>
                      <c:pt idx="48" c:formatCode="yyyy/mm/dd">
                        <c:v>45369</c:v>
                      </c:pt>
                      <c:pt idx="49" c:formatCode="yyyy/mm/dd">
                        <c:v>45370</c:v>
                      </c:pt>
                      <c:pt idx="50" c:formatCode="yyyy/mm/dd">
                        <c:v>45371</c:v>
                      </c:pt>
                      <c:pt idx="51" c:formatCode="yyyy/mm/dd">
                        <c:v>45372</c:v>
                      </c:pt>
                      <c:pt idx="52" c:formatCode="yyyy/mm/dd">
                        <c:v>45373</c:v>
                      </c:pt>
                      <c:pt idx="53" c:formatCode="yyyy/mm/dd">
                        <c:v>45376</c:v>
                      </c:pt>
                      <c:pt idx="54" c:formatCode="yyyy/mm/dd">
                        <c:v>45377</c:v>
                      </c:pt>
                      <c:pt idx="55" c:formatCode="yyyy/mm/dd">
                        <c:v>45378</c:v>
                      </c:pt>
                      <c:pt idx="56" c:formatCode="yyyy/mm/dd">
                        <c:v>45379</c:v>
                      </c:pt>
                      <c:pt idx="57" c:formatCode="yyyy/mm/dd">
                        <c:v>45380</c:v>
                      </c:pt>
                      <c:pt idx="58" c:formatCode="yyyy/mm/dd">
                        <c:v>45383</c:v>
                      </c:pt>
                      <c:pt idx="59" c:formatCode="yyyy/mm/dd">
                        <c:v>45384</c:v>
                      </c:pt>
                      <c:pt idx="60" c:formatCode="yyyy/mm/dd">
                        <c:v>45385</c:v>
                      </c:pt>
                      <c:pt idx="61" c:formatCode="yyyy/mm/dd">
                        <c:v>45390</c:v>
                      </c:pt>
                      <c:pt idx="62" c:formatCode="yyyy/mm/dd">
                        <c:v>45391</c:v>
                      </c:pt>
                      <c:pt idx="63" c:formatCode="yyyy/mm/dd">
                        <c:v>45392</c:v>
                      </c:pt>
                      <c:pt idx="64" c:formatCode="yyyy/mm/dd">
                        <c:v>45393</c:v>
                      </c:pt>
                      <c:pt idx="65" c:formatCode="yyyy/mm/dd">
                        <c:v>45394</c:v>
                      </c:pt>
                      <c:pt idx="66" c:formatCode="yyyy/mm/dd">
                        <c:v>45397</c:v>
                      </c:pt>
                      <c:pt idx="67" c:formatCode="yyyy/mm/dd">
                        <c:v>45398</c:v>
                      </c:pt>
                      <c:pt idx="68" c:formatCode="yyyy/mm/dd">
                        <c:v>45399</c:v>
                      </c:pt>
                      <c:pt idx="69" c:formatCode="yyyy/mm/dd">
                        <c:v>45400</c:v>
                      </c:pt>
                      <c:pt idx="70" c:formatCode="yyyy/mm/dd">
                        <c:v>45401</c:v>
                      </c:pt>
                      <c:pt idx="71" c:formatCode="yyyy/mm/dd">
                        <c:v>45404</c:v>
                      </c:pt>
                      <c:pt idx="72" c:formatCode="yyyy/mm/dd">
                        <c:v>45405</c:v>
                      </c:pt>
                      <c:pt idx="73" c:formatCode="yyyy/mm/dd">
                        <c:v>45406</c:v>
                      </c:pt>
                      <c:pt idx="74" c:formatCode="yyyy/mm/dd">
                        <c:v>45407</c:v>
                      </c:pt>
                      <c:pt idx="75" c:formatCode="yyyy/mm/dd">
                        <c:v>45408</c:v>
                      </c:pt>
                      <c:pt idx="76" c:formatCode="yyyy/mm/dd">
                        <c:v>45411</c:v>
                      </c:pt>
                      <c:pt idx="77" c:formatCode="yyyy/mm/dd">
                        <c:v>45412</c:v>
                      </c:pt>
                      <c:pt idx="78" c:formatCode="yyyy/mm/dd">
                        <c:v>45418</c:v>
                      </c:pt>
                      <c:pt idx="79" c:formatCode="yyyy/mm/dd">
                        <c:v>45419</c:v>
                      </c:pt>
                      <c:pt idx="80" c:formatCode="yyyy/mm/dd">
                        <c:v>45420</c:v>
                      </c:pt>
                      <c:pt idx="81" c:formatCode="yyyy/mm/dd">
                        <c:v>45421</c:v>
                      </c:pt>
                      <c:pt idx="82" c:formatCode="yyyy/mm/dd">
                        <c:v>45422</c:v>
                      </c:pt>
                      <c:pt idx="83" c:formatCode="yyyy/mm/dd">
                        <c:v>45425</c:v>
                      </c:pt>
                      <c:pt idx="84" c:formatCode="yyyy/mm/dd">
                        <c:v>45426</c:v>
                      </c:pt>
                      <c:pt idx="85" c:formatCode="yyyy/mm/dd">
                        <c:v>45427</c:v>
                      </c:pt>
                      <c:pt idx="86" c:formatCode="yyyy/mm/dd">
                        <c:v>45428</c:v>
                      </c:pt>
                      <c:pt idx="87" c:formatCode="yyyy/mm/dd">
                        <c:v>45429</c:v>
                      </c:pt>
                      <c:pt idx="88" c:formatCode="yyyy/mm/dd">
                        <c:v>45432</c:v>
                      </c:pt>
                      <c:pt idx="89" c:formatCode="yyyy/mm/dd">
                        <c:v>45433</c:v>
                      </c:pt>
                      <c:pt idx="90" c:formatCode="yyyy/mm/dd">
                        <c:v>45434</c:v>
                      </c:pt>
                      <c:pt idx="91" c:formatCode="yyyy/mm/dd">
                        <c:v>45435</c:v>
                      </c:pt>
                      <c:pt idx="92" c:formatCode="yyyy/mm/dd">
                        <c:v>45436</c:v>
                      </c:pt>
                      <c:pt idx="93" c:formatCode="yyyy/mm/dd">
                        <c:v>45439</c:v>
                      </c:pt>
                      <c:pt idx="94" c:formatCode="yyyy/mm/dd">
                        <c:v>45440</c:v>
                      </c:pt>
                      <c:pt idx="95" c:formatCode="yyyy/mm/dd">
                        <c:v>45441</c:v>
                      </c:pt>
                      <c:pt idx="96" c:formatCode="yyyy/mm/dd">
                        <c:v>45442</c:v>
                      </c:pt>
                      <c:pt idx="97" c:formatCode="yyyy/mm/dd">
                        <c:v>45443</c:v>
                      </c:pt>
                      <c:pt idx="98" c:formatCode="yyyy/mm/dd">
                        <c:v>45446</c:v>
                      </c:pt>
                      <c:pt idx="99" c:formatCode="yyyy/mm/dd">
                        <c:v>45447</c:v>
                      </c:pt>
                      <c:pt idx="100" c:formatCode="yyyy/mm/dd">
                        <c:v>45448</c:v>
                      </c:pt>
                      <c:pt idx="101" c:formatCode="yyyy/mm/dd">
                        <c:v>45449</c:v>
                      </c:pt>
                      <c:pt idx="102" c:formatCode="yyyy/mm/dd">
                        <c:v>45450</c:v>
                      </c:pt>
                      <c:pt idx="103" c:formatCode="yyyy/mm/dd">
                        <c:v>45454</c:v>
                      </c:pt>
                      <c:pt idx="104" c:formatCode="yyyy/mm/dd">
                        <c:v>45455</c:v>
                      </c:pt>
                      <c:pt idx="105" c:formatCode="yyyy/mm/dd">
                        <c:v>45456</c:v>
                      </c:pt>
                      <c:pt idx="106" c:formatCode="yyyy/mm/dd">
                        <c:v>45457</c:v>
                      </c:pt>
                      <c:pt idx="107" c:formatCode="yyyy/mm/dd">
                        <c:v>45460</c:v>
                      </c:pt>
                      <c:pt idx="108" c:formatCode="yyyy/mm/dd">
                        <c:v>45461</c:v>
                      </c:pt>
                      <c:pt idx="109" c:formatCode="yyyy/mm/dd">
                        <c:v>45462</c:v>
                      </c:pt>
                      <c:pt idx="110" c:formatCode="yyyy/mm/dd">
                        <c:v>45463</c:v>
                      </c:pt>
                      <c:pt idx="111" c:formatCode="yyyy/mm/dd">
                        <c:v>45464</c:v>
                      </c:pt>
                      <c:pt idx="112" c:formatCode="yyyy/mm/dd">
                        <c:v>45467</c:v>
                      </c:pt>
                      <c:pt idx="113" c:formatCode="yyyy/mm/dd">
                        <c:v>45468</c:v>
                      </c:pt>
                      <c:pt idx="114" c:formatCode="yyyy/mm/dd">
                        <c:v>45469</c:v>
                      </c:pt>
                      <c:pt idx="115" c:formatCode="yyyy/mm/dd">
                        <c:v>45470</c:v>
                      </c:pt>
                      <c:pt idx="116" c:formatCode="yyyy/mm/dd">
                        <c:v>45471</c:v>
                      </c:pt>
                      <c:pt idx="117" c:formatCode="yyyy/mm/dd">
                        <c:v>45474</c:v>
                      </c:pt>
                      <c:pt idx="118" c:formatCode="yyyy/mm/dd">
                        <c:v>45475</c:v>
                      </c:pt>
                      <c:pt idx="119" c:formatCode="yyyy/mm/dd">
                        <c:v>45476</c:v>
                      </c:pt>
                      <c:pt idx="120" c:formatCode="yyyy/mm/dd">
                        <c:v>45477</c:v>
                      </c:pt>
                      <c:pt idx="121" c:formatCode="yyyy/mm/dd">
                        <c:v>45478</c:v>
                      </c:pt>
                      <c:pt idx="122" c:formatCode="yyyy/mm/dd">
                        <c:v>45481</c:v>
                      </c:pt>
                      <c:pt idx="123" c:formatCode="yyyy/mm/dd">
                        <c:v>45482</c:v>
                      </c:pt>
                      <c:pt idx="124" c:formatCode="yyyy/mm/dd">
                        <c:v>45483</c:v>
                      </c:pt>
                      <c:pt idx="125" c:formatCode="yyyy/mm/dd">
                        <c:v>45484</c:v>
                      </c:pt>
                      <c:pt idx="126" c:formatCode="yyyy/mm/dd">
                        <c:v>45485</c:v>
                      </c:pt>
                      <c:pt idx="127" c:formatCode="yyyy/mm/dd">
                        <c:v>45488</c:v>
                      </c:pt>
                      <c:pt idx="128" c:formatCode="yyyy/mm/dd">
                        <c:v>45489</c:v>
                      </c:pt>
                      <c:pt idx="129" c:formatCode="yyyy/mm/dd">
                        <c:v>45490</c:v>
                      </c:pt>
                      <c:pt idx="130" c:formatCode="yyyy/mm/dd">
                        <c:v>45491</c:v>
                      </c:pt>
                      <c:pt idx="131" c:formatCode="yyyy/mm/dd">
                        <c:v>45492</c:v>
                      </c:pt>
                      <c:pt idx="132" c:formatCode="yyyy/mm/dd">
                        <c:v>45495</c:v>
                      </c:pt>
                      <c:pt idx="133" c:formatCode="yyyy/mm/dd">
                        <c:v>45496</c:v>
                      </c:pt>
                      <c:pt idx="134" c:formatCode="yyyy/mm/dd">
                        <c:v>45497</c:v>
                      </c:pt>
                      <c:pt idx="135" c:formatCode="yyyy/mm/dd">
                        <c:v>45498</c:v>
                      </c:pt>
                      <c:pt idx="136" c:formatCode="yyyy/mm/dd">
                        <c:v>45499</c:v>
                      </c:pt>
                      <c:pt idx="137" c:formatCode="yyyy/mm/dd">
                        <c:v>45502</c:v>
                      </c:pt>
                      <c:pt idx="138" c:formatCode="yyyy/mm/dd">
                        <c:v>45503</c:v>
                      </c:pt>
                      <c:pt idx="139" c:formatCode="yyyy/mm/dd">
                        <c:v>45504</c:v>
                      </c:pt>
                      <c:pt idx="140" c:formatCode="yyyy/mm/dd">
                        <c:v>45505</c:v>
                      </c:pt>
                      <c:pt idx="141" c:formatCode="yyyy/mm/dd">
                        <c:v>45506</c:v>
                      </c:pt>
                      <c:pt idx="142" c:formatCode="yyyy/mm/dd">
                        <c:v>45509</c:v>
                      </c:pt>
                      <c:pt idx="143" c:formatCode="yyyy/mm/dd">
                        <c:v>45510</c:v>
                      </c:pt>
                      <c:pt idx="144" c:formatCode="yyyy/mm/dd">
                        <c:v>45511</c:v>
                      </c:pt>
                      <c:pt idx="145" c:formatCode="yyyy/mm/dd">
                        <c:v>45512</c:v>
                      </c:pt>
                      <c:pt idx="146" c:formatCode="yyyy/mm/dd">
                        <c:v>45513</c:v>
                      </c:pt>
                      <c:pt idx="147" c:formatCode="yyyy/mm/dd">
                        <c:v>45516</c:v>
                      </c:pt>
                      <c:pt idx="148" c:formatCode="yyyy/mm/dd">
                        <c:v>45517</c:v>
                      </c:pt>
                      <c:pt idx="149" c:formatCode="yyyy/mm/dd">
                        <c:v>45518</c:v>
                      </c:pt>
                      <c:pt idx="150" c:formatCode="yyyy/mm/dd">
                        <c:v>45519</c:v>
                      </c:pt>
                      <c:pt idx="151" c:formatCode="yyyy/mm/dd">
                        <c:v>45520</c:v>
                      </c:pt>
                      <c:pt idx="152" c:formatCode="yyyy/mm/dd">
                        <c:v>45523</c:v>
                      </c:pt>
                      <c:pt idx="153" c:formatCode="yyyy/mm/dd">
                        <c:v>45524</c:v>
                      </c:pt>
                      <c:pt idx="154" c:formatCode="yyyy/mm/dd">
                        <c:v>45525</c:v>
                      </c:pt>
                      <c:pt idx="155" c:formatCode="yyyy/mm/dd">
                        <c:v>45526</c:v>
                      </c:pt>
                      <c:pt idx="156" c:formatCode="yyyy/mm/dd">
                        <c:v>45527</c:v>
                      </c:pt>
                      <c:pt idx="157" c:formatCode="yyyy/mm/dd">
                        <c:v>45530</c:v>
                      </c:pt>
                      <c:pt idx="158" c:formatCode="yyyy/mm/dd">
                        <c:v>45531</c:v>
                      </c:pt>
                      <c:pt idx="159" c:formatCode="yyyy/mm/dd">
                        <c:v>45532</c:v>
                      </c:pt>
                      <c:pt idx="160" c:formatCode="yyyy/mm/dd">
                        <c:v>45533</c:v>
                      </c:pt>
                      <c:pt idx="161" c:formatCode="yyyy/mm/dd">
                        <c:v>45534</c:v>
                      </c:pt>
                      <c:pt idx="162" c:formatCode="yyyy/mm/dd">
                        <c:v>45537</c:v>
                      </c:pt>
                      <c:pt idx="163" c:formatCode="yyyy/mm/dd">
                        <c:v>45538</c:v>
                      </c:pt>
                      <c:pt idx="164" c:formatCode="yyyy/mm/dd">
                        <c:v>45539</c:v>
                      </c:pt>
                      <c:pt idx="165" c:formatCode="yyyy/mm/dd">
                        <c:v>45540</c:v>
                      </c:pt>
                      <c:pt idx="166" c:formatCode="yyyy/mm/dd">
                        <c:v>45541</c:v>
                      </c:pt>
                      <c:pt idx="167" c:formatCode="yyyy/mm/dd">
                        <c:v>45544</c:v>
                      </c:pt>
                      <c:pt idx="168" c:formatCode="yyyy/mm/dd">
                        <c:v>45545</c:v>
                      </c:pt>
                      <c:pt idx="169" c:formatCode="yyyy/mm/dd">
                        <c:v>45546</c:v>
                      </c:pt>
                      <c:pt idx="170" c:formatCode="yyyy/mm/dd">
                        <c:v>45547</c:v>
                      </c:pt>
                      <c:pt idx="171" c:formatCode="yyyy/mm/dd">
                        <c:v>45548</c:v>
                      </c:pt>
                      <c:pt idx="172" c:formatCode="yyyy/mm/dd">
                        <c:v>45553</c:v>
                      </c:pt>
                      <c:pt idx="173" c:formatCode="yyyy/mm/dd">
                        <c:v>45554</c:v>
                      </c:pt>
                      <c:pt idx="174" c:formatCode="yyyy/mm/dd">
                        <c:v>45555</c:v>
                      </c:pt>
                      <c:pt idx="175" c:formatCode="yyyy/mm/dd">
                        <c:v>45558</c:v>
                      </c:pt>
                      <c:pt idx="176" c:formatCode="yyyy/mm/dd">
                        <c:v>45559</c:v>
                      </c:pt>
                      <c:pt idx="177" c:formatCode="yyyy/mm/dd">
                        <c:v>45560</c:v>
                      </c:pt>
                      <c:pt idx="178" c:formatCode="yyyy/mm/dd">
                        <c:v>45561</c:v>
                      </c:pt>
                      <c:pt idx="179" c:formatCode="yyyy/mm/dd">
                        <c:v>45562</c:v>
                      </c:pt>
                      <c:pt idx="180" c:formatCode="yyyy/mm/dd">
                        <c:v>45565</c:v>
                      </c:pt>
                      <c:pt idx="181" c:formatCode="yyyy/mm/dd">
                        <c:v>45573</c:v>
                      </c:pt>
                      <c:pt idx="182" c:formatCode="yyyy/mm/dd">
                        <c:v>45574</c:v>
                      </c:pt>
                      <c:pt idx="183" c:formatCode="yyyy/mm/dd">
                        <c:v>45575</c:v>
                      </c:pt>
                      <c:pt idx="184" c:formatCode="yyyy/mm/dd">
                        <c:v>45576</c:v>
                      </c:pt>
                      <c:pt idx="185" c:formatCode="yyyy/mm/dd">
                        <c:v>45579</c:v>
                      </c:pt>
                      <c:pt idx="186" c:formatCode="yyyy/mm/dd">
                        <c:v>45580</c:v>
                      </c:pt>
                      <c:pt idx="187" c:formatCode="yyyy/mm/dd">
                        <c:v>45581</c:v>
                      </c:pt>
                      <c:pt idx="188" c:formatCode="yyyy/mm/dd">
                        <c:v>45582</c:v>
                      </c:pt>
                      <c:pt idx="189" c:formatCode="yyyy/mm/dd">
                        <c:v>45583</c:v>
                      </c:pt>
                      <c:pt idx="190" c:formatCode="yyyy/mm/dd">
                        <c:v>45586</c:v>
                      </c:pt>
                      <c:pt idx="191" c:formatCode="yyyy/mm/dd">
                        <c:v>45587</c:v>
                      </c:pt>
                      <c:pt idx="192" c:formatCode="yyyy/mm/dd">
                        <c:v>45588</c:v>
                      </c:pt>
                      <c:pt idx="193" c:formatCode="yyyy/mm/dd">
                        <c:v>45589</c:v>
                      </c:pt>
                      <c:pt idx="194" c:formatCode="yyyy/mm/dd">
                        <c:v>45590</c:v>
                      </c:pt>
                      <c:pt idx="195" c:formatCode="yyyy/mm/dd">
                        <c:v>45593</c:v>
                      </c:pt>
                      <c:pt idx="196" c:formatCode="yyyy/mm/dd">
                        <c:v>45594</c:v>
                      </c:pt>
                      <c:pt idx="197" c:formatCode="yyyy/mm/dd">
                        <c:v>45595</c:v>
                      </c:pt>
                      <c:pt idx="198" c:formatCode="yyyy/mm/dd">
                        <c:v>45596</c:v>
                      </c:pt>
                      <c:pt idx="199" c:formatCode="yyyy/mm/dd">
                        <c:v>45597</c:v>
                      </c:pt>
                      <c:pt idx="200" c:formatCode="yyyy/mm/dd">
                        <c:v>45600</c:v>
                      </c:pt>
                      <c:pt idx="201" c:formatCode="yyyy/mm/dd">
                        <c:v>45601</c:v>
                      </c:pt>
                      <c:pt idx="202" c:formatCode="yyyy/mm/dd">
                        <c:v>45602</c:v>
                      </c:pt>
                      <c:pt idx="203" c:formatCode="yyyy/mm/dd">
                        <c:v>45603</c:v>
                      </c:pt>
                      <c:pt idx="204" c:formatCode="yyyy/mm/dd">
                        <c:v>45604</c:v>
                      </c:pt>
                      <c:pt idx="205" c:formatCode="yyyy/mm/dd">
                        <c:v>45607</c:v>
                      </c:pt>
                      <c:pt idx="206" c:formatCode="yyyy/mm/dd">
                        <c:v>45608</c:v>
                      </c:pt>
                      <c:pt idx="207" c:formatCode="yyyy/mm/dd">
                        <c:v>45609</c:v>
                      </c:pt>
                      <c:pt idx="208" c:formatCode="yyyy/mm/dd">
                        <c:v>45610</c:v>
                      </c:pt>
                      <c:pt idx="209" c:formatCode="yyyy/mm/dd">
                        <c:v>45611</c:v>
                      </c:pt>
                      <c:pt idx="210" c:formatCode="yyyy/mm/dd">
                        <c:v>45614</c:v>
                      </c:pt>
                      <c:pt idx="211" c:formatCode="yyyy/mm/dd">
                        <c:v>45615</c:v>
                      </c:pt>
                      <c:pt idx="212" c:formatCode="yyyy/mm/dd">
                        <c:v>45616</c:v>
                      </c:pt>
                      <c:pt idx="213" c:formatCode="yyyy/mm/dd">
                        <c:v>45617</c:v>
                      </c:pt>
                      <c:pt idx="214" c:formatCode="yyyy/mm/dd">
                        <c:v>45618</c:v>
                      </c:pt>
                      <c:pt idx="215" c:formatCode="yyyy/mm/dd">
                        <c:v>45621</c:v>
                      </c:pt>
                      <c:pt idx="216" c:formatCode="yyyy/mm/dd">
                        <c:v>45622</c:v>
                      </c:pt>
                      <c:pt idx="217" c:formatCode="yyyy/mm/dd">
                        <c:v>45623</c:v>
                      </c:pt>
                      <c:pt idx="218" c:formatCode="yyyy/mm/dd">
                        <c:v>45624</c:v>
                      </c:pt>
                      <c:pt idx="219" c:formatCode="yyyy/mm/dd">
                        <c:v>45625</c:v>
                      </c:pt>
                      <c:pt idx="220" c:formatCode="yyyy/mm/dd">
                        <c:v>45628</c:v>
                      </c:pt>
                      <c:pt idx="221" c:formatCode="yyyy/mm/dd">
                        <c:v>45629</c:v>
                      </c:pt>
                      <c:pt idx="222" c:formatCode="yyyy/mm/dd">
                        <c:v>45630</c:v>
                      </c:pt>
                      <c:pt idx="223" c:formatCode="yyyy/mm/dd">
                        <c:v>45631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'走势图 24'!$H$3:$H$142</c15:sqref>
                        </c15:formulaRef>
                      </c:ext>
                    </c:extLst>
                    <c:numCache>
                      <c:formatCode>0.0000</c:formatCode>
                      <c:ptCount val="140"/>
                      <c:pt idx="0">
                        <c:v>1.37071128078448</c:v>
                      </c:pt>
                      <c:pt idx="1">
                        <c:v>1.37090253761508</c:v>
                      </c:pt>
                      <c:pt idx="2">
                        <c:v>1.37109379444568</c:v>
                      </c:pt>
                      <c:pt idx="3">
                        <c:v>1.37128505127628</c:v>
                      </c:pt>
                      <c:pt idx="4">
                        <c:v>1.37185882176809</c:v>
                      </c:pt>
                      <c:pt idx="5">
                        <c:v>1.37205007859869</c:v>
                      </c:pt>
                      <c:pt idx="6">
                        <c:v>1.37224133542929</c:v>
                      </c:pt>
                      <c:pt idx="7">
                        <c:v>1.37243259225989</c:v>
                      </c:pt>
                      <c:pt idx="8">
                        <c:v>1.37262384909049</c:v>
                      </c:pt>
                      <c:pt idx="9">
                        <c:v>1.37319761958229</c:v>
                      </c:pt>
                      <c:pt idx="10">
                        <c:v>1.37338887641289</c:v>
                      </c:pt>
                      <c:pt idx="11">
                        <c:v>1.3735801332435</c:v>
                      </c:pt>
                      <c:pt idx="12">
                        <c:v>1.3737713900741</c:v>
                      </c:pt>
                      <c:pt idx="13">
                        <c:v>1.3739626469047</c:v>
                      </c:pt>
                      <c:pt idx="14">
                        <c:v>1.3745364173965</c:v>
                      </c:pt>
                      <c:pt idx="15">
                        <c:v>1.3747276742271</c:v>
                      </c:pt>
                      <c:pt idx="16">
                        <c:v>1.3749189310577</c:v>
                      </c:pt>
                      <c:pt idx="17">
                        <c:v>1.3751101878883</c:v>
                      </c:pt>
                      <c:pt idx="18">
                        <c:v>1.37530144471891</c:v>
                      </c:pt>
                      <c:pt idx="19">
                        <c:v>1.37587521521071</c:v>
                      </c:pt>
                      <c:pt idx="20">
                        <c:v>1.37606647204131</c:v>
                      </c:pt>
                      <c:pt idx="21">
                        <c:v>1.37625772887191</c:v>
                      </c:pt>
                      <c:pt idx="22">
                        <c:v>1.37644898570251</c:v>
                      </c:pt>
                      <c:pt idx="23">
                        <c:v>1.37664024253311</c:v>
                      </c:pt>
                      <c:pt idx="24">
                        <c:v>1.37721401302492</c:v>
                      </c:pt>
                      <c:pt idx="25">
                        <c:v>1.37740526985552</c:v>
                      </c:pt>
                      <c:pt idx="26">
                        <c:v>1.37759652668612</c:v>
                      </c:pt>
                      <c:pt idx="27">
                        <c:v>1.37778778351672</c:v>
                      </c:pt>
                      <c:pt idx="28">
                        <c:v>1.37989160865333</c:v>
                      </c:pt>
                      <c:pt idx="29">
                        <c:v>1.38008286548393</c:v>
                      </c:pt>
                      <c:pt idx="30">
                        <c:v>1.38027412231453</c:v>
                      </c:pt>
                      <c:pt idx="31">
                        <c:v>1.38046537914514</c:v>
                      </c:pt>
                      <c:pt idx="32">
                        <c:v>1.38065663597574</c:v>
                      </c:pt>
                      <c:pt idx="33">
                        <c:v>1.38123040646754</c:v>
                      </c:pt>
                      <c:pt idx="34">
                        <c:v>1.38142166329814</c:v>
                      </c:pt>
                      <c:pt idx="35">
                        <c:v>1.38161292012874</c:v>
                      </c:pt>
                      <c:pt idx="36">
                        <c:v>1.38180417695934</c:v>
                      </c:pt>
                      <c:pt idx="37">
                        <c:v>1.38199543378994</c:v>
                      </c:pt>
                      <c:pt idx="38">
                        <c:v>1.38256920428175</c:v>
                      </c:pt>
                      <c:pt idx="39">
                        <c:v>1.38276046111235</c:v>
                      </c:pt>
                      <c:pt idx="40">
                        <c:v>1.38295171794295</c:v>
                      </c:pt>
                      <c:pt idx="41">
                        <c:v>1.38314297477355</c:v>
                      </c:pt>
                      <c:pt idx="42">
                        <c:v>1.38333423160415</c:v>
                      </c:pt>
                      <c:pt idx="43">
                        <c:v>1.38390800209596</c:v>
                      </c:pt>
                      <c:pt idx="44">
                        <c:v>1.38409925892656</c:v>
                      </c:pt>
                      <c:pt idx="45">
                        <c:v>1.38429051575716</c:v>
                      </c:pt>
                      <c:pt idx="46">
                        <c:v>1.38448177258776</c:v>
                      </c:pt>
                      <c:pt idx="47">
                        <c:v>1.38467302941836</c:v>
                      </c:pt>
                      <c:pt idx="48">
                        <c:v>1.38524679991016</c:v>
                      </c:pt>
                      <c:pt idx="49">
                        <c:v>1.38543805674076</c:v>
                      </c:pt>
                      <c:pt idx="50">
                        <c:v>1.38562931357137</c:v>
                      </c:pt>
                      <c:pt idx="51">
                        <c:v>1.38582057040197</c:v>
                      </c:pt>
                      <c:pt idx="52">
                        <c:v>1.38601182723257</c:v>
                      </c:pt>
                      <c:pt idx="53">
                        <c:v>1.38658559772437</c:v>
                      </c:pt>
                      <c:pt idx="54">
                        <c:v>1.38677685455497</c:v>
                      </c:pt>
                      <c:pt idx="55">
                        <c:v>1.38696811138557</c:v>
                      </c:pt>
                      <c:pt idx="56">
                        <c:v>1.38715936821617</c:v>
                      </c:pt>
                      <c:pt idx="57">
                        <c:v>1.38735062504678</c:v>
                      </c:pt>
                      <c:pt idx="58">
                        <c:v>1.38792439553858</c:v>
                      </c:pt>
                      <c:pt idx="59">
                        <c:v>1.38811565236918</c:v>
                      </c:pt>
                      <c:pt idx="60">
                        <c:v>1.38830690919978</c:v>
                      </c:pt>
                      <c:pt idx="61">
                        <c:v>1.38926319335279</c:v>
                      </c:pt>
                      <c:pt idx="62">
                        <c:v>1.38945445018339</c:v>
                      </c:pt>
                      <c:pt idx="63">
                        <c:v>1.38964570701399</c:v>
                      </c:pt>
                      <c:pt idx="64">
                        <c:v>1.38983696384459</c:v>
                      </c:pt>
                      <c:pt idx="65">
                        <c:v>1.39002822067519</c:v>
                      </c:pt>
                      <c:pt idx="66">
                        <c:v>1.39060199116699</c:v>
                      </c:pt>
                      <c:pt idx="67">
                        <c:v>1.3907932479976</c:v>
                      </c:pt>
                      <c:pt idx="68">
                        <c:v>1.3909845048282</c:v>
                      </c:pt>
                      <c:pt idx="69">
                        <c:v>1.3911757616588</c:v>
                      </c:pt>
                      <c:pt idx="70">
                        <c:v>1.3913670184894</c:v>
                      </c:pt>
                      <c:pt idx="71">
                        <c:v>1.3919407889812</c:v>
                      </c:pt>
                      <c:pt idx="72">
                        <c:v>1.3921320458118</c:v>
                      </c:pt>
                      <c:pt idx="73">
                        <c:v>1.3923233026424</c:v>
                      </c:pt>
                      <c:pt idx="74">
                        <c:v>1.39251455947301</c:v>
                      </c:pt>
                      <c:pt idx="75">
                        <c:v>1.39270581630361</c:v>
                      </c:pt>
                      <c:pt idx="76">
                        <c:v>1.39327958679541</c:v>
                      </c:pt>
                      <c:pt idx="77">
                        <c:v>1.39347084362601</c:v>
                      </c:pt>
                      <c:pt idx="78">
                        <c:v>1.39461838460962</c:v>
                      </c:pt>
                      <c:pt idx="79">
                        <c:v>1.39480964144022</c:v>
                      </c:pt>
                      <c:pt idx="80">
                        <c:v>1.39500089827082</c:v>
                      </c:pt>
                      <c:pt idx="81">
                        <c:v>1.39519215510142</c:v>
                      </c:pt>
                      <c:pt idx="82">
                        <c:v>1.39538341193202</c:v>
                      </c:pt>
                      <c:pt idx="83">
                        <c:v>1.39595718242383</c:v>
                      </c:pt>
                      <c:pt idx="84">
                        <c:v>1.39614843925443</c:v>
                      </c:pt>
                      <c:pt idx="85">
                        <c:v>1.39633969608503</c:v>
                      </c:pt>
                      <c:pt idx="86">
                        <c:v>1.39653095291563</c:v>
                      </c:pt>
                      <c:pt idx="87">
                        <c:v>1.39672220974623</c:v>
                      </c:pt>
                      <c:pt idx="88">
                        <c:v>1.39729598023803</c:v>
                      </c:pt>
                      <c:pt idx="89">
                        <c:v>1.39748723706863</c:v>
                      </c:pt>
                      <c:pt idx="90">
                        <c:v>1.39767849389924</c:v>
                      </c:pt>
                      <c:pt idx="91">
                        <c:v>1.39786975072984</c:v>
                      </c:pt>
                      <c:pt idx="92">
                        <c:v>1.39806100756044</c:v>
                      </c:pt>
                      <c:pt idx="93">
                        <c:v>1.39863477805224</c:v>
                      </c:pt>
                      <c:pt idx="94">
                        <c:v>1.39882603488284</c:v>
                      </c:pt>
                      <c:pt idx="95">
                        <c:v>1.39901729171344</c:v>
                      </c:pt>
                      <c:pt idx="96">
                        <c:v>1.39920854854404</c:v>
                      </c:pt>
                      <c:pt idx="97">
                        <c:v>1.39939980537465</c:v>
                      </c:pt>
                      <c:pt idx="98">
                        <c:v>1.39997357586645</c:v>
                      </c:pt>
                      <c:pt idx="99">
                        <c:v>1.40016483269705</c:v>
                      </c:pt>
                      <c:pt idx="100">
                        <c:v>1.40035608952765</c:v>
                      </c:pt>
                      <c:pt idx="101">
                        <c:v>1.40054734635825</c:v>
                      </c:pt>
                      <c:pt idx="102">
                        <c:v>1.40073860318885</c:v>
                      </c:pt>
                      <c:pt idx="103">
                        <c:v>1.40150363051126</c:v>
                      </c:pt>
                      <c:pt idx="104">
                        <c:v>1.40169488734186</c:v>
                      </c:pt>
                      <c:pt idx="105">
                        <c:v>1.40188614417246</c:v>
                      </c:pt>
                      <c:pt idx="106">
                        <c:v>1.40207740100306</c:v>
                      </c:pt>
                      <c:pt idx="107">
                        <c:v>1.40265117149486</c:v>
                      </c:pt>
                      <c:pt idx="108">
                        <c:v>1.40284242832546</c:v>
                      </c:pt>
                      <c:pt idx="109">
                        <c:v>1.40303368515607</c:v>
                      </c:pt>
                      <c:pt idx="110">
                        <c:v>1.40322494198667</c:v>
                      </c:pt>
                      <c:pt idx="111">
                        <c:v>1.40341619881727</c:v>
                      </c:pt>
                      <c:pt idx="112">
                        <c:v>1.40398996930907</c:v>
                      </c:pt>
                      <c:pt idx="113">
                        <c:v>1.40418122613967</c:v>
                      </c:pt>
                      <c:pt idx="114">
                        <c:v>1.40437248297027</c:v>
                      </c:pt>
                      <c:pt idx="115">
                        <c:v>1.40456373980087</c:v>
                      </c:pt>
                      <c:pt idx="116">
                        <c:v>1.40475499663147</c:v>
                      </c:pt>
                      <c:pt idx="117">
                        <c:v>1.40532876712328</c:v>
                      </c:pt>
                      <c:pt idx="118">
                        <c:v>1.40552002395388</c:v>
                      </c:pt>
                      <c:pt idx="119">
                        <c:v>1.40571128078448</c:v>
                      </c:pt>
                      <c:pt idx="120">
                        <c:v>1.40590253761508</c:v>
                      </c:pt>
                      <c:pt idx="121">
                        <c:v>1.40609379444568</c:v>
                      </c:pt>
                      <c:pt idx="122">
                        <c:v>1.40666756493749</c:v>
                      </c:pt>
                      <c:pt idx="123">
                        <c:v>1.40685882176809</c:v>
                      </c:pt>
                      <c:pt idx="124">
                        <c:v>1.40705007859869</c:v>
                      </c:pt>
                      <c:pt idx="125">
                        <c:v>1.40724133542929</c:v>
                      </c:pt>
                      <c:pt idx="126">
                        <c:v>1.40743259225989</c:v>
                      </c:pt>
                      <c:pt idx="127">
                        <c:v>1.40800636275169</c:v>
                      </c:pt>
                      <c:pt idx="128">
                        <c:v>1.40819761958229</c:v>
                      </c:pt>
                      <c:pt idx="129">
                        <c:v>1.4083888764129</c:v>
                      </c:pt>
                      <c:pt idx="130">
                        <c:v>1.4085801332435</c:v>
                      </c:pt>
                      <c:pt idx="131">
                        <c:v>1.4087713900741</c:v>
                      </c:pt>
                      <c:pt idx="132">
                        <c:v>1.4093451605659</c:v>
                      </c:pt>
                      <c:pt idx="133">
                        <c:v>1.4095364173965</c:v>
                      </c:pt>
                      <c:pt idx="134">
                        <c:v>1.4097276742271</c:v>
                      </c:pt>
                      <c:pt idx="135">
                        <c:v>1.4099189310577</c:v>
                      </c:pt>
                      <c:pt idx="136">
                        <c:v>1.41011018788831</c:v>
                      </c:pt>
                      <c:pt idx="137">
                        <c:v>1.41068395838011</c:v>
                      </c:pt>
                      <c:pt idx="138">
                        <c:v>1.41087521521071</c:v>
                      </c:pt>
                      <c:pt idx="139">
                        <c:v>1.41106647204131</c:v>
                      </c:pt>
                    </c:numCache>
                  </c:numRef>
                </c:val>
                <c:smooth val="0"/>
              </c15:ser>
            </c15:filteredLineSeries>
            <c15:filteredLineSeries>
              <c15:ser>
                <c:idx val="3"/>
                <c:order val="3"/>
                <c:tx>
                  <c:strRef>
                    <c:extLst>
                      <c:ext uri="{02D57815-91ED-43cb-92C2-25804820EDAC}">
                        <c15:formulaRef>
                          <c15:sqref>'走势图 24'!$I$1</c15:sqref>
                        </c15:formulaRef>
                      </c:ext>
                    </c:extLst>
                    <c:strCache>
                      <c:ptCount val="1"/>
                      <c:pt idx="0">
                        <c:v>中债新综合总财富指数(收盘价)</c:v>
                      </c:pt>
                    </c:strCache>
                  </c:strRef>
                </c:tx>
                <c:spPr>
                  <a:ln w="28575" cap="rnd">
                    <a:solidFill>
                      <a:schemeClr val="accent4"/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delete val="1"/>
                </c:dLbls>
                <c:cat>
                  <c:num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'走势图 24'!$E$3:$E$253</c15:sqref>
                        </c15:formulaRef>
                      </c:ext>
                    </c:extLst>
                    <c:numCache>
                      <c:formatCode>yyyy/mm/dd</c:formatCode>
                      <c:ptCount val="251"/>
                      <c:pt idx="0" c:formatCode="yyyy/mm/dd">
                        <c:v>45293</c:v>
                      </c:pt>
                      <c:pt idx="1" c:formatCode="yyyy/mm/dd">
                        <c:v>45294</c:v>
                      </c:pt>
                      <c:pt idx="2" c:formatCode="yyyy/mm/dd">
                        <c:v>45295</c:v>
                      </c:pt>
                      <c:pt idx="3" c:formatCode="yyyy/mm/dd">
                        <c:v>45296</c:v>
                      </c:pt>
                      <c:pt idx="4" c:formatCode="yyyy/mm/dd">
                        <c:v>45299</c:v>
                      </c:pt>
                      <c:pt idx="5" c:formatCode="yyyy/mm/dd">
                        <c:v>45300</c:v>
                      </c:pt>
                      <c:pt idx="6" c:formatCode="yyyy/mm/dd">
                        <c:v>45301</c:v>
                      </c:pt>
                      <c:pt idx="7" c:formatCode="yyyy/mm/dd">
                        <c:v>45302</c:v>
                      </c:pt>
                      <c:pt idx="8" c:formatCode="yyyy/mm/dd">
                        <c:v>45303</c:v>
                      </c:pt>
                      <c:pt idx="9" c:formatCode="yyyy/mm/dd">
                        <c:v>45306</c:v>
                      </c:pt>
                      <c:pt idx="10" c:formatCode="yyyy/mm/dd">
                        <c:v>45307</c:v>
                      </c:pt>
                      <c:pt idx="11" c:formatCode="yyyy/mm/dd">
                        <c:v>45308</c:v>
                      </c:pt>
                      <c:pt idx="12" c:formatCode="yyyy/mm/dd">
                        <c:v>45309</c:v>
                      </c:pt>
                      <c:pt idx="13" c:formatCode="yyyy/mm/dd">
                        <c:v>45310</c:v>
                      </c:pt>
                      <c:pt idx="14" c:formatCode="yyyy/mm/dd">
                        <c:v>45313</c:v>
                      </c:pt>
                      <c:pt idx="15" c:formatCode="yyyy/mm/dd">
                        <c:v>45314</c:v>
                      </c:pt>
                      <c:pt idx="16" c:formatCode="yyyy/mm/dd">
                        <c:v>45315</c:v>
                      </c:pt>
                      <c:pt idx="17" c:formatCode="yyyy/mm/dd">
                        <c:v>45316</c:v>
                      </c:pt>
                      <c:pt idx="18" c:formatCode="yyyy/mm/dd">
                        <c:v>45317</c:v>
                      </c:pt>
                      <c:pt idx="19" c:formatCode="yyyy/mm/dd">
                        <c:v>45320</c:v>
                      </c:pt>
                      <c:pt idx="20" c:formatCode="yyyy/mm/dd">
                        <c:v>45321</c:v>
                      </c:pt>
                      <c:pt idx="21" c:formatCode="yyyy/mm/dd">
                        <c:v>45322</c:v>
                      </c:pt>
                      <c:pt idx="22" c:formatCode="yyyy/mm/dd">
                        <c:v>45323</c:v>
                      </c:pt>
                      <c:pt idx="23" c:formatCode="yyyy/mm/dd">
                        <c:v>45324</c:v>
                      </c:pt>
                      <c:pt idx="24" c:formatCode="yyyy/mm/dd">
                        <c:v>45327</c:v>
                      </c:pt>
                      <c:pt idx="25" c:formatCode="yyyy/mm/dd">
                        <c:v>45328</c:v>
                      </c:pt>
                      <c:pt idx="26" c:formatCode="yyyy/mm/dd">
                        <c:v>45329</c:v>
                      </c:pt>
                      <c:pt idx="27" c:formatCode="yyyy/mm/dd">
                        <c:v>45330</c:v>
                      </c:pt>
                      <c:pt idx="28" c:formatCode="yyyy/mm/dd">
                        <c:v>45341</c:v>
                      </c:pt>
                      <c:pt idx="29" c:formatCode="yyyy/mm/dd">
                        <c:v>45342</c:v>
                      </c:pt>
                      <c:pt idx="30" c:formatCode="yyyy/mm/dd">
                        <c:v>45343</c:v>
                      </c:pt>
                      <c:pt idx="31" c:formatCode="yyyy/mm/dd">
                        <c:v>45344</c:v>
                      </c:pt>
                      <c:pt idx="32" c:formatCode="yyyy/mm/dd">
                        <c:v>45345</c:v>
                      </c:pt>
                      <c:pt idx="33" c:formatCode="yyyy/mm/dd">
                        <c:v>45348</c:v>
                      </c:pt>
                      <c:pt idx="34" c:formatCode="yyyy/mm/dd">
                        <c:v>45349</c:v>
                      </c:pt>
                      <c:pt idx="35" c:formatCode="yyyy/mm/dd">
                        <c:v>45350</c:v>
                      </c:pt>
                      <c:pt idx="36" c:formatCode="yyyy/mm/dd">
                        <c:v>45351</c:v>
                      </c:pt>
                      <c:pt idx="37" c:formatCode="yyyy/mm/dd">
                        <c:v>45352</c:v>
                      </c:pt>
                      <c:pt idx="38" c:formatCode="yyyy/mm/dd">
                        <c:v>45355</c:v>
                      </c:pt>
                      <c:pt idx="39" c:formatCode="yyyy/mm/dd">
                        <c:v>45356</c:v>
                      </c:pt>
                      <c:pt idx="40" c:formatCode="yyyy/mm/dd">
                        <c:v>45357</c:v>
                      </c:pt>
                      <c:pt idx="41" c:formatCode="yyyy/mm/dd">
                        <c:v>45358</c:v>
                      </c:pt>
                      <c:pt idx="42" c:formatCode="yyyy/mm/dd">
                        <c:v>45359</c:v>
                      </c:pt>
                      <c:pt idx="43" c:formatCode="yyyy/mm/dd">
                        <c:v>45362</c:v>
                      </c:pt>
                      <c:pt idx="44" c:formatCode="yyyy/mm/dd">
                        <c:v>45363</c:v>
                      </c:pt>
                      <c:pt idx="45" c:formatCode="yyyy/mm/dd">
                        <c:v>45364</c:v>
                      </c:pt>
                      <c:pt idx="46" c:formatCode="yyyy/mm/dd">
                        <c:v>45365</c:v>
                      </c:pt>
                      <c:pt idx="47" c:formatCode="yyyy/mm/dd">
                        <c:v>45366</c:v>
                      </c:pt>
                      <c:pt idx="48" c:formatCode="yyyy/mm/dd">
                        <c:v>45369</c:v>
                      </c:pt>
                      <c:pt idx="49" c:formatCode="yyyy/mm/dd">
                        <c:v>45370</c:v>
                      </c:pt>
                      <c:pt idx="50" c:formatCode="yyyy/mm/dd">
                        <c:v>45371</c:v>
                      </c:pt>
                      <c:pt idx="51" c:formatCode="yyyy/mm/dd">
                        <c:v>45372</c:v>
                      </c:pt>
                      <c:pt idx="52" c:formatCode="yyyy/mm/dd">
                        <c:v>45373</c:v>
                      </c:pt>
                      <c:pt idx="53" c:formatCode="yyyy/mm/dd">
                        <c:v>45376</c:v>
                      </c:pt>
                      <c:pt idx="54" c:formatCode="yyyy/mm/dd">
                        <c:v>45377</c:v>
                      </c:pt>
                      <c:pt idx="55" c:formatCode="yyyy/mm/dd">
                        <c:v>45378</c:v>
                      </c:pt>
                      <c:pt idx="56" c:formatCode="yyyy/mm/dd">
                        <c:v>45379</c:v>
                      </c:pt>
                      <c:pt idx="57" c:formatCode="yyyy/mm/dd">
                        <c:v>45380</c:v>
                      </c:pt>
                      <c:pt idx="58" c:formatCode="yyyy/mm/dd">
                        <c:v>45383</c:v>
                      </c:pt>
                      <c:pt idx="59" c:formatCode="yyyy/mm/dd">
                        <c:v>45384</c:v>
                      </c:pt>
                      <c:pt idx="60" c:formatCode="yyyy/mm/dd">
                        <c:v>45385</c:v>
                      </c:pt>
                      <c:pt idx="61" c:formatCode="yyyy/mm/dd">
                        <c:v>45390</c:v>
                      </c:pt>
                      <c:pt idx="62" c:formatCode="yyyy/mm/dd">
                        <c:v>45391</c:v>
                      </c:pt>
                      <c:pt idx="63" c:formatCode="yyyy/mm/dd">
                        <c:v>45392</c:v>
                      </c:pt>
                      <c:pt idx="64" c:formatCode="yyyy/mm/dd">
                        <c:v>45393</c:v>
                      </c:pt>
                      <c:pt idx="65" c:formatCode="yyyy/mm/dd">
                        <c:v>45394</c:v>
                      </c:pt>
                      <c:pt idx="66" c:formatCode="yyyy/mm/dd">
                        <c:v>45397</c:v>
                      </c:pt>
                      <c:pt idx="67" c:formatCode="yyyy/mm/dd">
                        <c:v>45398</c:v>
                      </c:pt>
                      <c:pt idx="68" c:formatCode="yyyy/mm/dd">
                        <c:v>45399</c:v>
                      </c:pt>
                      <c:pt idx="69" c:formatCode="yyyy/mm/dd">
                        <c:v>45400</c:v>
                      </c:pt>
                      <c:pt idx="70" c:formatCode="yyyy/mm/dd">
                        <c:v>45401</c:v>
                      </c:pt>
                      <c:pt idx="71" c:formatCode="yyyy/mm/dd">
                        <c:v>45404</c:v>
                      </c:pt>
                      <c:pt idx="72" c:formatCode="yyyy/mm/dd">
                        <c:v>45405</c:v>
                      </c:pt>
                      <c:pt idx="73" c:formatCode="yyyy/mm/dd">
                        <c:v>45406</c:v>
                      </c:pt>
                      <c:pt idx="74" c:formatCode="yyyy/mm/dd">
                        <c:v>45407</c:v>
                      </c:pt>
                      <c:pt idx="75" c:formatCode="yyyy/mm/dd">
                        <c:v>45408</c:v>
                      </c:pt>
                      <c:pt idx="76" c:formatCode="yyyy/mm/dd">
                        <c:v>45411</c:v>
                      </c:pt>
                      <c:pt idx="77" c:formatCode="yyyy/mm/dd">
                        <c:v>45412</c:v>
                      </c:pt>
                      <c:pt idx="78" c:formatCode="yyyy/mm/dd">
                        <c:v>45418</c:v>
                      </c:pt>
                      <c:pt idx="79" c:formatCode="yyyy/mm/dd">
                        <c:v>45419</c:v>
                      </c:pt>
                      <c:pt idx="80" c:formatCode="yyyy/mm/dd">
                        <c:v>45420</c:v>
                      </c:pt>
                      <c:pt idx="81" c:formatCode="yyyy/mm/dd">
                        <c:v>45421</c:v>
                      </c:pt>
                      <c:pt idx="82" c:formatCode="yyyy/mm/dd">
                        <c:v>45422</c:v>
                      </c:pt>
                      <c:pt idx="83" c:formatCode="yyyy/mm/dd">
                        <c:v>45425</c:v>
                      </c:pt>
                      <c:pt idx="84" c:formatCode="yyyy/mm/dd">
                        <c:v>45426</c:v>
                      </c:pt>
                      <c:pt idx="85" c:formatCode="yyyy/mm/dd">
                        <c:v>45427</c:v>
                      </c:pt>
                      <c:pt idx="86" c:formatCode="yyyy/mm/dd">
                        <c:v>45428</c:v>
                      </c:pt>
                      <c:pt idx="87" c:formatCode="yyyy/mm/dd">
                        <c:v>45429</c:v>
                      </c:pt>
                      <c:pt idx="88" c:formatCode="yyyy/mm/dd">
                        <c:v>45432</c:v>
                      </c:pt>
                      <c:pt idx="89" c:formatCode="yyyy/mm/dd">
                        <c:v>45433</c:v>
                      </c:pt>
                      <c:pt idx="90" c:formatCode="yyyy/mm/dd">
                        <c:v>45434</c:v>
                      </c:pt>
                      <c:pt idx="91" c:formatCode="yyyy/mm/dd">
                        <c:v>45435</c:v>
                      </c:pt>
                      <c:pt idx="92" c:formatCode="yyyy/mm/dd">
                        <c:v>45436</c:v>
                      </c:pt>
                      <c:pt idx="93" c:formatCode="yyyy/mm/dd">
                        <c:v>45439</c:v>
                      </c:pt>
                      <c:pt idx="94" c:formatCode="yyyy/mm/dd">
                        <c:v>45440</c:v>
                      </c:pt>
                      <c:pt idx="95" c:formatCode="yyyy/mm/dd">
                        <c:v>45441</c:v>
                      </c:pt>
                      <c:pt idx="96" c:formatCode="yyyy/mm/dd">
                        <c:v>45442</c:v>
                      </c:pt>
                      <c:pt idx="97" c:formatCode="yyyy/mm/dd">
                        <c:v>45443</c:v>
                      </c:pt>
                      <c:pt idx="98" c:formatCode="yyyy/mm/dd">
                        <c:v>45446</c:v>
                      </c:pt>
                      <c:pt idx="99" c:formatCode="yyyy/mm/dd">
                        <c:v>45447</c:v>
                      </c:pt>
                      <c:pt idx="100" c:formatCode="yyyy/mm/dd">
                        <c:v>45448</c:v>
                      </c:pt>
                      <c:pt idx="101" c:formatCode="yyyy/mm/dd">
                        <c:v>45449</c:v>
                      </c:pt>
                      <c:pt idx="102" c:formatCode="yyyy/mm/dd">
                        <c:v>45450</c:v>
                      </c:pt>
                      <c:pt idx="103" c:formatCode="yyyy/mm/dd">
                        <c:v>45454</c:v>
                      </c:pt>
                      <c:pt idx="104" c:formatCode="yyyy/mm/dd">
                        <c:v>45455</c:v>
                      </c:pt>
                      <c:pt idx="105" c:formatCode="yyyy/mm/dd">
                        <c:v>45456</c:v>
                      </c:pt>
                      <c:pt idx="106" c:formatCode="yyyy/mm/dd">
                        <c:v>45457</c:v>
                      </c:pt>
                      <c:pt idx="107" c:formatCode="yyyy/mm/dd">
                        <c:v>45460</c:v>
                      </c:pt>
                      <c:pt idx="108" c:formatCode="yyyy/mm/dd">
                        <c:v>45461</c:v>
                      </c:pt>
                      <c:pt idx="109" c:formatCode="yyyy/mm/dd">
                        <c:v>45462</c:v>
                      </c:pt>
                      <c:pt idx="110" c:formatCode="yyyy/mm/dd">
                        <c:v>45463</c:v>
                      </c:pt>
                      <c:pt idx="111" c:formatCode="yyyy/mm/dd">
                        <c:v>45464</c:v>
                      </c:pt>
                      <c:pt idx="112" c:formatCode="yyyy/mm/dd">
                        <c:v>45467</c:v>
                      </c:pt>
                      <c:pt idx="113" c:formatCode="yyyy/mm/dd">
                        <c:v>45468</c:v>
                      </c:pt>
                      <c:pt idx="114" c:formatCode="yyyy/mm/dd">
                        <c:v>45469</c:v>
                      </c:pt>
                      <c:pt idx="115" c:formatCode="yyyy/mm/dd">
                        <c:v>45470</c:v>
                      </c:pt>
                      <c:pt idx="116" c:formatCode="yyyy/mm/dd">
                        <c:v>45471</c:v>
                      </c:pt>
                      <c:pt idx="117" c:formatCode="yyyy/mm/dd">
                        <c:v>45474</c:v>
                      </c:pt>
                      <c:pt idx="118" c:formatCode="yyyy/mm/dd">
                        <c:v>45475</c:v>
                      </c:pt>
                      <c:pt idx="119" c:formatCode="yyyy/mm/dd">
                        <c:v>45476</c:v>
                      </c:pt>
                      <c:pt idx="120" c:formatCode="yyyy/mm/dd">
                        <c:v>45477</c:v>
                      </c:pt>
                      <c:pt idx="121" c:formatCode="yyyy/mm/dd">
                        <c:v>45478</c:v>
                      </c:pt>
                      <c:pt idx="122" c:formatCode="yyyy/mm/dd">
                        <c:v>45481</c:v>
                      </c:pt>
                      <c:pt idx="123" c:formatCode="yyyy/mm/dd">
                        <c:v>45482</c:v>
                      </c:pt>
                      <c:pt idx="124" c:formatCode="yyyy/mm/dd">
                        <c:v>45483</c:v>
                      </c:pt>
                      <c:pt idx="125" c:formatCode="yyyy/mm/dd">
                        <c:v>45484</c:v>
                      </c:pt>
                      <c:pt idx="126" c:formatCode="yyyy/mm/dd">
                        <c:v>45485</c:v>
                      </c:pt>
                      <c:pt idx="127" c:formatCode="yyyy/mm/dd">
                        <c:v>45488</c:v>
                      </c:pt>
                      <c:pt idx="128" c:formatCode="yyyy/mm/dd">
                        <c:v>45489</c:v>
                      </c:pt>
                      <c:pt idx="129" c:formatCode="yyyy/mm/dd">
                        <c:v>45490</c:v>
                      </c:pt>
                      <c:pt idx="130" c:formatCode="yyyy/mm/dd">
                        <c:v>45491</c:v>
                      </c:pt>
                      <c:pt idx="131" c:formatCode="yyyy/mm/dd">
                        <c:v>45492</c:v>
                      </c:pt>
                      <c:pt idx="132" c:formatCode="yyyy/mm/dd">
                        <c:v>45495</c:v>
                      </c:pt>
                      <c:pt idx="133" c:formatCode="yyyy/mm/dd">
                        <c:v>45496</c:v>
                      </c:pt>
                      <c:pt idx="134" c:formatCode="yyyy/mm/dd">
                        <c:v>45497</c:v>
                      </c:pt>
                      <c:pt idx="135" c:formatCode="yyyy/mm/dd">
                        <c:v>45498</c:v>
                      </c:pt>
                      <c:pt idx="136" c:formatCode="yyyy/mm/dd">
                        <c:v>45499</c:v>
                      </c:pt>
                      <c:pt idx="137" c:formatCode="yyyy/mm/dd">
                        <c:v>45502</c:v>
                      </c:pt>
                      <c:pt idx="138" c:formatCode="yyyy/mm/dd">
                        <c:v>45503</c:v>
                      </c:pt>
                      <c:pt idx="139" c:formatCode="yyyy/mm/dd">
                        <c:v>45504</c:v>
                      </c:pt>
                      <c:pt idx="140" c:formatCode="yyyy/mm/dd">
                        <c:v>45505</c:v>
                      </c:pt>
                      <c:pt idx="141" c:formatCode="yyyy/mm/dd">
                        <c:v>45506</c:v>
                      </c:pt>
                      <c:pt idx="142" c:formatCode="yyyy/mm/dd">
                        <c:v>45509</c:v>
                      </c:pt>
                      <c:pt idx="143" c:formatCode="yyyy/mm/dd">
                        <c:v>45510</c:v>
                      </c:pt>
                      <c:pt idx="144" c:formatCode="yyyy/mm/dd">
                        <c:v>45511</c:v>
                      </c:pt>
                      <c:pt idx="145" c:formatCode="yyyy/mm/dd">
                        <c:v>45512</c:v>
                      </c:pt>
                      <c:pt idx="146" c:formatCode="yyyy/mm/dd">
                        <c:v>45513</c:v>
                      </c:pt>
                      <c:pt idx="147" c:formatCode="yyyy/mm/dd">
                        <c:v>45516</c:v>
                      </c:pt>
                      <c:pt idx="148" c:formatCode="yyyy/mm/dd">
                        <c:v>45517</c:v>
                      </c:pt>
                      <c:pt idx="149" c:formatCode="yyyy/mm/dd">
                        <c:v>45518</c:v>
                      </c:pt>
                      <c:pt idx="150" c:formatCode="yyyy/mm/dd">
                        <c:v>45519</c:v>
                      </c:pt>
                      <c:pt idx="151" c:formatCode="yyyy/mm/dd">
                        <c:v>45520</c:v>
                      </c:pt>
                      <c:pt idx="152" c:formatCode="yyyy/mm/dd">
                        <c:v>45523</c:v>
                      </c:pt>
                      <c:pt idx="153" c:formatCode="yyyy/mm/dd">
                        <c:v>45524</c:v>
                      </c:pt>
                      <c:pt idx="154" c:formatCode="yyyy/mm/dd">
                        <c:v>45525</c:v>
                      </c:pt>
                      <c:pt idx="155" c:formatCode="yyyy/mm/dd">
                        <c:v>45526</c:v>
                      </c:pt>
                      <c:pt idx="156" c:formatCode="yyyy/mm/dd">
                        <c:v>45527</c:v>
                      </c:pt>
                      <c:pt idx="157" c:formatCode="yyyy/mm/dd">
                        <c:v>45530</c:v>
                      </c:pt>
                      <c:pt idx="158" c:formatCode="yyyy/mm/dd">
                        <c:v>45531</c:v>
                      </c:pt>
                      <c:pt idx="159" c:formatCode="yyyy/mm/dd">
                        <c:v>45532</c:v>
                      </c:pt>
                      <c:pt idx="160" c:formatCode="yyyy/mm/dd">
                        <c:v>45533</c:v>
                      </c:pt>
                      <c:pt idx="161" c:formatCode="yyyy/mm/dd">
                        <c:v>45534</c:v>
                      </c:pt>
                      <c:pt idx="162" c:formatCode="yyyy/mm/dd">
                        <c:v>45537</c:v>
                      </c:pt>
                      <c:pt idx="163" c:formatCode="yyyy/mm/dd">
                        <c:v>45538</c:v>
                      </c:pt>
                      <c:pt idx="164" c:formatCode="yyyy/mm/dd">
                        <c:v>45539</c:v>
                      </c:pt>
                      <c:pt idx="165" c:formatCode="yyyy/mm/dd">
                        <c:v>45540</c:v>
                      </c:pt>
                      <c:pt idx="166" c:formatCode="yyyy/mm/dd">
                        <c:v>45541</c:v>
                      </c:pt>
                      <c:pt idx="167" c:formatCode="yyyy/mm/dd">
                        <c:v>45544</c:v>
                      </c:pt>
                      <c:pt idx="168" c:formatCode="yyyy/mm/dd">
                        <c:v>45545</c:v>
                      </c:pt>
                      <c:pt idx="169" c:formatCode="yyyy/mm/dd">
                        <c:v>45546</c:v>
                      </c:pt>
                      <c:pt idx="170" c:formatCode="yyyy/mm/dd">
                        <c:v>45547</c:v>
                      </c:pt>
                      <c:pt idx="171" c:formatCode="yyyy/mm/dd">
                        <c:v>45548</c:v>
                      </c:pt>
                      <c:pt idx="172" c:formatCode="yyyy/mm/dd">
                        <c:v>45553</c:v>
                      </c:pt>
                      <c:pt idx="173" c:formatCode="yyyy/mm/dd">
                        <c:v>45554</c:v>
                      </c:pt>
                      <c:pt idx="174" c:formatCode="yyyy/mm/dd">
                        <c:v>45555</c:v>
                      </c:pt>
                      <c:pt idx="175" c:formatCode="yyyy/mm/dd">
                        <c:v>45558</c:v>
                      </c:pt>
                      <c:pt idx="176" c:formatCode="yyyy/mm/dd">
                        <c:v>45559</c:v>
                      </c:pt>
                      <c:pt idx="177" c:formatCode="yyyy/mm/dd">
                        <c:v>45560</c:v>
                      </c:pt>
                      <c:pt idx="178" c:formatCode="yyyy/mm/dd">
                        <c:v>45561</c:v>
                      </c:pt>
                      <c:pt idx="179" c:formatCode="yyyy/mm/dd">
                        <c:v>45562</c:v>
                      </c:pt>
                      <c:pt idx="180" c:formatCode="yyyy/mm/dd">
                        <c:v>45565</c:v>
                      </c:pt>
                      <c:pt idx="181" c:formatCode="yyyy/mm/dd">
                        <c:v>45573</c:v>
                      </c:pt>
                      <c:pt idx="182" c:formatCode="yyyy/mm/dd">
                        <c:v>45574</c:v>
                      </c:pt>
                      <c:pt idx="183" c:formatCode="yyyy/mm/dd">
                        <c:v>45575</c:v>
                      </c:pt>
                      <c:pt idx="184" c:formatCode="yyyy/mm/dd">
                        <c:v>45576</c:v>
                      </c:pt>
                      <c:pt idx="185" c:formatCode="yyyy/mm/dd">
                        <c:v>45579</c:v>
                      </c:pt>
                      <c:pt idx="186" c:formatCode="yyyy/mm/dd">
                        <c:v>45580</c:v>
                      </c:pt>
                      <c:pt idx="187" c:formatCode="yyyy/mm/dd">
                        <c:v>45581</c:v>
                      </c:pt>
                      <c:pt idx="188" c:formatCode="yyyy/mm/dd">
                        <c:v>45582</c:v>
                      </c:pt>
                      <c:pt idx="189" c:formatCode="yyyy/mm/dd">
                        <c:v>45583</c:v>
                      </c:pt>
                      <c:pt idx="190" c:formatCode="yyyy/mm/dd">
                        <c:v>45586</c:v>
                      </c:pt>
                      <c:pt idx="191" c:formatCode="yyyy/mm/dd">
                        <c:v>45587</c:v>
                      </c:pt>
                      <c:pt idx="192" c:formatCode="yyyy/mm/dd">
                        <c:v>45588</c:v>
                      </c:pt>
                      <c:pt idx="193" c:formatCode="yyyy/mm/dd">
                        <c:v>45589</c:v>
                      </c:pt>
                      <c:pt idx="194" c:formatCode="yyyy/mm/dd">
                        <c:v>45590</c:v>
                      </c:pt>
                      <c:pt idx="195" c:formatCode="yyyy/mm/dd">
                        <c:v>45593</c:v>
                      </c:pt>
                      <c:pt idx="196" c:formatCode="yyyy/mm/dd">
                        <c:v>45594</c:v>
                      </c:pt>
                      <c:pt idx="197" c:formatCode="yyyy/mm/dd">
                        <c:v>45595</c:v>
                      </c:pt>
                      <c:pt idx="198" c:formatCode="yyyy/mm/dd">
                        <c:v>45596</c:v>
                      </c:pt>
                      <c:pt idx="199" c:formatCode="yyyy/mm/dd">
                        <c:v>45597</c:v>
                      </c:pt>
                      <c:pt idx="200" c:formatCode="yyyy/mm/dd">
                        <c:v>45600</c:v>
                      </c:pt>
                      <c:pt idx="201" c:formatCode="yyyy/mm/dd">
                        <c:v>45601</c:v>
                      </c:pt>
                      <c:pt idx="202" c:formatCode="yyyy/mm/dd">
                        <c:v>45602</c:v>
                      </c:pt>
                      <c:pt idx="203" c:formatCode="yyyy/mm/dd">
                        <c:v>45603</c:v>
                      </c:pt>
                      <c:pt idx="204" c:formatCode="yyyy/mm/dd">
                        <c:v>45604</c:v>
                      </c:pt>
                      <c:pt idx="205" c:formatCode="yyyy/mm/dd">
                        <c:v>45607</c:v>
                      </c:pt>
                      <c:pt idx="206" c:formatCode="yyyy/mm/dd">
                        <c:v>45608</c:v>
                      </c:pt>
                      <c:pt idx="207" c:formatCode="yyyy/mm/dd">
                        <c:v>45609</c:v>
                      </c:pt>
                      <c:pt idx="208" c:formatCode="yyyy/mm/dd">
                        <c:v>45610</c:v>
                      </c:pt>
                      <c:pt idx="209" c:formatCode="yyyy/mm/dd">
                        <c:v>45611</c:v>
                      </c:pt>
                      <c:pt idx="210" c:formatCode="yyyy/mm/dd">
                        <c:v>45614</c:v>
                      </c:pt>
                      <c:pt idx="211" c:formatCode="yyyy/mm/dd">
                        <c:v>45615</c:v>
                      </c:pt>
                      <c:pt idx="212" c:formatCode="yyyy/mm/dd">
                        <c:v>45616</c:v>
                      </c:pt>
                      <c:pt idx="213" c:formatCode="yyyy/mm/dd">
                        <c:v>45617</c:v>
                      </c:pt>
                      <c:pt idx="214" c:formatCode="yyyy/mm/dd">
                        <c:v>45618</c:v>
                      </c:pt>
                      <c:pt idx="215" c:formatCode="yyyy/mm/dd">
                        <c:v>45621</c:v>
                      </c:pt>
                      <c:pt idx="216" c:formatCode="yyyy/mm/dd">
                        <c:v>45622</c:v>
                      </c:pt>
                      <c:pt idx="217" c:formatCode="yyyy/mm/dd">
                        <c:v>45623</c:v>
                      </c:pt>
                      <c:pt idx="218" c:formatCode="yyyy/mm/dd">
                        <c:v>45624</c:v>
                      </c:pt>
                      <c:pt idx="219" c:formatCode="yyyy/mm/dd">
                        <c:v>45625</c:v>
                      </c:pt>
                      <c:pt idx="220" c:formatCode="yyyy/mm/dd">
                        <c:v>45628</c:v>
                      </c:pt>
                      <c:pt idx="221" c:formatCode="yyyy/mm/dd">
                        <c:v>45629</c:v>
                      </c:pt>
                      <c:pt idx="222" c:formatCode="yyyy/mm/dd">
                        <c:v>45630</c:v>
                      </c:pt>
                      <c:pt idx="223" c:formatCode="yyyy/mm/dd">
                        <c:v>45631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'走势图 24'!$I$3:$I$142</c15:sqref>
                        </c15:formulaRef>
                      </c:ext>
                    </c:extLst>
                    <c:numCache>
                      <c:formatCode>#,##0.00</c:formatCode>
                      <c:ptCount val="140"/>
                      <c:pt idx="0">
                        <c:v>229.8875</c:v>
                      </c:pt>
                      <c:pt idx="1">
                        <c:v>229.8373</c:v>
                      </c:pt>
                      <c:pt idx="2">
                        <c:v>229.9325</c:v>
                      </c:pt>
                      <c:pt idx="3">
                        <c:v>230.0946</c:v>
                      </c:pt>
                      <c:pt idx="4">
                        <c:v>230.1884</c:v>
                      </c:pt>
                      <c:pt idx="5">
                        <c:v>230.4195</c:v>
                      </c:pt>
                      <c:pt idx="6">
                        <c:v>230.4444</c:v>
                      </c:pt>
                      <c:pt idx="7">
                        <c:v>230.4621</c:v>
                      </c:pt>
                      <c:pt idx="8">
                        <c:v>230.4332</c:v>
                      </c:pt>
                      <c:pt idx="9">
                        <c:v>230.4873</c:v>
                      </c:pt>
                      <c:pt idx="10">
                        <c:v>230.4982</c:v>
                      </c:pt>
                      <c:pt idx="11">
                        <c:v>230.5765</c:v>
                      </c:pt>
                      <c:pt idx="12">
                        <c:v>230.7272</c:v>
                      </c:pt>
                      <c:pt idx="13">
                        <c:v>230.8335</c:v>
                      </c:pt>
                      <c:pt idx="14">
                        <c:v>231.0978</c:v>
                      </c:pt>
                      <c:pt idx="15">
                        <c:v>231.1546</c:v>
                      </c:pt>
                      <c:pt idx="16">
                        <c:v>231.2218</c:v>
                      </c:pt>
                      <c:pt idx="17">
                        <c:v>231.3602</c:v>
                      </c:pt>
                      <c:pt idx="18">
                        <c:v>231.4128</c:v>
                      </c:pt>
                      <c:pt idx="19">
                        <c:v>231.5478</c:v>
                      </c:pt>
                      <c:pt idx="20">
                        <c:v>231.9562</c:v>
                      </c:pt>
                      <c:pt idx="21">
                        <c:v>232.3361</c:v>
                      </c:pt>
                      <c:pt idx="22">
                        <c:v>232.3949</c:v>
                      </c:pt>
                      <c:pt idx="23">
                        <c:v>232.3914</c:v>
                      </c:pt>
                      <c:pt idx="24">
                        <c:v>232.6497</c:v>
                      </c:pt>
                      <c:pt idx="25">
                        <c:v>232.4177</c:v>
                      </c:pt>
                      <c:pt idx="26">
                        <c:v>232.4835</c:v>
                      </c:pt>
                      <c:pt idx="27">
                        <c:v>232.4648</c:v>
                      </c:pt>
                      <c:pt idx="28">
                        <c:v>232.7144</c:v>
                      </c:pt>
                      <c:pt idx="29">
                        <c:v>232.8582</c:v>
                      </c:pt>
                      <c:pt idx="30">
                        <c:v>232.9174</c:v>
                      </c:pt>
                      <c:pt idx="31">
                        <c:v>233.0186</c:v>
                      </c:pt>
                      <c:pt idx="32">
                        <c:v>233.1976</c:v>
                      </c:pt>
                      <c:pt idx="33">
                        <c:v>233.3672</c:v>
                      </c:pt>
                      <c:pt idx="34">
                        <c:v>233.5772</c:v>
                      </c:pt>
                      <c:pt idx="35">
                        <c:v>233.7334</c:v>
                      </c:pt>
                      <c:pt idx="36">
                        <c:v>234.0485</c:v>
                      </c:pt>
                      <c:pt idx="37">
                        <c:v>233.7782</c:v>
                      </c:pt>
                      <c:pt idx="38">
                        <c:v>233.9036</c:v>
                      </c:pt>
                      <c:pt idx="39">
                        <c:v>233.9669</c:v>
                      </c:pt>
                      <c:pt idx="40">
                        <c:v>234.3408</c:v>
                      </c:pt>
                      <c:pt idx="41">
                        <c:v>234.4808</c:v>
                      </c:pt>
                      <c:pt idx="42">
                        <c:v>234.4756</c:v>
                      </c:pt>
                      <c:pt idx="43">
                        <c:v>234.3427</c:v>
                      </c:pt>
                      <c:pt idx="44">
                        <c:v>233.9172</c:v>
                      </c:pt>
                      <c:pt idx="45">
                        <c:v>233.8103</c:v>
                      </c:pt>
                      <c:pt idx="46">
                        <c:v>233.7338</c:v>
                      </c:pt>
                      <c:pt idx="47">
                        <c:v>233.8351</c:v>
                      </c:pt>
                      <c:pt idx="48">
                        <c:v>234.0412</c:v>
                      </c:pt>
                      <c:pt idx="49">
                        <c:v>234.23</c:v>
                      </c:pt>
                      <c:pt idx="50">
                        <c:v>234.2072</c:v>
                      </c:pt>
                      <c:pt idx="51">
                        <c:v>234.2321</c:v>
                      </c:pt>
                      <c:pt idx="52">
                        <c:v>234.2303</c:v>
                      </c:pt>
                      <c:pt idx="53">
                        <c:v>234.151</c:v>
                      </c:pt>
                      <c:pt idx="54">
                        <c:v>234.1371</c:v>
                      </c:pt>
                      <c:pt idx="55">
                        <c:v>234.268</c:v>
                      </c:pt>
                      <c:pt idx="56">
                        <c:v>234.359</c:v>
                      </c:pt>
                      <c:pt idx="57">
                        <c:v>234.4654</c:v>
                      </c:pt>
                      <c:pt idx="58">
                        <c:v>234.3959</c:v>
                      </c:pt>
                      <c:pt idx="59">
                        <c:v>234.5211</c:v>
                      </c:pt>
                      <c:pt idx="60">
                        <c:v>234.6921</c:v>
                      </c:pt>
                      <c:pt idx="61">
                        <c:v>234.8724</c:v>
                      </c:pt>
                      <c:pt idx="62">
                        <c:v>234.9949</c:v>
                      </c:pt>
                      <c:pt idx="63">
                        <c:v>234.9746</c:v>
                      </c:pt>
                      <c:pt idx="64">
                        <c:v>235.0193</c:v>
                      </c:pt>
                      <c:pt idx="65">
                        <c:v>235.2418</c:v>
                      </c:pt>
                      <c:pt idx="66">
                        <c:v>235.3764</c:v>
                      </c:pt>
                      <c:pt idx="67">
                        <c:v>235.4277</c:v>
                      </c:pt>
                      <c:pt idx="68">
                        <c:v>235.5524</c:v>
                      </c:pt>
                      <c:pt idx="69">
                        <c:v>235.7852</c:v>
                      </c:pt>
                      <c:pt idx="70">
                        <c:v>235.9926</c:v>
                      </c:pt>
                      <c:pt idx="71">
                        <c:v>236.2847</c:v>
                      </c:pt>
                      <c:pt idx="72">
                        <c:v>236.5837</c:v>
                      </c:pt>
                      <c:pt idx="73">
                        <c:v>236.2346</c:v>
                      </c:pt>
                      <c:pt idx="74">
                        <c:v>236.0892</c:v>
                      </c:pt>
                      <c:pt idx="75">
                        <c:v>235.7464</c:v>
                      </c:pt>
                      <c:pt idx="76">
                        <c:v>235.0949</c:v>
                      </c:pt>
                      <c:pt idx="77">
                        <c:v>235.4005</c:v>
                      </c:pt>
                      <c:pt idx="78">
                        <c:v>235.5079</c:v>
                      </c:pt>
                      <c:pt idx="79">
                        <c:v>235.7436</c:v>
                      </c:pt>
                      <c:pt idx="80">
                        <c:v>235.8227</c:v>
                      </c:pt>
                      <c:pt idx="81">
                        <c:v>235.719</c:v>
                      </c:pt>
                      <c:pt idx="82">
                        <c:v>235.6691</c:v>
                      </c:pt>
                      <c:pt idx="83">
                        <c:v>235.837</c:v>
                      </c:pt>
                      <c:pt idx="84">
                        <c:v>236.0117</c:v>
                      </c:pt>
                      <c:pt idx="85">
                        <c:v>236.0262</c:v>
                      </c:pt>
                      <c:pt idx="86">
                        <c:v>235.9289</c:v>
                      </c:pt>
                      <c:pt idx="87">
                        <c:v>235.8487</c:v>
                      </c:pt>
                      <c:pt idx="88">
                        <c:v>235.9713</c:v>
                      </c:pt>
                      <c:pt idx="89">
                        <c:v>235.9741</c:v>
                      </c:pt>
                      <c:pt idx="90">
                        <c:v>236.0423</c:v>
                      </c:pt>
                      <c:pt idx="91">
                        <c:v>236.1899</c:v>
                      </c:pt>
                      <c:pt idx="92">
                        <c:v>236.2037</c:v>
                      </c:pt>
                      <c:pt idx="93">
                        <c:v>236.2359</c:v>
                      </c:pt>
                      <c:pt idx="94">
                        <c:v>236.3691</c:v>
                      </c:pt>
                      <c:pt idx="95">
                        <c:v>236.5436</c:v>
                      </c:pt>
                      <c:pt idx="96">
                        <c:v>236.6032</c:v>
                      </c:pt>
                      <c:pt idx="97">
                        <c:v>236.499</c:v>
                      </c:pt>
                      <c:pt idx="98">
                        <c:v>236.6671</c:v>
                      </c:pt>
                      <c:pt idx="99">
                        <c:v>236.7624</c:v>
                      </c:pt>
                      <c:pt idx="100">
                        <c:v>236.9175</c:v>
                      </c:pt>
                      <c:pt idx="101">
                        <c:v>237.0328</c:v>
                      </c:pt>
                      <c:pt idx="102">
                        <c:v>237.1048</c:v>
                      </c:pt>
                      <c:pt idx="103">
                        <c:v>237.271</c:v>
                      </c:pt>
                      <c:pt idx="104">
                        <c:v>237.3027</c:v>
                      </c:pt>
                      <c:pt idx="105">
                        <c:v>237.3959</c:v>
                      </c:pt>
                      <c:pt idx="106">
                        <c:v>237.5495</c:v>
                      </c:pt>
                      <c:pt idx="107">
                        <c:v>237.6444</c:v>
                      </c:pt>
                      <c:pt idx="108">
                        <c:v>237.7882</c:v>
                      </c:pt>
                      <c:pt idx="109">
                        <c:v>237.8945</c:v>
                      </c:pt>
                      <c:pt idx="110">
                        <c:v>238.0117</c:v>
                      </c:pt>
                      <c:pt idx="111">
                        <c:v>237.9061</c:v>
                      </c:pt>
                      <c:pt idx="112">
                        <c:v>238.0157</c:v>
                      </c:pt>
                      <c:pt idx="113">
                        <c:v>238.1772</c:v>
                      </c:pt>
                      <c:pt idx="114">
                        <c:v>238.2505</c:v>
                      </c:pt>
                      <c:pt idx="115">
                        <c:v>238.4146</c:v>
                      </c:pt>
                      <c:pt idx="116">
                        <c:v>238.5433</c:v>
                      </c:pt>
                      <c:pt idx="117">
                        <c:v>238.3038</c:v>
                      </c:pt>
                      <c:pt idx="118">
                        <c:v>238.4132</c:v>
                      </c:pt>
                      <c:pt idx="119">
                        <c:v>238.5795</c:v>
                      </c:pt>
                      <c:pt idx="120">
                        <c:v>238.6065</c:v>
                      </c:pt>
                      <c:pt idx="121">
                        <c:v>238.4352</c:v>
                      </c:pt>
                      <c:pt idx="122">
                        <c:v>238.1939</c:v>
                      </c:pt>
                      <c:pt idx="123">
                        <c:v>238.3864</c:v>
                      </c:pt>
                      <c:pt idx="124">
                        <c:v>238.4282</c:v>
                      </c:pt>
                      <c:pt idx="125">
                        <c:v>238.4879</c:v>
                      </c:pt>
                      <c:pt idx="126">
                        <c:v>238.6167</c:v>
                      </c:pt>
                      <c:pt idx="127">
                        <c:v>238.7692</c:v>
                      </c:pt>
                      <c:pt idx="128">
                        <c:v>238.7961</c:v>
                      </c:pt>
                      <c:pt idx="129">
                        <c:v>238.8178</c:v>
                      </c:pt>
                      <c:pt idx="130">
                        <c:v>238.7742</c:v>
                      </c:pt>
                      <c:pt idx="131">
                        <c:v>238.8083</c:v>
                      </c:pt>
                      <c:pt idx="132">
                        <c:v>239.1115</c:v>
                      </c:pt>
                      <c:pt idx="133">
                        <c:v>239.3147</c:v>
                      </c:pt>
                      <c:pt idx="134">
                        <c:v>239.401</c:v>
                      </c:pt>
                      <c:pt idx="135">
                        <c:v>239.611</c:v>
                      </c:pt>
                      <c:pt idx="136">
                        <c:v>239.7809</c:v>
                      </c:pt>
                      <c:pt idx="137">
                        <c:v>240.0307</c:v>
                      </c:pt>
                      <c:pt idx="138">
                        <c:v>240.2382</c:v>
                      </c:pt>
                      <c:pt idx="139">
                        <c:v>240.371</c:v>
                      </c:pt>
                    </c:numCache>
                  </c:numRef>
                </c:val>
                <c:smooth val="0"/>
              </c15:ser>
            </c15:filteredLineSeries>
            <c15:filteredLineSeries>
              <c15:ser>
                <c:idx val="5"/>
                <c:order val="6"/>
                <c:tx>
                  <c:strRef>
                    <c:extLst>
                      <c:ext uri="{02D57815-91ED-43cb-92C2-25804820EDAC}">
                        <c15:formulaRef>
                          <c15:sqref>'走势图 24'!$K$1</c15:sqref>
                        </c15:formulaRef>
                      </c:ext>
                    </c:extLst>
                    <c:strCache>
                      <c:ptCount val="1"/>
                      <c:pt idx="0">
                        <c:v>静态</c:v>
                      </c:pt>
                    </c:strCache>
                  </c:strRef>
                </c:tx>
                <c:spPr>
                  <a:ln w="28575" cap="rnd">
                    <a:solidFill>
                      <a:schemeClr val="accent6"/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delete val="1"/>
                </c:dLbls>
                <c:cat>
                  <c:num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'走势图 24'!$E$3:$E$253</c15:sqref>
                        </c15:formulaRef>
                      </c:ext>
                    </c:extLst>
                    <c:numCache>
                      <c:formatCode>yyyy/mm/dd</c:formatCode>
                      <c:ptCount val="251"/>
                      <c:pt idx="0" c:formatCode="yyyy/mm/dd">
                        <c:v>45293</c:v>
                      </c:pt>
                      <c:pt idx="1" c:formatCode="yyyy/mm/dd">
                        <c:v>45294</c:v>
                      </c:pt>
                      <c:pt idx="2" c:formatCode="yyyy/mm/dd">
                        <c:v>45295</c:v>
                      </c:pt>
                      <c:pt idx="3" c:formatCode="yyyy/mm/dd">
                        <c:v>45296</c:v>
                      </c:pt>
                      <c:pt idx="4" c:formatCode="yyyy/mm/dd">
                        <c:v>45299</c:v>
                      </c:pt>
                      <c:pt idx="5" c:formatCode="yyyy/mm/dd">
                        <c:v>45300</c:v>
                      </c:pt>
                      <c:pt idx="6" c:formatCode="yyyy/mm/dd">
                        <c:v>45301</c:v>
                      </c:pt>
                      <c:pt idx="7" c:formatCode="yyyy/mm/dd">
                        <c:v>45302</c:v>
                      </c:pt>
                      <c:pt idx="8" c:formatCode="yyyy/mm/dd">
                        <c:v>45303</c:v>
                      </c:pt>
                      <c:pt idx="9" c:formatCode="yyyy/mm/dd">
                        <c:v>45306</c:v>
                      </c:pt>
                      <c:pt idx="10" c:formatCode="yyyy/mm/dd">
                        <c:v>45307</c:v>
                      </c:pt>
                      <c:pt idx="11" c:formatCode="yyyy/mm/dd">
                        <c:v>45308</c:v>
                      </c:pt>
                      <c:pt idx="12" c:formatCode="yyyy/mm/dd">
                        <c:v>45309</c:v>
                      </c:pt>
                      <c:pt idx="13" c:formatCode="yyyy/mm/dd">
                        <c:v>45310</c:v>
                      </c:pt>
                      <c:pt idx="14" c:formatCode="yyyy/mm/dd">
                        <c:v>45313</c:v>
                      </c:pt>
                      <c:pt idx="15" c:formatCode="yyyy/mm/dd">
                        <c:v>45314</c:v>
                      </c:pt>
                      <c:pt idx="16" c:formatCode="yyyy/mm/dd">
                        <c:v>45315</c:v>
                      </c:pt>
                      <c:pt idx="17" c:formatCode="yyyy/mm/dd">
                        <c:v>45316</c:v>
                      </c:pt>
                      <c:pt idx="18" c:formatCode="yyyy/mm/dd">
                        <c:v>45317</c:v>
                      </c:pt>
                      <c:pt idx="19" c:formatCode="yyyy/mm/dd">
                        <c:v>45320</c:v>
                      </c:pt>
                      <c:pt idx="20" c:formatCode="yyyy/mm/dd">
                        <c:v>45321</c:v>
                      </c:pt>
                      <c:pt idx="21" c:formatCode="yyyy/mm/dd">
                        <c:v>45322</c:v>
                      </c:pt>
                      <c:pt idx="22" c:formatCode="yyyy/mm/dd">
                        <c:v>45323</c:v>
                      </c:pt>
                      <c:pt idx="23" c:formatCode="yyyy/mm/dd">
                        <c:v>45324</c:v>
                      </c:pt>
                      <c:pt idx="24" c:formatCode="yyyy/mm/dd">
                        <c:v>45327</c:v>
                      </c:pt>
                      <c:pt idx="25" c:formatCode="yyyy/mm/dd">
                        <c:v>45328</c:v>
                      </c:pt>
                      <c:pt idx="26" c:formatCode="yyyy/mm/dd">
                        <c:v>45329</c:v>
                      </c:pt>
                      <c:pt idx="27" c:formatCode="yyyy/mm/dd">
                        <c:v>45330</c:v>
                      </c:pt>
                      <c:pt idx="28" c:formatCode="yyyy/mm/dd">
                        <c:v>45341</c:v>
                      </c:pt>
                      <c:pt idx="29" c:formatCode="yyyy/mm/dd">
                        <c:v>45342</c:v>
                      </c:pt>
                      <c:pt idx="30" c:formatCode="yyyy/mm/dd">
                        <c:v>45343</c:v>
                      </c:pt>
                      <c:pt idx="31" c:formatCode="yyyy/mm/dd">
                        <c:v>45344</c:v>
                      </c:pt>
                      <c:pt idx="32" c:formatCode="yyyy/mm/dd">
                        <c:v>45345</c:v>
                      </c:pt>
                      <c:pt idx="33" c:formatCode="yyyy/mm/dd">
                        <c:v>45348</c:v>
                      </c:pt>
                      <c:pt idx="34" c:formatCode="yyyy/mm/dd">
                        <c:v>45349</c:v>
                      </c:pt>
                      <c:pt idx="35" c:formatCode="yyyy/mm/dd">
                        <c:v>45350</c:v>
                      </c:pt>
                      <c:pt idx="36" c:formatCode="yyyy/mm/dd">
                        <c:v>45351</c:v>
                      </c:pt>
                      <c:pt idx="37" c:formatCode="yyyy/mm/dd">
                        <c:v>45352</c:v>
                      </c:pt>
                      <c:pt idx="38" c:formatCode="yyyy/mm/dd">
                        <c:v>45355</c:v>
                      </c:pt>
                      <c:pt idx="39" c:formatCode="yyyy/mm/dd">
                        <c:v>45356</c:v>
                      </c:pt>
                      <c:pt idx="40" c:formatCode="yyyy/mm/dd">
                        <c:v>45357</c:v>
                      </c:pt>
                      <c:pt idx="41" c:formatCode="yyyy/mm/dd">
                        <c:v>45358</c:v>
                      </c:pt>
                      <c:pt idx="42" c:formatCode="yyyy/mm/dd">
                        <c:v>45359</c:v>
                      </c:pt>
                      <c:pt idx="43" c:formatCode="yyyy/mm/dd">
                        <c:v>45362</c:v>
                      </c:pt>
                      <c:pt idx="44" c:formatCode="yyyy/mm/dd">
                        <c:v>45363</c:v>
                      </c:pt>
                      <c:pt idx="45" c:formatCode="yyyy/mm/dd">
                        <c:v>45364</c:v>
                      </c:pt>
                      <c:pt idx="46" c:formatCode="yyyy/mm/dd">
                        <c:v>45365</c:v>
                      </c:pt>
                      <c:pt idx="47" c:formatCode="yyyy/mm/dd">
                        <c:v>45366</c:v>
                      </c:pt>
                      <c:pt idx="48" c:formatCode="yyyy/mm/dd">
                        <c:v>45369</c:v>
                      </c:pt>
                      <c:pt idx="49" c:formatCode="yyyy/mm/dd">
                        <c:v>45370</c:v>
                      </c:pt>
                      <c:pt idx="50" c:formatCode="yyyy/mm/dd">
                        <c:v>45371</c:v>
                      </c:pt>
                      <c:pt idx="51" c:formatCode="yyyy/mm/dd">
                        <c:v>45372</c:v>
                      </c:pt>
                      <c:pt idx="52" c:formatCode="yyyy/mm/dd">
                        <c:v>45373</c:v>
                      </c:pt>
                      <c:pt idx="53" c:formatCode="yyyy/mm/dd">
                        <c:v>45376</c:v>
                      </c:pt>
                      <c:pt idx="54" c:formatCode="yyyy/mm/dd">
                        <c:v>45377</c:v>
                      </c:pt>
                      <c:pt idx="55" c:formatCode="yyyy/mm/dd">
                        <c:v>45378</c:v>
                      </c:pt>
                      <c:pt idx="56" c:formatCode="yyyy/mm/dd">
                        <c:v>45379</c:v>
                      </c:pt>
                      <c:pt idx="57" c:formatCode="yyyy/mm/dd">
                        <c:v>45380</c:v>
                      </c:pt>
                      <c:pt idx="58" c:formatCode="yyyy/mm/dd">
                        <c:v>45383</c:v>
                      </c:pt>
                      <c:pt idx="59" c:formatCode="yyyy/mm/dd">
                        <c:v>45384</c:v>
                      </c:pt>
                      <c:pt idx="60" c:formatCode="yyyy/mm/dd">
                        <c:v>45385</c:v>
                      </c:pt>
                      <c:pt idx="61" c:formatCode="yyyy/mm/dd">
                        <c:v>45390</c:v>
                      </c:pt>
                      <c:pt idx="62" c:formatCode="yyyy/mm/dd">
                        <c:v>45391</c:v>
                      </c:pt>
                      <c:pt idx="63" c:formatCode="yyyy/mm/dd">
                        <c:v>45392</c:v>
                      </c:pt>
                      <c:pt idx="64" c:formatCode="yyyy/mm/dd">
                        <c:v>45393</c:v>
                      </c:pt>
                      <c:pt idx="65" c:formatCode="yyyy/mm/dd">
                        <c:v>45394</c:v>
                      </c:pt>
                      <c:pt idx="66" c:formatCode="yyyy/mm/dd">
                        <c:v>45397</c:v>
                      </c:pt>
                      <c:pt idx="67" c:formatCode="yyyy/mm/dd">
                        <c:v>45398</c:v>
                      </c:pt>
                      <c:pt idx="68" c:formatCode="yyyy/mm/dd">
                        <c:v>45399</c:v>
                      </c:pt>
                      <c:pt idx="69" c:formatCode="yyyy/mm/dd">
                        <c:v>45400</c:v>
                      </c:pt>
                      <c:pt idx="70" c:formatCode="yyyy/mm/dd">
                        <c:v>45401</c:v>
                      </c:pt>
                      <c:pt idx="71" c:formatCode="yyyy/mm/dd">
                        <c:v>45404</c:v>
                      </c:pt>
                      <c:pt idx="72" c:formatCode="yyyy/mm/dd">
                        <c:v>45405</c:v>
                      </c:pt>
                      <c:pt idx="73" c:formatCode="yyyy/mm/dd">
                        <c:v>45406</c:v>
                      </c:pt>
                      <c:pt idx="74" c:formatCode="yyyy/mm/dd">
                        <c:v>45407</c:v>
                      </c:pt>
                      <c:pt idx="75" c:formatCode="yyyy/mm/dd">
                        <c:v>45408</c:v>
                      </c:pt>
                      <c:pt idx="76" c:formatCode="yyyy/mm/dd">
                        <c:v>45411</c:v>
                      </c:pt>
                      <c:pt idx="77" c:formatCode="yyyy/mm/dd">
                        <c:v>45412</c:v>
                      </c:pt>
                      <c:pt idx="78" c:formatCode="yyyy/mm/dd">
                        <c:v>45418</c:v>
                      </c:pt>
                      <c:pt idx="79" c:formatCode="yyyy/mm/dd">
                        <c:v>45419</c:v>
                      </c:pt>
                      <c:pt idx="80" c:formatCode="yyyy/mm/dd">
                        <c:v>45420</c:v>
                      </c:pt>
                      <c:pt idx="81" c:formatCode="yyyy/mm/dd">
                        <c:v>45421</c:v>
                      </c:pt>
                      <c:pt idx="82" c:formatCode="yyyy/mm/dd">
                        <c:v>45422</c:v>
                      </c:pt>
                      <c:pt idx="83" c:formatCode="yyyy/mm/dd">
                        <c:v>45425</c:v>
                      </c:pt>
                      <c:pt idx="84" c:formatCode="yyyy/mm/dd">
                        <c:v>45426</c:v>
                      </c:pt>
                      <c:pt idx="85" c:formatCode="yyyy/mm/dd">
                        <c:v>45427</c:v>
                      </c:pt>
                      <c:pt idx="86" c:formatCode="yyyy/mm/dd">
                        <c:v>45428</c:v>
                      </c:pt>
                      <c:pt idx="87" c:formatCode="yyyy/mm/dd">
                        <c:v>45429</c:v>
                      </c:pt>
                      <c:pt idx="88" c:formatCode="yyyy/mm/dd">
                        <c:v>45432</c:v>
                      </c:pt>
                      <c:pt idx="89" c:formatCode="yyyy/mm/dd">
                        <c:v>45433</c:v>
                      </c:pt>
                      <c:pt idx="90" c:formatCode="yyyy/mm/dd">
                        <c:v>45434</c:v>
                      </c:pt>
                      <c:pt idx="91" c:formatCode="yyyy/mm/dd">
                        <c:v>45435</c:v>
                      </c:pt>
                      <c:pt idx="92" c:formatCode="yyyy/mm/dd">
                        <c:v>45436</c:v>
                      </c:pt>
                      <c:pt idx="93" c:formatCode="yyyy/mm/dd">
                        <c:v>45439</c:v>
                      </c:pt>
                      <c:pt idx="94" c:formatCode="yyyy/mm/dd">
                        <c:v>45440</c:v>
                      </c:pt>
                      <c:pt idx="95" c:formatCode="yyyy/mm/dd">
                        <c:v>45441</c:v>
                      </c:pt>
                      <c:pt idx="96" c:formatCode="yyyy/mm/dd">
                        <c:v>45442</c:v>
                      </c:pt>
                      <c:pt idx="97" c:formatCode="yyyy/mm/dd">
                        <c:v>45443</c:v>
                      </c:pt>
                      <c:pt idx="98" c:formatCode="yyyy/mm/dd">
                        <c:v>45446</c:v>
                      </c:pt>
                      <c:pt idx="99" c:formatCode="yyyy/mm/dd">
                        <c:v>45447</c:v>
                      </c:pt>
                      <c:pt idx="100" c:formatCode="yyyy/mm/dd">
                        <c:v>45448</c:v>
                      </c:pt>
                      <c:pt idx="101" c:formatCode="yyyy/mm/dd">
                        <c:v>45449</c:v>
                      </c:pt>
                      <c:pt idx="102" c:formatCode="yyyy/mm/dd">
                        <c:v>45450</c:v>
                      </c:pt>
                      <c:pt idx="103" c:formatCode="yyyy/mm/dd">
                        <c:v>45454</c:v>
                      </c:pt>
                      <c:pt idx="104" c:formatCode="yyyy/mm/dd">
                        <c:v>45455</c:v>
                      </c:pt>
                      <c:pt idx="105" c:formatCode="yyyy/mm/dd">
                        <c:v>45456</c:v>
                      </c:pt>
                      <c:pt idx="106" c:formatCode="yyyy/mm/dd">
                        <c:v>45457</c:v>
                      </c:pt>
                      <c:pt idx="107" c:formatCode="yyyy/mm/dd">
                        <c:v>45460</c:v>
                      </c:pt>
                      <c:pt idx="108" c:formatCode="yyyy/mm/dd">
                        <c:v>45461</c:v>
                      </c:pt>
                      <c:pt idx="109" c:formatCode="yyyy/mm/dd">
                        <c:v>45462</c:v>
                      </c:pt>
                      <c:pt idx="110" c:formatCode="yyyy/mm/dd">
                        <c:v>45463</c:v>
                      </c:pt>
                      <c:pt idx="111" c:formatCode="yyyy/mm/dd">
                        <c:v>45464</c:v>
                      </c:pt>
                      <c:pt idx="112" c:formatCode="yyyy/mm/dd">
                        <c:v>45467</c:v>
                      </c:pt>
                      <c:pt idx="113" c:formatCode="yyyy/mm/dd">
                        <c:v>45468</c:v>
                      </c:pt>
                      <c:pt idx="114" c:formatCode="yyyy/mm/dd">
                        <c:v>45469</c:v>
                      </c:pt>
                      <c:pt idx="115" c:formatCode="yyyy/mm/dd">
                        <c:v>45470</c:v>
                      </c:pt>
                      <c:pt idx="116" c:formatCode="yyyy/mm/dd">
                        <c:v>45471</c:v>
                      </c:pt>
                      <c:pt idx="117" c:formatCode="yyyy/mm/dd">
                        <c:v>45474</c:v>
                      </c:pt>
                      <c:pt idx="118" c:formatCode="yyyy/mm/dd">
                        <c:v>45475</c:v>
                      </c:pt>
                      <c:pt idx="119" c:formatCode="yyyy/mm/dd">
                        <c:v>45476</c:v>
                      </c:pt>
                      <c:pt idx="120" c:formatCode="yyyy/mm/dd">
                        <c:v>45477</c:v>
                      </c:pt>
                      <c:pt idx="121" c:formatCode="yyyy/mm/dd">
                        <c:v>45478</c:v>
                      </c:pt>
                      <c:pt idx="122" c:formatCode="yyyy/mm/dd">
                        <c:v>45481</c:v>
                      </c:pt>
                      <c:pt idx="123" c:formatCode="yyyy/mm/dd">
                        <c:v>45482</c:v>
                      </c:pt>
                      <c:pt idx="124" c:formatCode="yyyy/mm/dd">
                        <c:v>45483</c:v>
                      </c:pt>
                      <c:pt idx="125" c:formatCode="yyyy/mm/dd">
                        <c:v>45484</c:v>
                      </c:pt>
                      <c:pt idx="126" c:formatCode="yyyy/mm/dd">
                        <c:v>45485</c:v>
                      </c:pt>
                      <c:pt idx="127" c:formatCode="yyyy/mm/dd">
                        <c:v>45488</c:v>
                      </c:pt>
                      <c:pt idx="128" c:formatCode="yyyy/mm/dd">
                        <c:v>45489</c:v>
                      </c:pt>
                      <c:pt idx="129" c:formatCode="yyyy/mm/dd">
                        <c:v>45490</c:v>
                      </c:pt>
                      <c:pt idx="130" c:formatCode="yyyy/mm/dd">
                        <c:v>45491</c:v>
                      </c:pt>
                      <c:pt idx="131" c:formatCode="yyyy/mm/dd">
                        <c:v>45492</c:v>
                      </c:pt>
                      <c:pt idx="132" c:formatCode="yyyy/mm/dd">
                        <c:v>45495</c:v>
                      </c:pt>
                      <c:pt idx="133" c:formatCode="yyyy/mm/dd">
                        <c:v>45496</c:v>
                      </c:pt>
                      <c:pt idx="134" c:formatCode="yyyy/mm/dd">
                        <c:v>45497</c:v>
                      </c:pt>
                      <c:pt idx="135" c:formatCode="yyyy/mm/dd">
                        <c:v>45498</c:v>
                      </c:pt>
                      <c:pt idx="136" c:formatCode="yyyy/mm/dd">
                        <c:v>45499</c:v>
                      </c:pt>
                      <c:pt idx="137" c:formatCode="yyyy/mm/dd">
                        <c:v>45502</c:v>
                      </c:pt>
                      <c:pt idx="138" c:formatCode="yyyy/mm/dd">
                        <c:v>45503</c:v>
                      </c:pt>
                      <c:pt idx="139" c:formatCode="yyyy/mm/dd">
                        <c:v>45504</c:v>
                      </c:pt>
                      <c:pt idx="140" c:formatCode="yyyy/mm/dd">
                        <c:v>45505</c:v>
                      </c:pt>
                      <c:pt idx="141" c:formatCode="yyyy/mm/dd">
                        <c:v>45506</c:v>
                      </c:pt>
                      <c:pt idx="142" c:formatCode="yyyy/mm/dd">
                        <c:v>45509</c:v>
                      </c:pt>
                      <c:pt idx="143" c:formatCode="yyyy/mm/dd">
                        <c:v>45510</c:v>
                      </c:pt>
                      <c:pt idx="144" c:formatCode="yyyy/mm/dd">
                        <c:v>45511</c:v>
                      </c:pt>
                      <c:pt idx="145" c:formatCode="yyyy/mm/dd">
                        <c:v>45512</c:v>
                      </c:pt>
                      <c:pt idx="146" c:formatCode="yyyy/mm/dd">
                        <c:v>45513</c:v>
                      </c:pt>
                      <c:pt idx="147" c:formatCode="yyyy/mm/dd">
                        <c:v>45516</c:v>
                      </c:pt>
                      <c:pt idx="148" c:formatCode="yyyy/mm/dd">
                        <c:v>45517</c:v>
                      </c:pt>
                      <c:pt idx="149" c:formatCode="yyyy/mm/dd">
                        <c:v>45518</c:v>
                      </c:pt>
                      <c:pt idx="150" c:formatCode="yyyy/mm/dd">
                        <c:v>45519</c:v>
                      </c:pt>
                      <c:pt idx="151" c:formatCode="yyyy/mm/dd">
                        <c:v>45520</c:v>
                      </c:pt>
                      <c:pt idx="152" c:formatCode="yyyy/mm/dd">
                        <c:v>45523</c:v>
                      </c:pt>
                      <c:pt idx="153" c:formatCode="yyyy/mm/dd">
                        <c:v>45524</c:v>
                      </c:pt>
                      <c:pt idx="154" c:formatCode="yyyy/mm/dd">
                        <c:v>45525</c:v>
                      </c:pt>
                      <c:pt idx="155" c:formatCode="yyyy/mm/dd">
                        <c:v>45526</c:v>
                      </c:pt>
                      <c:pt idx="156" c:formatCode="yyyy/mm/dd">
                        <c:v>45527</c:v>
                      </c:pt>
                      <c:pt idx="157" c:formatCode="yyyy/mm/dd">
                        <c:v>45530</c:v>
                      </c:pt>
                      <c:pt idx="158" c:formatCode="yyyy/mm/dd">
                        <c:v>45531</c:v>
                      </c:pt>
                      <c:pt idx="159" c:formatCode="yyyy/mm/dd">
                        <c:v>45532</c:v>
                      </c:pt>
                      <c:pt idx="160" c:formatCode="yyyy/mm/dd">
                        <c:v>45533</c:v>
                      </c:pt>
                      <c:pt idx="161" c:formatCode="yyyy/mm/dd">
                        <c:v>45534</c:v>
                      </c:pt>
                      <c:pt idx="162" c:formatCode="yyyy/mm/dd">
                        <c:v>45537</c:v>
                      </c:pt>
                      <c:pt idx="163" c:formatCode="yyyy/mm/dd">
                        <c:v>45538</c:v>
                      </c:pt>
                      <c:pt idx="164" c:formatCode="yyyy/mm/dd">
                        <c:v>45539</c:v>
                      </c:pt>
                      <c:pt idx="165" c:formatCode="yyyy/mm/dd">
                        <c:v>45540</c:v>
                      </c:pt>
                      <c:pt idx="166" c:formatCode="yyyy/mm/dd">
                        <c:v>45541</c:v>
                      </c:pt>
                      <c:pt idx="167" c:formatCode="yyyy/mm/dd">
                        <c:v>45544</c:v>
                      </c:pt>
                      <c:pt idx="168" c:formatCode="yyyy/mm/dd">
                        <c:v>45545</c:v>
                      </c:pt>
                      <c:pt idx="169" c:formatCode="yyyy/mm/dd">
                        <c:v>45546</c:v>
                      </c:pt>
                      <c:pt idx="170" c:formatCode="yyyy/mm/dd">
                        <c:v>45547</c:v>
                      </c:pt>
                      <c:pt idx="171" c:formatCode="yyyy/mm/dd">
                        <c:v>45548</c:v>
                      </c:pt>
                      <c:pt idx="172" c:formatCode="yyyy/mm/dd">
                        <c:v>45553</c:v>
                      </c:pt>
                      <c:pt idx="173" c:formatCode="yyyy/mm/dd">
                        <c:v>45554</c:v>
                      </c:pt>
                      <c:pt idx="174" c:formatCode="yyyy/mm/dd">
                        <c:v>45555</c:v>
                      </c:pt>
                      <c:pt idx="175" c:formatCode="yyyy/mm/dd">
                        <c:v>45558</c:v>
                      </c:pt>
                      <c:pt idx="176" c:formatCode="yyyy/mm/dd">
                        <c:v>45559</c:v>
                      </c:pt>
                      <c:pt idx="177" c:formatCode="yyyy/mm/dd">
                        <c:v>45560</c:v>
                      </c:pt>
                      <c:pt idx="178" c:formatCode="yyyy/mm/dd">
                        <c:v>45561</c:v>
                      </c:pt>
                      <c:pt idx="179" c:formatCode="yyyy/mm/dd">
                        <c:v>45562</c:v>
                      </c:pt>
                      <c:pt idx="180" c:formatCode="yyyy/mm/dd">
                        <c:v>45565</c:v>
                      </c:pt>
                      <c:pt idx="181" c:formatCode="yyyy/mm/dd">
                        <c:v>45573</c:v>
                      </c:pt>
                      <c:pt idx="182" c:formatCode="yyyy/mm/dd">
                        <c:v>45574</c:v>
                      </c:pt>
                      <c:pt idx="183" c:formatCode="yyyy/mm/dd">
                        <c:v>45575</c:v>
                      </c:pt>
                      <c:pt idx="184" c:formatCode="yyyy/mm/dd">
                        <c:v>45576</c:v>
                      </c:pt>
                      <c:pt idx="185" c:formatCode="yyyy/mm/dd">
                        <c:v>45579</c:v>
                      </c:pt>
                      <c:pt idx="186" c:formatCode="yyyy/mm/dd">
                        <c:v>45580</c:v>
                      </c:pt>
                      <c:pt idx="187" c:formatCode="yyyy/mm/dd">
                        <c:v>45581</c:v>
                      </c:pt>
                      <c:pt idx="188" c:formatCode="yyyy/mm/dd">
                        <c:v>45582</c:v>
                      </c:pt>
                      <c:pt idx="189" c:formatCode="yyyy/mm/dd">
                        <c:v>45583</c:v>
                      </c:pt>
                      <c:pt idx="190" c:formatCode="yyyy/mm/dd">
                        <c:v>45586</c:v>
                      </c:pt>
                      <c:pt idx="191" c:formatCode="yyyy/mm/dd">
                        <c:v>45587</c:v>
                      </c:pt>
                      <c:pt idx="192" c:formatCode="yyyy/mm/dd">
                        <c:v>45588</c:v>
                      </c:pt>
                      <c:pt idx="193" c:formatCode="yyyy/mm/dd">
                        <c:v>45589</c:v>
                      </c:pt>
                      <c:pt idx="194" c:formatCode="yyyy/mm/dd">
                        <c:v>45590</c:v>
                      </c:pt>
                      <c:pt idx="195" c:formatCode="yyyy/mm/dd">
                        <c:v>45593</c:v>
                      </c:pt>
                      <c:pt idx="196" c:formatCode="yyyy/mm/dd">
                        <c:v>45594</c:v>
                      </c:pt>
                      <c:pt idx="197" c:formatCode="yyyy/mm/dd">
                        <c:v>45595</c:v>
                      </c:pt>
                      <c:pt idx="198" c:formatCode="yyyy/mm/dd">
                        <c:v>45596</c:v>
                      </c:pt>
                      <c:pt idx="199" c:formatCode="yyyy/mm/dd">
                        <c:v>45597</c:v>
                      </c:pt>
                      <c:pt idx="200" c:formatCode="yyyy/mm/dd">
                        <c:v>45600</c:v>
                      </c:pt>
                      <c:pt idx="201" c:formatCode="yyyy/mm/dd">
                        <c:v>45601</c:v>
                      </c:pt>
                      <c:pt idx="202" c:formatCode="yyyy/mm/dd">
                        <c:v>45602</c:v>
                      </c:pt>
                      <c:pt idx="203" c:formatCode="yyyy/mm/dd">
                        <c:v>45603</c:v>
                      </c:pt>
                      <c:pt idx="204" c:formatCode="yyyy/mm/dd">
                        <c:v>45604</c:v>
                      </c:pt>
                      <c:pt idx="205" c:formatCode="yyyy/mm/dd">
                        <c:v>45607</c:v>
                      </c:pt>
                      <c:pt idx="206" c:formatCode="yyyy/mm/dd">
                        <c:v>45608</c:v>
                      </c:pt>
                      <c:pt idx="207" c:formatCode="yyyy/mm/dd">
                        <c:v>45609</c:v>
                      </c:pt>
                      <c:pt idx="208" c:formatCode="yyyy/mm/dd">
                        <c:v>45610</c:v>
                      </c:pt>
                      <c:pt idx="209" c:formatCode="yyyy/mm/dd">
                        <c:v>45611</c:v>
                      </c:pt>
                      <c:pt idx="210" c:formatCode="yyyy/mm/dd">
                        <c:v>45614</c:v>
                      </c:pt>
                      <c:pt idx="211" c:formatCode="yyyy/mm/dd">
                        <c:v>45615</c:v>
                      </c:pt>
                      <c:pt idx="212" c:formatCode="yyyy/mm/dd">
                        <c:v>45616</c:v>
                      </c:pt>
                      <c:pt idx="213" c:formatCode="yyyy/mm/dd">
                        <c:v>45617</c:v>
                      </c:pt>
                      <c:pt idx="214" c:formatCode="yyyy/mm/dd">
                        <c:v>45618</c:v>
                      </c:pt>
                      <c:pt idx="215" c:formatCode="yyyy/mm/dd">
                        <c:v>45621</c:v>
                      </c:pt>
                      <c:pt idx="216" c:formatCode="yyyy/mm/dd">
                        <c:v>45622</c:v>
                      </c:pt>
                      <c:pt idx="217" c:formatCode="yyyy/mm/dd">
                        <c:v>45623</c:v>
                      </c:pt>
                      <c:pt idx="218" c:formatCode="yyyy/mm/dd">
                        <c:v>45624</c:v>
                      </c:pt>
                      <c:pt idx="219" c:formatCode="yyyy/mm/dd">
                        <c:v>45625</c:v>
                      </c:pt>
                      <c:pt idx="220" c:formatCode="yyyy/mm/dd">
                        <c:v>45628</c:v>
                      </c:pt>
                      <c:pt idx="221" c:formatCode="yyyy/mm/dd">
                        <c:v>45629</c:v>
                      </c:pt>
                      <c:pt idx="222" c:formatCode="yyyy/mm/dd">
                        <c:v>45630</c:v>
                      </c:pt>
                      <c:pt idx="223" c:formatCode="yyyy/mm/dd">
                        <c:v>45631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'走势图 24'!$K$3:$K$142</c15:sqref>
                        </c15:formulaRef>
                      </c:ext>
                    </c:extLst>
                    <c:numCache>
                      <c:formatCode>0.00%</c:formatCode>
                      <c:ptCount val="140"/>
                      <c:pt idx="0">
                        <c:v>0.021848</c:v>
                      </c:pt>
                      <c:pt idx="1">
                        <c:v>0.021809</c:v>
                      </c:pt>
                      <c:pt idx="2">
                        <c:v>0.021782</c:v>
                      </c:pt>
                      <c:pt idx="3">
                        <c:v>0.021637</c:v>
                      </c:pt>
                      <c:pt idx="4">
                        <c:v>0.02171</c:v>
                      </c:pt>
                      <c:pt idx="5">
                        <c:v>0.021803</c:v>
                      </c:pt>
                      <c:pt idx="6">
                        <c:v>0.021865</c:v>
                      </c:pt>
                      <c:pt idx="7">
                        <c:v>0.021843</c:v>
                      </c:pt>
                      <c:pt idx="8">
                        <c:v>0.021763</c:v>
                      </c:pt>
                      <c:pt idx="9">
                        <c:v>0.021473</c:v>
                      </c:pt>
                      <c:pt idx="10">
                        <c:v>0.021596</c:v>
                      </c:pt>
                      <c:pt idx="11">
                        <c:v>0.021602</c:v>
                      </c:pt>
                      <c:pt idx="12">
                        <c:v>0.021171</c:v>
                      </c:pt>
                      <c:pt idx="13">
                        <c:v>0.02131</c:v>
                      </c:pt>
                      <c:pt idx="14">
                        <c:v>0.021772</c:v>
                      </c:pt>
                      <c:pt idx="15">
                        <c:v>0.021859</c:v>
                      </c:pt>
                      <c:pt idx="16">
                        <c:v>0.02183</c:v>
                      </c:pt>
                      <c:pt idx="17">
                        <c:v>0.021188</c:v>
                      </c:pt>
                      <c:pt idx="18">
                        <c:v>0.021065</c:v>
                      </c:pt>
                      <c:pt idx="19">
                        <c:v>0.021066</c:v>
                      </c:pt>
                      <c:pt idx="20">
                        <c:v>0.020892</c:v>
                      </c:pt>
                      <c:pt idx="21">
                        <c:v>0.020562</c:v>
                      </c:pt>
                      <c:pt idx="22">
                        <c:v>0.020705</c:v>
                      </c:pt>
                      <c:pt idx="23">
                        <c:v>0.020944</c:v>
                      </c:pt>
                      <c:pt idx="24">
                        <c:v>0.020732</c:v>
                      </c:pt>
                      <c:pt idx="25">
                        <c:v>0.020622</c:v>
                      </c:pt>
                      <c:pt idx="26">
                        <c:v>0.020104</c:v>
                      </c:pt>
                      <c:pt idx="27">
                        <c:v>0.020396</c:v>
                      </c:pt>
                      <c:pt idx="28">
                        <c:v>0.020503</c:v>
                      </c:pt>
                      <c:pt idx="29">
                        <c:v>0.020474</c:v>
                      </c:pt>
                      <c:pt idx="30">
                        <c:v>0.020396</c:v>
                      </c:pt>
                      <c:pt idx="31">
                        <c:v>0.020424</c:v>
                      </c:pt>
                      <c:pt idx="32">
                        <c:v>0.020406</c:v>
                      </c:pt>
                      <c:pt idx="33">
                        <c:v>0.020226</c:v>
                      </c:pt>
                      <c:pt idx="34">
                        <c:v>0.020252</c:v>
                      </c:pt>
                      <c:pt idx="35">
                        <c:v>0.019999</c:v>
                      </c:pt>
                      <c:pt idx="36">
                        <c:v>0.019584</c:v>
                      </c:pt>
                      <c:pt idx="37">
                        <c:v>0.020105</c:v>
                      </c:pt>
                      <c:pt idx="38">
                        <c:v>0.020266</c:v>
                      </c:pt>
                      <c:pt idx="39">
                        <c:v>0.020139</c:v>
                      </c:pt>
                      <c:pt idx="40">
                        <c:v>0.020085</c:v>
                      </c:pt>
                      <c:pt idx="41">
                        <c:v>0.020059</c:v>
                      </c:pt>
                      <c:pt idx="42">
                        <c:v>0.020227</c:v>
                      </c:pt>
                      <c:pt idx="43">
                        <c:v>0.020923</c:v>
                      </c:pt>
                      <c:pt idx="44">
                        <c:v>0.020736</c:v>
                      </c:pt>
                      <c:pt idx="45">
                        <c:v>0.020445</c:v>
                      </c:pt>
                      <c:pt idx="46">
                        <c:v>0.02059</c:v>
                      </c:pt>
                      <c:pt idx="47">
                        <c:v>0.020482</c:v>
                      </c:pt>
                      <c:pt idx="48">
                        <c:v>0.020688</c:v>
                      </c:pt>
                      <c:pt idx="49">
                        <c:v>0.019938</c:v>
                      </c:pt>
                      <c:pt idx="50">
                        <c:v>0.020478</c:v>
                      </c:pt>
                      <c:pt idx="51">
                        <c:v>0.020145</c:v>
                      </c:pt>
                      <c:pt idx="52">
                        <c:v>0.020506</c:v>
                      </c:pt>
                      <c:pt idx="53">
                        <c:v>0.020633</c:v>
                      </c:pt>
                      <c:pt idx="54">
                        <c:v>0.020758</c:v>
                      </c:pt>
                      <c:pt idx="55">
                        <c:v>0.020797</c:v>
                      </c:pt>
                      <c:pt idx="56">
                        <c:v>0.020941</c:v>
                      </c:pt>
                      <c:pt idx="57">
                        <c:v>0.02077</c:v>
                      </c:pt>
                      <c:pt idx="58">
                        <c:v>0.020801</c:v>
                      </c:pt>
                      <c:pt idx="59">
                        <c:v>0.020656</c:v>
                      </c:pt>
                      <c:pt idx="60">
                        <c:v>0.020589</c:v>
                      </c:pt>
                      <c:pt idx="61">
                        <c:v>0.020436</c:v>
                      </c:pt>
                      <c:pt idx="62">
                        <c:v>0.020422</c:v>
                      </c:pt>
                      <c:pt idx="63">
                        <c:v>0.020467</c:v>
                      </c:pt>
                      <c:pt idx="64">
                        <c:v>0.02041</c:v>
                      </c:pt>
                      <c:pt idx="65">
                        <c:v>0.020295</c:v>
                      </c:pt>
                      <c:pt idx="66">
                        <c:v>0.020258</c:v>
                      </c:pt>
                      <c:pt idx="67">
                        <c:v>0.020323</c:v>
                      </c:pt>
                      <c:pt idx="68">
                        <c:v>0.020408</c:v>
                      </c:pt>
                      <c:pt idx="69">
                        <c:v>0.020247</c:v>
                      </c:pt>
                      <c:pt idx="70">
                        <c:v>0.020228</c:v>
                      </c:pt>
                      <c:pt idx="71">
                        <c:v>0.020321</c:v>
                      </c:pt>
                      <c:pt idx="72">
                        <c:v>0.020308</c:v>
                      </c:pt>
                      <c:pt idx="73">
                        <c:v>0.020455</c:v>
                      </c:pt>
                      <c:pt idx="74">
                        <c:v>0.019858</c:v>
                      </c:pt>
                      <c:pt idx="75">
                        <c:v>0.020631</c:v>
                      </c:pt>
                      <c:pt idx="76">
                        <c:v>0.020933</c:v>
                      </c:pt>
                      <c:pt idx="77">
                        <c:v>0.0207</c:v>
                      </c:pt>
                      <c:pt idx="78">
                        <c:v>0.020621</c:v>
                      </c:pt>
                      <c:pt idx="79">
                        <c:v>0.020019</c:v>
                      </c:pt>
                      <c:pt idx="80">
                        <c:v>0.020335</c:v>
                      </c:pt>
                      <c:pt idx="81">
                        <c:v>0.02033</c:v>
                      </c:pt>
                      <c:pt idx="82">
                        <c:v>0.020164</c:v>
                      </c:pt>
                      <c:pt idx="83">
                        <c:v>0.020083</c:v>
                      </c:pt>
                      <c:pt idx="84">
                        <c:v>0.020027</c:v>
                      </c:pt>
                      <c:pt idx="85">
                        <c:v>0.02003</c:v>
                      </c:pt>
                      <c:pt idx="86">
                        <c:v>0.019975</c:v>
                      </c:pt>
                      <c:pt idx="87">
                        <c:v>0.019907</c:v>
                      </c:pt>
                      <c:pt idx="88">
                        <c:v>0.019868</c:v>
                      </c:pt>
                      <c:pt idx="89">
                        <c:v>0.019864</c:v>
                      </c:pt>
                      <c:pt idx="90">
                        <c:v>0.019905</c:v>
                      </c:pt>
                      <c:pt idx="91">
                        <c:v>0.019651</c:v>
                      </c:pt>
                      <c:pt idx="92">
                        <c:v>0.019798</c:v>
                      </c:pt>
                      <c:pt idx="93">
                        <c:v>0.019723</c:v>
                      </c:pt>
                      <c:pt idx="94">
                        <c:v>0.019691</c:v>
                      </c:pt>
                      <c:pt idx="95">
                        <c:v>0.019039</c:v>
                      </c:pt>
                      <c:pt idx="96">
                        <c:v>0.019129</c:v>
                      </c:pt>
                      <c:pt idx="97">
                        <c:v>0.019644</c:v>
                      </c:pt>
                      <c:pt idx="98">
                        <c:v>0.019575</c:v>
                      </c:pt>
                      <c:pt idx="99">
                        <c:v>0.019486</c:v>
                      </c:pt>
                      <c:pt idx="100">
                        <c:v>0.019548</c:v>
                      </c:pt>
                      <c:pt idx="101">
                        <c:v>0.019619</c:v>
                      </c:pt>
                      <c:pt idx="102">
                        <c:v>0.019549</c:v>
                      </c:pt>
                      <c:pt idx="103">
                        <c:v>0.01962</c:v>
                      </c:pt>
                      <c:pt idx="104">
                        <c:v>0.019655</c:v>
                      </c:pt>
                      <c:pt idx="105">
                        <c:v>0.019607</c:v>
                      </c:pt>
                      <c:pt idx="106">
                        <c:v>0.019558</c:v>
                      </c:pt>
                      <c:pt idx="107">
                        <c:v>0.019567</c:v>
                      </c:pt>
                      <c:pt idx="108">
                        <c:v>0.019611</c:v>
                      </c:pt>
                      <c:pt idx="109">
                        <c:v>0.019538</c:v>
                      </c:pt>
                      <c:pt idx="110">
                        <c:v>0.019373</c:v>
                      </c:pt>
                      <c:pt idx="111">
                        <c:v>0.019624</c:v>
                      </c:pt>
                      <c:pt idx="112">
                        <c:v>0.019539</c:v>
                      </c:pt>
                      <c:pt idx="113">
                        <c:v>0.019525</c:v>
                      </c:pt>
                      <c:pt idx="114">
                        <c:v>0.019412</c:v>
                      </c:pt>
                      <c:pt idx="115">
                        <c:v>0.018782</c:v>
                      </c:pt>
                      <c:pt idx="116">
                        <c:v>0.018631</c:v>
                      </c:pt>
                      <c:pt idx="117">
                        <c:v>0.019176</c:v>
                      </c:pt>
                      <c:pt idx="118">
                        <c:v>0.019103</c:v>
                      </c:pt>
                      <c:pt idx="119">
                        <c:v>0.019271</c:v>
                      </c:pt>
                      <c:pt idx="120">
                        <c:v>0.019258</c:v>
                      </c:pt>
                      <c:pt idx="121">
                        <c:v>0.019335</c:v>
                      </c:pt>
                      <c:pt idx="122">
                        <c:v>0.019284</c:v>
                      </c:pt>
                      <c:pt idx="123">
                        <c:v>0.019329</c:v>
                      </c:pt>
                      <c:pt idx="124">
                        <c:v>0.019401</c:v>
                      </c:pt>
                      <c:pt idx="125">
                        <c:v>0.019307</c:v>
                      </c:pt>
                      <c:pt idx="126">
                        <c:v>0.019343</c:v>
                      </c:pt>
                      <c:pt idx="127">
                        <c:v>0.019119</c:v>
                      </c:pt>
                      <c:pt idx="128">
                        <c:v>0.019297</c:v>
                      </c:pt>
                      <c:pt idx="129">
                        <c:v>0.019363</c:v>
                      </c:pt>
                      <c:pt idx="130">
                        <c:v>0.019293</c:v>
                      </c:pt>
                      <c:pt idx="131">
                        <c:v>0.019361</c:v>
                      </c:pt>
                      <c:pt idx="132">
                        <c:v>0.019136</c:v>
                      </c:pt>
                      <c:pt idx="133">
                        <c:v>0.019263</c:v>
                      </c:pt>
                      <c:pt idx="134">
                        <c:v>0.019214</c:v>
                      </c:pt>
                      <c:pt idx="135">
                        <c:v>0.018599</c:v>
                      </c:pt>
                      <c:pt idx="136">
                        <c:v>0.018896</c:v>
                      </c:pt>
                      <c:pt idx="137">
                        <c:v>0.01929</c:v>
                      </c:pt>
                      <c:pt idx="138">
                        <c:v>0.019376</c:v>
                      </c:pt>
                      <c:pt idx="139">
                        <c:v>0.019235</c:v>
                      </c:pt>
                    </c:numCache>
                  </c:numRef>
                </c:val>
                <c:smooth val="0"/>
              </c15:ser>
            </c15:filteredLineSeries>
            <c15:filteredLineSeries>
              <c15:ser>
                <c:idx val="6"/>
                <c:order val="7"/>
                <c:tx>
                  <c:strRef>
                    <c:extLst>
                      <c:ext uri="{02D57815-91ED-43cb-92C2-25804820EDAC}">
                        <c15:formulaRef>
                          <c15:sqref>'走势图 24'!$L$1</c15:sqref>
                        </c15:formulaRef>
                      </c:ext>
                    </c:extLst>
                    <c:strCache>
                      <c:ptCount val="1"/>
                      <c:pt idx="0">
                        <c:v>杠杆</c:v>
                      </c:pt>
                    </c:strCache>
                  </c:strRef>
                </c:tx>
                <c:spPr>
                  <a:ln w="28575" cap="rnd">
                    <a:solidFill>
                      <a:schemeClr val="accent1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delete val="1"/>
                </c:dLbls>
                <c:cat>
                  <c:num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'走势图 24'!$E$3:$E$253</c15:sqref>
                        </c15:formulaRef>
                      </c:ext>
                    </c:extLst>
                    <c:numCache>
                      <c:formatCode>yyyy/mm/dd</c:formatCode>
                      <c:ptCount val="251"/>
                      <c:pt idx="0" c:formatCode="yyyy/mm/dd">
                        <c:v>45293</c:v>
                      </c:pt>
                      <c:pt idx="1" c:formatCode="yyyy/mm/dd">
                        <c:v>45294</c:v>
                      </c:pt>
                      <c:pt idx="2" c:formatCode="yyyy/mm/dd">
                        <c:v>45295</c:v>
                      </c:pt>
                      <c:pt idx="3" c:formatCode="yyyy/mm/dd">
                        <c:v>45296</c:v>
                      </c:pt>
                      <c:pt idx="4" c:formatCode="yyyy/mm/dd">
                        <c:v>45299</c:v>
                      </c:pt>
                      <c:pt idx="5" c:formatCode="yyyy/mm/dd">
                        <c:v>45300</c:v>
                      </c:pt>
                      <c:pt idx="6" c:formatCode="yyyy/mm/dd">
                        <c:v>45301</c:v>
                      </c:pt>
                      <c:pt idx="7" c:formatCode="yyyy/mm/dd">
                        <c:v>45302</c:v>
                      </c:pt>
                      <c:pt idx="8" c:formatCode="yyyy/mm/dd">
                        <c:v>45303</c:v>
                      </c:pt>
                      <c:pt idx="9" c:formatCode="yyyy/mm/dd">
                        <c:v>45306</c:v>
                      </c:pt>
                      <c:pt idx="10" c:formatCode="yyyy/mm/dd">
                        <c:v>45307</c:v>
                      </c:pt>
                      <c:pt idx="11" c:formatCode="yyyy/mm/dd">
                        <c:v>45308</c:v>
                      </c:pt>
                      <c:pt idx="12" c:formatCode="yyyy/mm/dd">
                        <c:v>45309</c:v>
                      </c:pt>
                      <c:pt idx="13" c:formatCode="yyyy/mm/dd">
                        <c:v>45310</c:v>
                      </c:pt>
                      <c:pt idx="14" c:formatCode="yyyy/mm/dd">
                        <c:v>45313</c:v>
                      </c:pt>
                      <c:pt idx="15" c:formatCode="yyyy/mm/dd">
                        <c:v>45314</c:v>
                      </c:pt>
                      <c:pt idx="16" c:formatCode="yyyy/mm/dd">
                        <c:v>45315</c:v>
                      </c:pt>
                      <c:pt idx="17" c:formatCode="yyyy/mm/dd">
                        <c:v>45316</c:v>
                      </c:pt>
                      <c:pt idx="18" c:formatCode="yyyy/mm/dd">
                        <c:v>45317</c:v>
                      </c:pt>
                      <c:pt idx="19" c:formatCode="yyyy/mm/dd">
                        <c:v>45320</c:v>
                      </c:pt>
                      <c:pt idx="20" c:formatCode="yyyy/mm/dd">
                        <c:v>45321</c:v>
                      </c:pt>
                      <c:pt idx="21" c:formatCode="yyyy/mm/dd">
                        <c:v>45322</c:v>
                      </c:pt>
                      <c:pt idx="22" c:formatCode="yyyy/mm/dd">
                        <c:v>45323</c:v>
                      </c:pt>
                      <c:pt idx="23" c:formatCode="yyyy/mm/dd">
                        <c:v>45324</c:v>
                      </c:pt>
                      <c:pt idx="24" c:formatCode="yyyy/mm/dd">
                        <c:v>45327</c:v>
                      </c:pt>
                      <c:pt idx="25" c:formatCode="yyyy/mm/dd">
                        <c:v>45328</c:v>
                      </c:pt>
                      <c:pt idx="26" c:formatCode="yyyy/mm/dd">
                        <c:v>45329</c:v>
                      </c:pt>
                      <c:pt idx="27" c:formatCode="yyyy/mm/dd">
                        <c:v>45330</c:v>
                      </c:pt>
                      <c:pt idx="28" c:formatCode="yyyy/mm/dd">
                        <c:v>45341</c:v>
                      </c:pt>
                      <c:pt idx="29" c:formatCode="yyyy/mm/dd">
                        <c:v>45342</c:v>
                      </c:pt>
                      <c:pt idx="30" c:formatCode="yyyy/mm/dd">
                        <c:v>45343</c:v>
                      </c:pt>
                      <c:pt idx="31" c:formatCode="yyyy/mm/dd">
                        <c:v>45344</c:v>
                      </c:pt>
                      <c:pt idx="32" c:formatCode="yyyy/mm/dd">
                        <c:v>45345</c:v>
                      </c:pt>
                      <c:pt idx="33" c:formatCode="yyyy/mm/dd">
                        <c:v>45348</c:v>
                      </c:pt>
                      <c:pt idx="34" c:formatCode="yyyy/mm/dd">
                        <c:v>45349</c:v>
                      </c:pt>
                      <c:pt idx="35" c:formatCode="yyyy/mm/dd">
                        <c:v>45350</c:v>
                      </c:pt>
                      <c:pt idx="36" c:formatCode="yyyy/mm/dd">
                        <c:v>45351</c:v>
                      </c:pt>
                      <c:pt idx="37" c:formatCode="yyyy/mm/dd">
                        <c:v>45352</c:v>
                      </c:pt>
                      <c:pt idx="38" c:formatCode="yyyy/mm/dd">
                        <c:v>45355</c:v>
                      </c:pt>
                      <c:pt idx="39" c:formatCode="yyyy/mm/dd">
                        <c:v>45356</c:v>
                      </c:pt>
                      <c:pt idx="40" c:formatCode="yyyy/mm/dd">
                        <c:v>45357</c:v>
                      </c:pt>
                      <c:pt idx="41" c:formatCode="yyyy/mm/dd">
                        <c:v>45358</c:v>
                      </c:pt>
                      <c:pt idx="42" c:formatCode="yyyy/mm/dd">
                        <c:v>45359</c:v>
                      </c:pt>
                      <c:pt idx="43" c:formatCode="yyyy/mm/dd">
                        <c:v>45362</c:v>
                      </c:pt>
                      <c:pt idx="44" c:formatCode="yyyy/mm/dd">
                        <c:v>45363</c:v>
                      </c:pt>
                      <c:pt idx="45" c:formatCode="yyyy/mm/dd">
                        <c:v>45364</c:v>
                      </c:pt>
                      <c:pt idx="46" c:formatCode="yyyy/mm/dd">
                        <c:v>45365</c:v>
                      </c:pt>
                      <c:pt idx="47" c:formatCode="yyyy/mm/dd">
                        <c:v>45366</c:v>
                      </c:pt>
                      <c:pt idx="48" c:formatCode="yyyy/mm/dd">
                        <c:v>45369</c:v>
                      </c:pt>
                      <c:pt idx="49" c:formatCode="yyyy/mm/dd">
                        <c:v>45370</c:v>
                      </c:pt>
                      <c:pt idx="50" c:formatCode="yyyy/mm/dd">
                        <c:v>45371</c:v>
                      </c:pt>
                      <c:pt idx="51" c:formatCode="yyyy/mm/dd">
                        <c:v>45372</c:v>
                      </c:pt>
                      <c:pt idx="52" c:formatCode="yyyy/mm/dd">
                        <c:v>45373</c:v>
                      </c:pt>
                      <c:pt idx="53" c:formatCode="yyyy/mm/dd">
                        <c:v>45376</c:v>
                      </c:pt>
                      <c:pt idx="54" c:formatCode="yyyy/mm/dd">
                        <c:v>45377</c:v>
                      </c:pt>
                      <c:pt idx="55" c:formatCode="yyyy/mm/dd">
                        <c:v>45378</c:v>
                      </c:pt>
                      <c:pt idx="56" c:formatCode="yyyy/mm/dd">
                        <c:v>45379</c:v>
                      </c:pt>
                      <c:pt idx="57" c:formatCode="yyyy/mm/dd">
                        <c:v>45380</c:v>
                      </c:pt>
                      <c:pt idx="58" c:formatCode="yyyy/mm/dd">
                        <c:v>45383</c:v>
                      </c:pt>
                      <c:pt idx="59" c:formatCode="yyyy/mm/dd">
                        <c:v>45384</c:v>
                      </c:pt>
                      <c:pt idx="60" c:formatCode="yyyy/mm/dd">
                        <c:v>45385</c:v>
                      </c:pt>
                      <c:pt idx="61" c:formatCode="yyyy/mm/dd">
                        <c:v>45390</c:v>
                      </c:pt>
                      <c:pt idx="62" c:formatCode="yyyy/mm/dd">
                        <c:v>45391</c:v>
                      </c:pt>
                      <c:pt idx="63" c:formatCode="yyyy/mm/dd">
                        <c:v>45392</c:v>
                      </c:pt>
                      <c:pt idx="64" c:formatCode="yyyy/mm/dd">
                        <c:v>45393</c:v>
                      </c:pt>
                      <c:pt idx="65" c:formatCode="yyyy/mm/dd">
                        <c:v>45394</c:v>
                      </c:pt>
                      <c:pt idx="66" c:formatCode="yyyy/mm/dd">
                        <c:v>45397</c:v>
                      </c:pt>
                      <c:pt idx="67" c:formatCode="yyyy/mm/dd">
                        <c:v>45398</c:v>
                      </c:pt>
                      <c:pt idx="68" c:formatCode="yyyy/mm/dd">
                        <c:v>45399</c:v>
                      </c:pt>
                      <c:pt idx="69" c:formatCode="yyyy/mm/dd">
                        <c:v>45400</c:v>
                      </c:pt>
                      <c:pt idx="70" c:formatCode="yyyy/mm/dd">
                        <c:v>45401</c:v>
                      </c:pt>
                      <c:pt idx="71" c:formatCode="yyyy/mm/dd">
                        <c:v>45404</c:v>
                      </c:pt>
                      <c:pt idx="72" c:formatCode="yyyy/mm/dd">
                        <c:v>45405</c:v>
                      </c:pt>
                      <c:pt idx="73" c:formatCode="yyyy/mm/dd">
                        <c:v>45406</c:v>
                      </c:pt>
                      <c:pt idx="74" c:formatCode="yyyy/mm/dd">
                        <c:v>45407</c:v>
                      </c:pt>
                      <c:pt idx="75" c:formatCode="yyyy/mm/dd">
                        <c:v>45408</c:v>
                      </c:pt>
                      <c:pt idx="76" c:formatCode="yyyy/mm/dd">
                        <c:v>45411</c:v>
                      </c:pt>
                      <c:pt idx="77" c:formatCode="yyyy/mm/dd">
                        <c:v>45412</c:v>
                      </c:pt>
                      <c:pt idx="78" c:formatCode="yyyy/mm/dd">
                        <c:v>45418</c:v>
                      </c:pt>
                      <c:pt idx="79" c:formatCode="yyyy/mm/dd">
                        <c:v>45419</c:v>
                      </c:pt>
                      <c:pt idx="80" c:formatCode="yyyy/mm/dd">
                        <c:v>45420</c:v>
                      </c:pt>
                      <c:pt idx="81" c:formatCode="yyyy/mm/dd">
                        <c:v>45421</c:v>
                      </c:pt>
                      <c:pt idx="82" c:formatCode="yyyy/mm/dd">
                        <c:v>45422</c:v>
                      </c:pt>
                      <c:pt idx="83" c:formatCode="yyyy/mm/dd">
                        <c:v>45425</c:v>
                      </c:pt>
                      <c:pt idx="84" c:formatCode="yyyy/mm/dd">
                        <c:v>45426</c:v>
                      </c:pt>
                      <c:pt idx="85" c:formatCode="yyyy/mm/dd">
                        <c:v>45427</c:v>
                      </c:pt>
                      <c:pt idx="86" c:formatCode="yyyy/mm/dd">
                        <c:v>45428</c:v>
                      </c:pt>
                      <c:pt idx="87" c:formatCode="yyyy/mm/dd">
                        <c:v>45429</c:v>
                      </c:pt>
                      <c:pt idx="88" c:formatCode="yyyy/mm/dd">
                        <c:v>45432</c:v>
                      </c:pt>
                      <c:pt idx="89" c:formatCode="yyyy/mm/dd">
                        <c:v>45433</c:v>
                      </c:pt>
                      <c:pt idx="90" c:formatCode="yyyy/mm/dd">
                        <c:v>45434</c:v>
                      </c:pt>
                      <c:pt idx="91" c:formatCode="yyyy/mm/dd">
                        <c:v>45435</c:v>
                      </c:pt>
                      <c:pt idx="92" c:formatCode="yyyy/mm/dd">
                        <c:v>45436</c:v>
                      </c:pt>
                      <c:pt idx="93" c:formatCode="yyyy/mm/dd">
                        <c:v>45439</c:v>
                      </c:pt>
                      <c:pt idx="94" c:formatCode="yyyy/mm/dd">
                        <c:v>45440</c:v>
                      </c:pt>
                      <c:pt idx="95" c:formatCode="yyyy/mm/dd">
                        <c:v>45441</c:v>
                      </c:pt>
                      <c:pt idx="96" c:formatCode="yyyy/mm/dd">
                        <c:v>45442</c:v>
                      </c:pt>
                      <c:pt idx="97" c:formatCode="yyyy/mm/dd">
                        <c:v>45443</c:v>
                      </c:pt>
                      <c:pt idx="98" c:formatCode="yyyy/mm/dd">
                        <c:v>45446</c:v>
                      </c:pt>
                      <c:pt idx="99" c:formatCode="yyyy/mm/dd">
                        <c:v>45447</c:v>
                      </c:pt>
                      <c:pt idx="100" c:formatCode="yyyy/mm/dd">
                        <c:v>45448</c:v>
                      </c:pt>
                      <c:pt idx="101" c:formatCode="yyyy/mm/dd">
                        <c:v>45449</c:v>
                      </c:pt>
                      <c:pt idx="102" c:formatCode="yyyy/mm/dd">
                        <c:v>45450</c:v>
                      </c:pt>
                      <c:pt idx="103" c:formatCode="yyyy/mm/dd">
                        <c:v>45454</c:v>
                      </c:pt>
                      <c:pt idx="104" c:formatCode="yyyy/mm/dd">
                        <c:v>45455</c:v>
                      </c:pt>
                      <c:pt idx="105" c:formatCode="yyyy/mm/dd">
                        <c:v>45456</c:v>
                      </c:pt>
                      <c:pt idx="106" c:formatCode="yyyy/mm/dd">
                        <c:v>45457</c:v>
                      </c:pt>
                      <c:pt idx="107" c:formatCode="yyyy/mm/dd">
                        <c:v>45460</c:v>
                      </c:pt>
                      <c:pt idx="108" c:formatCode="yyyy/mm/dd">
                        <c:v>45461</c:v>
                      </c:pt>
                      <c:pt idx="109" c:formatCode="yyyy/mm/dd">
                        <c:v>45462</c:v>
                      </c:pt>
                      <c:pt idx="110" c:formatCode="yyyy/mm/dd">
                        <c:v>45463</c:v>
                      </c:pt>
                      <c:pt idx="111" c:formatCode="yyyy/mm/dd">
                        <c:v>45464</c:v>
                      </c:pt>
                      <c:pt idx="112" c:formatCode="yyyy/mm/dd">
                        <c:v>45467</c:v>
                      </c:pt>
                      <c:pt idx="113" c:formatCode="yyyy/mm/dd">
                        <c:v>45468</c:v>
                      </c:pt>
                      <c:pt idx="114" c:formatCode="yyyy/mm/dd">
                        <c:v>45469</c:v>
                      </c:pt>
                      <c:pt idx="115" c:formatCode="yyyy/mm/dd">
                        <c:v>45470</c:v>
                      </c:pt>
                      <c:pt idx="116" c:formatCode="yyyy/mm/dd">
                        <c:v>45471</c:v>
                      </c:pt>
                      <c:pt idx="117" c:formatCode="yyyy/mm/dd">
                        <c:v>45474</c:v>
                      </c:pt>
                      <c:pt idx="118" c:formatCode="yyyy/mm/dd">
                        <c:v>45475</c:v>
                      </c:pt>
                      <c:pt idx="119" c:formatCode="yyyy/mm/dd">
                        <c:v>45476</c:v>
                      </c:pt>
                      <c:pt idx="120" c:formatCode="yyyy/mm/dd">
                        <c:v>45477</c:v>
                      </c:pt>
                      <c:pt idx="121" c:formatCode="yyyy/mm/dd">
                        <c:v>45478</c:v>
                      </c:pt>
                      <c:pt idx="122" c:formatCode="yyyy/mm/dd">
                        <c:v>45481</c:v>
                      </c:pt>
                      <c:pt idx="123" c:formatCode="yyyy/mm/dd">
                        <c:v>45482</c:v>
                      </c:pt>
                      <c:pt idx="124" c:formatCode="yyyy/mm/dd">
                        <c:v>45483</c:v>
                      </c:pt>
                      <c:pt idx="125" c:formatCode="yyyy/mm/dd">
                        <c:v>45484</c:v>
                      </c:pt>
                      <c:pt idx="126" c:formatCode="yyyy/mm/dd">
                        <c:v>45485</c:v>
                      </c:pt>
                      <c:pt idx="127" c:formatCode="yyyy/mm/dd">
                        <c:v>45488</c:v>
                      </c:pt>
                      <c:pt idx="128" c:formatCode="yyyy/mm/dd">
                        <c:v>45489</c:v>
                      </c:pt>
                      <c:pt idx="129" c:formatCode="yyyy/mm/dd">
                        <c:v>45490</c:v>
                      </c:pt>
                      <c:pt idx="130" c:formatCode="yyyy/mm/dd">
                        <c:v>45491</c:v>
                      </c:pt>
                      <c:pt idx="131" c:formatCode="yyyy/mm/dd">
                        <c:v>45492</c:v>
                      </c:pt>
                      <c:pt idx="132" c:formatCode="yyyy/mm/dd">
                        <c:v>45495</c:v>
                      </c:pt>
                      <c:pt idx="133" c:formatCode="yyyy/mm/dd">
                        <c:v>45496</c:v>
                      </c:pt>
                      <c:pt idx="134" c:formatCode="yyyy/mm/dd">
                        <c:v>45497</c:v>
                      </c:pt>
                      <c:pt idx="135" c:formatCode="yyyy/mm/dd">
                        <c:v>45498</c:v>
                      </c:pt>
                      <c:pt idx="136" c:formatCode="yyyy/mm/dd">
                        <c:v>45499</c:v>
                      </c:pt>
                      <c:pt idx="137" c:formatCode="yyyy/mm/dd">
                        <c:v>45502</c:v>
                      </c:pt>
                      <c:pt idx="138" c:formatCode="yyyy/mm/dd">
                        <c:v>45503</c:v>
                      </c:pt>
                      <c:pt idx="139" c:formatCode="yyyy/mm/dd">
                        <c:v>45504</c:v>
                      </c:pt>
                      <c:pt idx="140" c:formatCode="yyyy/mm/dd">
                        <c:v>45505</c:v>
                      </c:pt>
                      <c:pt idx="141" c:formatCode="yyyy/mm/dd">
                        <c:v>45506</c:v>
                      </c:pt>
                      <c:pt idx="142" c:formatCode="yyyy/mm/dd">
                        <c:v>45509</c:v>
                      </c:pt>
                      <c:pt idx="143" c:formatCode="yyyy/mm/dd">
                        <c:v>45510</c:v>
                      </c:pt>
                      <c:pt idx="144" c:formatCode="yyyy/mm/dd">
                        <c:v>45511</c:v>
                      </c:pt>
                      <c:pt idx="145" c:formatCode="yyyy/mm/dd">
                        <c:v>45512</c:v>
                      </c:pt>
                      <c:pt idx="146" c:formatCode="yyyy/mm/dd">
                        <c:v>45513</c:v>
                      </c:pt>
                      <c:pt idx="147" c:formatCode="yyyy/mm/dd">
                        <c:v>45516</c:v>
                      </c:pt>
                      <c:pt idx="148" c:formatCode="yyyy/mm/dd">
                        <c:v>45517</c:v>
                      </c:pt>
                      <c:pt idx="149" c:formatCode="yyyy/mm/dd">
                        <c:v>45518</c:v>
                      </c:pt>
                      <c:pt idx="150" c:formatCode="yyyy/mm/dd">
                        <c:v>45519</c:v>
                      </c:pt>
                      <c:pt idx="151" c:formatCode="yyyy/mm/dd">
                        <c:v>45520</c:v>
                      </c:pt>
                      <c:pt idx="152" c:formatCode="yyyy/mm/dd">
                        <c:v>45523</c:v>
                      </c:pt>
                      <c:pt idx="153" c:formatCode="yyyy/mm/dd">
                        <c:v>45524</c:v>
                      </c:pt>
                      <c:pt idx="154" c:formatCode="yyyy/mm/dd">
                        <c:v>45525</c:v>
                      </c:pt>
                      <c:pt idx="155" c:formatCode="yyyy/mm/dd">
                        <c:v>45526</c:v>
                      </c:pt>
                      <c:pt idx="156" c:formatCode="yyyy/mm/dd">
                        <c:v>45527</c:v>
                      </c:pt>
                      <c:pt idx="157" c:formatCode="yyyy/mm/dd">
                        <c:v>45530</c:v>
                      </c:pt>
                      <c:pt idx="158" c:formatCode="yyyy/mm/dd">
                        <c:v>45531</c:v>
                      </c:pt>
                      <c:pt idx="159" c:formatCode="yyyy/mm/dd">
                        <c:v>45532</c:v>
                      </c:pt>
                      <c:pt idx="160" c:formatCode="yyyy/mm/dd">
                        <c:v>45533</c:v>
                      </c:pt>
                      <c:pt idx="161" c:formatCode="yyyy/mm/dd">
                        <c:v>45534</c:v>
                      </c:pt>
                      <c:pt idx="162" c:formatCode="yyyy/mm/dd">
                        <c:v>45537</c:v>
                      </c:pt>
                      <c:pt idx="163" c:formatCode="yyyy/mm/dd">
                        <c:v>45538</c:v>
                      </c:pt>
                      <c:pt idx="164" c:formatCode="yyyy/mm/dd">
                        <c:v>45539</c:v>
                      </c:pt>
                      <c:pt idx="165" c:formatCode="yyyy/mm/dd">
                        <c:v>45540</c:v>
                      </c:pt>
                      <c:pt idx="166" c:formatCode="yyyy/mm/dd">
                        <c:v>45541</c:v>
                      </c:pt>
                      <c:pt idx="167" c:formatCode="yyyy/mm/dd">
                        <c:v>45544</c:v>
                      </c:pt>
                      <c:pt idx="168" c:formatCode="yyyy/mm/dd">
                        <c:v>45545</c:v>
                      </c:pt>
                      <c:pt idx="169" c:formatCode="yyyy/mm/dd">
                        <c:v>45546</c:v>
                      </c:pt>
                      <c:pt idx="170" c:formatCode="yyyy/mm/dd">
                        <c:v>45547</c:v>
                      </c:pt>
                      <c:pt idx="171" c:formatCode="yyyy/mm/dd">
                        <c:v>45548</c:v>
                      </c:pt>
                      <c:pt idx="172" c:formatCode="yyyy/mm/dd">
                        <c:v>45553</c:v>
                      </c:pt>
                      <c:pt idx="173" c:formatCode="yyyy/mm/dd">
                        <c:v>45554</c:v>
                      </c:pt>
                      <c:pt idx="174" c:formatCode="yyyy/mm/dd">
                        <c:v>45555</c:v>
                      </c:pt>
                      <c:pt idx="175" c:formatCode="yyyy/mm/dd">
                        <c:v>45558</c:v>
                      </c:pt>
                      <c:pt idx="176" c:formatCode="yyyy/mm/dd">
                        <c:v>45559</c:v>
                      </c:pt>
                      <c:pt idx="177" c:formatCode="yyyy/mm/dd">
                        <c:v>45560</c:v>
                      </c:pt>
                      <c:pt idx="178" c:formatCode="yyyy/mm/dd">
                        <c:v>45561</c:v>
                      </c:pt>
                      <c:pt idx="179" c:formatCode="yyyy/mm/dd">
                        <c:v>45562</c:v>
                      </c:pt>
                      <c:pt idx="180" c:formatCode="yyyy/mm/dd">
                        <c:v>45565</c:v>
                      </c:pt>
                      <c:pt idx="181" c:formatCode="yyyy/mm/dd">
                        <c:v>45573</c:v>
                      </c:pt>
                      <c:pt idx="182" c:formatCode="yyyy/mm/dd">
                        <c:v>45574</c:v>
                      </c:pt>
                      <c:pt idx="183" c:formatCode="yyyy/mm/dd">
                        <c:v>45575</c:v>
                      </c:pt>
                      <c:pt idx="184" c:formatCode="yyyy/mm/dd">
                        <c:v>45576</c:v>
                      </c:pt>
                      <c:pt idx="185" c:formatCode="yyyy/mm/dd">
                        <c:v>45579</c:v>
                      </c:pt>
                      <c:pt idx="186" c:formatCode="yyyy/mm/dd">
                        <c:v>45580</c:v>
                      </c:pt>
                      <c:pt idx="187" c:formatCode="yyyy/mm/dd">
                        <c:v>45581</c:v>
                      </c:pt>
                      <c:pt idx="188" c:formatCode="yyyy/mm/dd">
                        <c:v>45582</c:v>
                      </c:pt>
                      <c:pt idx="189" c:formatCode="yyyy/mm/dd">
                        <c:v>45583</c:v>
                      </c:pt>
                      <c:pt idx="190" c:formatCode="yyyy/mm/dd">
                        <c:v>45586</c:v>
                      </c:pt>
                      <c:pt idx="191" c:formatCode="yyyy/mm/dd">
                        <c:v>45587</c:v>
                      </c:pt>
                      <c:pt idx="192" c:formatCode="yyyy/mm/dd">
                        <c:v>45588</c:v>
                      </c:pt>
                      <c:pt idx="193" c:formatCode="yyyy/mm/dd">
                        <c:v>45589</c:v>
                      </c:pt>
                      <c:pt idx="194" c:formatCode="yyyy/mm/dd">
                        <c:v>45590</c:v>
                      </c:pt>
                      <c:pt idx="195" c:formatCode="yyyy/mm/dd">
                        <c:v>45593</c:v>
                      </c:pt>
                      <c:pt idx="196" c:formatCode="yyyy/mm/dd">
                        <c:v>45594</c:v>
                      </c:pt>
                      <c:pt idx="197" c:formatCode="yyyy/mm/dd">
                        <c:v>45595</c:v>
                      </c:pt>
                      <c:pt idx="198" c:formatCode="yyyy/mm/dd">
                        <c:v>45596</c:v>
                      </c:pt>
                      <c:pt idx="199" c:formatCode="yyyy/mm/dd">
                        <c:v>45597</c:v>
                      </c:pt>
                      <c:pt idx="200" c:formatCode="yyyy/mm/dd">
                        <c:v>45600</c:v>
                      </c:pt>
                      <c:pt idx="201" c:formatCode="yyyy/mm/dd">
                        <c:v>45601</c:v>
                      </c:pt>
                      <c:pt idx="202" c:formatCode="yyyy/mm/dd">
                        <c:v>45602</c:v>
                      </c:pt>
                      <c:pt idx="203" c:formatCode="yyyy/mm/dd">
                        <c:v>45603</c:v>
                      </c:pt>
                      <c:pt idx="204" c:formatCode="yyyy/mm/dd">
                        <c:v>45604</c:v>
                      </c:pt>
                      <c:pt idx="205" c:formatCode="yyyy/mm/dd">
                        <c:v>45607</c:v>
                      </c:pt>
                      <c:pt idx="206" c:formatCode="yyyy/mm/dd">
                        <c:v>45608</c:v>
                      </c:pt>
                      <c:pt idx="207" c:formatCode="yyyy/mm/dd">
                        <c:v>45609</c:v>
                      </c:pt>
                      <c:pt idx="208" c:formatCode="yyyy/mm/dd">
                        <c:v>45610</c:v>
                      </c:pt>
                      <c:pt idx="209" c:formatCode="yyyy/mm/dd">
                        <c:v>45611</c:v>
                      </c:pt>
                      <c:pt idx="210" c:formatCode="yyyy/mm/dd">
                        <c:v>45614</c:v>
                      </c:pt>
                      <c:pt idx="211" c:formatCode="yyyy/mm/dd">
                        <c:v>45615</c:v>
                      </c:pt>
                      <c:pt idx="212" c:formatCode="yyyy/mm/dd">
                        <c:v>45616</c:v>
                      </c:pt>
                      <c:pt idx="213" c:formatCode="yyyy/mm/dd">
                        <c:v>45617</c:v>
                      </c:pt>
                      <c:pt idx="214" c:formatCode="yyyy/mm/dd">
                        <c:v>45618</c:v>
                      </c:pt>
                      <c:pt idx="215" c:formatCode="yyyy/mm/dd">
                        <c:v>45621</c:v>
                      </c:pt>
                      <c:pt idx="216" c:formatCode="yyyy/mm/dd">
                        <c:v>45622</c:v>
                      </c:pt>
                      <c:pt idx="217" c:formatCode="yyyy/mm/dd">
                        <c:v>45623</c:v>
                      </c:pt>
                      <c:pt idx="218" c:formatCode="yyyy/mm/dd">
                        <c:v>45624</c:v>
                      </c:pt>
                      <c:pt idx="219" c:formatCode="yyyy/mm/dd">
                        <c:v>45625</c:v>
                      </c:pt>
                      <c:pt idx="220" c:formatCode="yyyy/mm/dd">
                        <c:v>45628</c:v>
                      </c:pt>
                      <c:pt idx="221" c:formatCode="yyyy/mm/dd">
                        <c:v>45629</c:v>
                      </c:pt>
                      <c:pt idx="222" c:formatCode="yyyy/mm/dd">
                        <c:v>45630</c:v>
                      </c:pt>
                      <c:pt idx="223" c:formatCode="yyyy/mm/dd">
                        <c:v>45631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'走势图 24'!$L$3:$L$142</c15:sqref>
                        </c15:formulaRef>
                      </c:ext>
                    </c:extLst>
                    <c:numCache>
                      <c:formatCode>0.00%</c:formatCode>
                      <c:ptCount val="140"/>
                      <c:pt idx="0">
                        <c:v>1.217492</c:v>
                      </c:pt>
                      <c:pt idx="1">
                        <c:v>1.217422</c:v>
                      </c:pt>
                      <c:pt idx="2">
                        <c:v>1.217763</c:v>
                      </c:pt>
                      <c:pt idx="3">
                        <c:v>1.22492</c:v>
                      </c:pt>
                      <c:pt idx="4">
                        <c:v>1.219779</c:v>
                      </c:pt>
                      <c:pt idx="5">
                        <c:v>1.219519</c:v>
                      </c:pt>
                      <c:pt idx="6">
                        <c:v>1.219508</c:v>
                      </c:pt>
                      <c:pt idx="7">
                        <c:v>1.218843</c:v>
                      </c:pt>
                      <c:pt idx="8">
                        <c:v>1.219211</c:v>
                      </c:pt>
                      <c:pt idx="9">
                        <c:v>1.218308</c:v>
                      </c:pt>
                      <c:pt idx="10">
                        <c:v>1.218335</c:v>
                      </c:pt>
                      <c:pt idx="11">
                        <c:v>1.219327</c:v>
                      </c:pt>
                      <c:pt idx="12">
                        <c:v>1.236928</c:v>
                      </c:pt>
                      <c:pt idx="13">
                        <c:v>1.208363</c:v>
                      </c:pt>
                      <c:pt idx="14">
                        <c:v>1.20068</c:v>
                      </c:pt>
                      <c:pt idx="15">
                        <c:v>1.204081</c:v>
                      </c:pt>
                      <c:pt idx="16">
                        <c:v>1.202167</c:v>
                      </c:pt>
                      <c:pt idx="17">
                        <c:v>1.210173</c:v>
                      </c:pt>
                      <c:pt idx="18">
                        <c:v>1.212512</c:v>
                      </c:pt>
                      <c:pt idx="19">
                        <c:v>1.212133</c:v>
                      </c:pt>
                      <c:pt idx="20">
                        <c:v>1.213391</c:v>
                      </c:pt>
                      <c:pt idx="21">
                        <c:v>1.212592</c:v>
                      </c:pt>
                      <c:pt idx="22">
                        <c:v>1.211591</c:v>
                      </c:pt>
                      <c:pt idx="23">
                        <c:v>1.216948</c:v>
                      </c:pt>
                      <c:pt idx="24">
                        <c:v>1.20839</c:v>
                      </c:pt>
                      <c:pt idx="25">
                        <c:v>1.212472</c:v>
                      </c:pt>
                      <c:pt idx="26">
                        <c:v>1.229565</c:v>
                      </c:pt>
                      <c:pt idx="27">
                        <c:v>1.220413</c:v>
                      </c:pt>
                      <c:pt idx="28">
                        <c:v>1.214053</c:v>
                      </c:pt>
                      <c:pt idx="29">
                        <c:v>1.212412</c:v>
                      </c:pt>
                      <c:pt idx="30">
                        <c:v>1.204556</c:v>
                      </c:pt>
                      <c:pt idx="31">
                        <c:v>1.204639</c:v>
                      </c:pt>
                      <c:pt idx="32">
                        <c:v>1.203803</c:v>
                      </c:pt>
                      <c:pt idx="33">
                        <c:v>1.204686</c:v>
                      </c:pt>
                      <c:pt idx="34">
                        <c:v>1.204445</c:v>
                      </c:pt>
                      <c:pt idx="35">
                        <c:v>1.204746</c:v>
                      </c:pt>
                      <c:pt idx="36">
                        <c:v>1.216601</c:v>
                      </c:pt>
                      <c:pt idx="37">
                        <c:v>1.170376</c:v>
                      </c:pt>
                      <c:pt idx="38">
                        <c:v>1.155873</c:v>
                      </c:pt>
                      <c:pt idx="39">
                        <c:v>1.170484</c:v>
                      </c:pt>
                      <c:pt idx="40">
                        <c:v>1.153298</c:v>
                      </c:pt>
                      <c:pt idx="41">
                        <c:v>1.153449</c:v>
                      </c:pt>
                      <c:pt idx="42">
                        <c:v>1.153076</c:v>
                      </c:pt>
                      <c:pt idx="43">
                        <c:v>1.149955</c:v>
                      </c:pt>
                      <c:pt idx="44">
                        <c:v>1.150804</c:v>
                      </c:pt>
                      <c:pt idx="45">
                        <c:v>1.150875</c:v>
                      </c:pt>
                      <c:pt idx="46">
                        <c:v>1.150725</c:v>
                      </c:pt>
                      <c:pt idx="47">
                        <c:v>1.150358</c:v>
                      </c:pt>
                      <c:pt idx="48">
                        <c:v>1.126478</c:v>
                      </c:pt>
                      <c:pt idx="49">
                        <c:v>1.145075</c:v>
                      </c:pt>
                      <c:pt idx="50">
                        <c:v>1.126941</c:v>
                      </c:pt>
                      <c:pt idx="51">
                        <c:v>1.127634</c:v>
                      </c:pt>
                      <c:pt idx="52">
                        <c:v>1.127938</c:v>
                      </c:pt>
                      <c:pt idx="53">
                        <c:v>1.12775</c:v>
                      </c:pt>
                      <c:pt idx="54">
                        <c:v>1.148222</c:v>
                      </c:pt>
                      <c:pt idx="55">
                        <c:v>1.130211</c:v>
                      </c:pt>
                      <c:pt idx="56">
                        <c:v>1.127998</c:v>
                      </c:pt>
                      <c:pt idx="57">
                        <c:v>1.121526</c:v>
                      </c:pt>
                      <c:pt idx="58">
                        <c:v>1.12409</c:v>
                      </c:pt>
                      <c:pt idx="59">
                        <c:v>1.12326</c:v>
                      </c:pt>
                      <c:pt idx="60">
                        <c:v>1.119405</c:v>
                      </c:pt>
                      <c:pt idx="61">
                        <c:v>1.101036</c:v>
                      </c:pt>
                      <c:pt idx="62">
                        <c:v>1.101093</c:v>
                      </c:pt>
                      <c:pt idx="63">
                        <c:v>1.100858</c:v>
                      </c:pt>
                      <c:pt idx="64">
                        <c:v>1.092529</c:v>
                      </c:pt>
                      <c:pt idx="65">
                        <c:v>1.088069</c:v>
                      </c:pt>
                      <c:pt idx="66">
                        <c:v>1.088297</c:v>
                      </c:pt>
                      <c:pt idx="67">
                        <c:v>1.088637</c:v>
                      </c:pt>
                      <c:pt idx="68">
                        <c:v>1.087407</c:v>
                      </c:pt>
                      <c:pt idx="69">
                        <c:v>1.086917</c:v>
                      </c:pt>
                      <c:pt idx="70">
                        <c:v>1.082528</c:v>
                      </c:pt>
                      <c:pt idx="71">
                        <c:v>1.082837</c:v>
                      </c:pt>
                      <c:pt idx="72">
                        <c:v>1.083244</c:v>
                      </c:pt>
                      <c:pt idx="73">
                        <c:v>1.08308</c:v>
                      </c:pt>
                      <c:pt idx="74">
                        <c:v>1.0813</c:v>
                      </c:pt>
                      <c:pt idx="75">
                        <c:v>1.03956</c:v>
                      </c:pt>
                      <c:pt idx="76">
                        <c:v>1.039422</c:v>
                      </c:pt>
                      <c:pt idx="77">
                        <c:v>1.03947</c:v>
                      </c:pt>
                      <c:pt idx="78">
                        <c:v>1.039798</c:v>
                      </c:pt>
                      <c:pt idx="79">
                        <c:v>1.04044</c:v>
                      </c:pt>
                      <c:pt idx="80">
                        <c:v>1.038605</c:v>
                      </c:pt>
                      <c:pt idx="81">
                        <c:v>1.038525</c:v>
                      </c:pt>
                      <c:pt idx="82">
                        <c:v>1.038446</c:v>
                      </c:pt>
                      <c:pt idx="83">
                        <c:v>1.027341</c:v>
                      </c:pt>
                      <c:pt idx="84">
                        <c:v>1.02735</c:v>
                      </c:pt>
                      <c:pt idx="85">
                        <c:v>1.027397</c:v>
                      </c:pt>
                      <c:pt idx="86">
                        <c:v>1.027293</c:v>
                      </c:pt>
                      <c:pt idx="87">
                        <c:v>1.027235</c:v>
                      </c:pt>
                      <c:pt idx="88">
                        <c:v>1.027301</c:v>
                      </c:pt>
                      <c:pt idx="89">
                        <c:v>1.029041</c:v>
                      </c:pt>
                      <c:pt idx="90">
                        <c:v>1.033866</c:v>
                      </c:pt>
                      <c:pt idx="91">
                        <c:v>1.034845</c:v>
                      </c:pt>
                      <c:pt idx="92">
                        <c:v>1.025871</c:v>
                      </c:pt>
                      <c:pt idx="93">
                        <c:v>1.029861</c:v>
                      </c:pt>
                      <c:pt idx="94">
                        <c:v>1.027409</c:v>
                      </c:pt>
                      <c:pt idx="95">
                        <c:v>1.025588</c:v>
                      </c:pt>
                      <c:pt idx="96">
                        <c:v>1.021413</c:v>
                      </c:pt>
                      <c:pt idx="97">
                        <c:v>1.02471</c:v>
                      </c:pt>
                      <c:pt idx="98">
                        <c:v>1.029104</c:v>
                      </c:pt>
                      <c:pt idx="99">
                        <c:v>1.029516</c:v>
                      </c:pt>
                      <c:pt idx="100">
                        <c:v>1.025125</c:v>
                      </c:pt>
                      <c:pt idx="101">
                        <c:v>1.025071</c:v>
                      </c:pt>
                      <c:pt idx="102">
                        <c:v>1.025018</c:v>
                      </c:pt>
                      <c:pt idx="103">
                        <c:v>1.013492</c:v>
                      </c:pt>
                      <c:pt idx="104">
                        <c:v>1.005529</c:v>
                      </c:pt>
                      <c:pt idx="105">
                        <c:v>1.004607</c:v>
                      </c:pt>
                      <c:pt idx="106">
                        <c:v>1.00606</c:v>
                      </c:pt>
                      <c:pt idx="107">
                        <c:v>1.005825</c:v>
                      </c:pt>
                      <c:pt idx="108">
                        <c:v>1.006595</c:v>
                      </c:pt>
                      <c:pt idx="109">
                        <c:v>1.005853</c:v>
                      </c:pt>
                      <c:pt idx="110">
                        <c:v>1.008205</c:v>
                      </c:pt>
                      <c:pt idx="111">
                        <c:v>1.005819</c:v>
                      </c:pt>
                      <c:pt idx="112">
                        <c:v>1.000042</c:v>
                      </c:pt>
                      <c:pt idx="113">
                        <c:v>1.001558</c:v>
                      </c:pt>
                      <c:pt idx="114">
                        <c:v>1.001555</c:v>
                      </c:pt>
                      <c:pt idx="115">
                        <c:v>1.000969</c:v>
                      </c:pt>
                      <c:pt idx="116">
                        <c:v>1.000966</c:v>
                      </c:pt>
                      <c:pt idx="117">
                        <c:v>1.001652</c:v>
                      </c:pt>
                      <c:pt idx="118">
                        <c:v>1.001667</c:v>
                      </c:pt>
                      <c:pt idx="119">
                        <c:v>1.000684</c:v>
                      </c:pt>
                      <c:pt idx="120">
                        <c:v>1.000684</c:v>
                      </c:pt>
                      <c:pt idx="121">
                        <c:v>1.000684</c:v>
                      </c:pt>
                      <c:pt idx="122">
                        <c:v>1</c:v>
                      </c:pt>
                      <c:pt idx="123">
                        <c:v>1</c:v>
                      </c:pt>
                      <c:pt idx="124">
                        <c:v>1</c:v>
                      </c:pt>
                      <c:pt idx="125">
                        <c:v>1</c:v>
                      </c:pt>
                      <c:pt idx="126">
                        <c:v>1</c:v>
                      </c:pt>
                      <c:pt idx="127">
                        <c:v>1</c:v>
                      </c:pt>
                      <c:pt idx="128">
                        <c:v>1</c:v>
                      </c:pt>
                      <c:pt idx="129">
                        <c:v>1</c:v>
                      </c:pt>
                      <c:pt idx="130">
                        <c:v>1</c:v>
                      </c:pt>
                      <c:pt idx="131">
                        <c:v>1</c:v>
                      </c:pt>
                      <c:pt idx="132">
                        <c:v>1</c:v>
                      </c:pt>
                      <c:pt idx="133">
                        <c:v>1</c:v>
                      </c:pt>
                      <c:pt idx="134">
                        <c:v>1</c:v>
                      </c:pt>
                      <c:pt idx="135">
                        <c:v>1</c:v>
                      </c:pt>
                      <c:pt idx="136">
                        <c:v>1.001</c:v>
                      </c:pt>
                      <c:pt idx="137">
                        <c:v>1</c:v>
                      </c:pt>
                      <c:pt idx="138">
                        <c:v>1</c:v>
                      </c:pt>
                      <c:pt idx="139">
                        <c:v>1</c:v>
                      </c:pt>
                    </c:numCache>
                  </c:numRef>
                </c:val>
                <c:smooth val="0"/>
              </c15:ser>
            </c15:filteredLineSeries>
            <c15:filteredLineSeries>
              <c15:ser>
                <c:idx val="7"/>
                <c:order val="8"/>
                <c:tx>
                  <c:strRef>
                    <c:extLst>
                      <c:ext uri="{02D57815-91ED-43cb-92C2-25804820EDAC}">
                        <c15:formulaRef>
                          <c15:sqref>'走势图 24'!#REF!</c15:sqref>
                        </c15:formulaRef>
                      </c:ext>
                    </c:extLst>
                    <c:strCache>
                      <c:ptCount val="1"/>
                      <c:pt idx="0">
                        <c:v>#REF!</c:v>
                      </c:pt>
                    </c:strCache>
                  </c:strRef>
                </c:tx>
                <c:spPr>
                  <a:ln w="28575" cap="rnd">
                    <a:solidFill>
                      <a:schemeClr val="accent2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delete val="1"/>
                </c:dLbls>
                <c:cat>
                  <c:num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'走势图 24'!$E$3:$E$253</c15:sqref>
                        </c15:formulaRef>
                      </c:ext>
                    </c:extLst>
                    <c:numCache>
                      <c:formatCode>yyyy/mm/dd</c:formatCode>
                      <c:ptCount val="251"/>
                      <c:pt idx="0" c:formatCode="yyyy/mm/dd">
                        <c:v>45293</c:v>
                      </c:pt>
                      <c:pt idx="1" c:formatCode="yyyy/mm/dd">
                        <c:v>45294</c:v>
                      </c:pt>
                      <c:pt idx="2" c:formatCode="yyyy/mm/dd">
                        <c:v>45295</c:v>
                      </c:pt>
                      <c:pt idx="3" c:formatCode="yyyy/mm/dd">
                        <c:v>45296</c:v>
                      </c:pt>
                      <c:pt idx="4" c:formatCode="yyyy/mm/dd">
                        <c:v>45299</c:v>
                      </c:pt>
                      <c:pt idx="5" c:formatCode="yyyy/mm/dd">
                        <c:v>45300</c:v>
                      </c:pt>
                      <c:pt idx="6" c:formatCode="yyyy/mm/dd">
                        <c:v>45301</c:v>
                      </c:pt>
                      <c:pt idx="7" c:formatCode="yyyy/mm/dd">
                        <c:v>45302</c:v>
                      </c:pt>
                      <c:pt idx="8" c:formatCode="yyyy/mm/dd">
                        <c:v>45303</c:v>
                      </c:pt>
                      <c:pt idx="9" c:formatCode="yyyy/mm/dd">
                        <c:v>45306</c:v>
                      </c:pt>
                      <c:pt idx="10" c:formatCode="yyyy/mm/dd">
                        <c:v>45307</c:v>
                      </c:pt>
                      <c:pt idx="11" c:formatCode="yyyy/mm/dd">
                        <c:v>45308</c:v>
                      </c:pt>
                      <c:pt idx="12" c:formatCode="yyyy/mm/dd">
                        <c:v>45309</c:v>
                      </c:pt>
                      <c:pt idx="13" c:formatCode="yyyy/mm/dd">
                        <c:v>45310</c:v>
                      </c:pt>
                      <c:pt idx="14" c:formatCode="yyyy/mm/dd">
                        <c:v>45313</c:v>
                      </c:pt>
                      <c:pt idx="15" c:formatCode="yyyy/mm/dd">
                        <c:v>45314</c:v>
                      </c:pt>
                      <c:pt idx="16" c:formatCode="yyyy/mm/dd">
                        <c:v>45315</c:v>
                      </c:pt>
                      <c:pt idx="17" c:formatCode="yyyy/mm/dd">
                        <c:v>45316</c:v>
                      </c:pt>
                      <c:pt idx="18" c:formatCode="yyyy/mm/dd">
                        <c:v>45317</c:v>
                      </c:pt>
                      <c:pt idx="19" c:formatCode="yyyy/mm/dd">
                        <c:v>45320</c:v>
                      </c:pt>
                      <c:pt idx="20" c:formatCode="yyyy/mm/dd">
                        <c:v>45321</c:v>
                      </c:pt>
                      <c:pt idx="21" c:formatCode="yyyy/mm/dd">
                        <c:v>45322</c:v>
                      </c:pt>
                      <c:pt idx="22" c:formatCode="yyyy/mm/dd">
                        <c:v>45323</c:v>
                      </c:pt>
                      <c:pt idx="23" c:formatCode="yyyy/mm/dd">
                        <c:v>45324</c:v>
                      </c:pt>
                      <c:pt idx="24" c:formatCode="yyyy/mm/dd">
                        <c:v>45327</c:v>
                      </c:pt>
                      <c:pt idx="25" c:formatCode="yyyy/mm/dd">
                        <c:v>45328</c:v>
                      </c:pt>
                      <c:pt idx="26" c:formatCode="yyyy/mm/dd">
                        <c:v>45329</c:v>
                      </c:pt>
                      <c:pt idx="27" c:formatCode="yyyy/mm/dd">
                        <c:v>45330</c:v>
                      </c:pt>
                      <c:pt idx="28" c:formatCode="yyyy/mm/dd">
                        <c:v>45341</c:v>
                      </c:pt>
                      <c:pt idx="29" c:formatCode="yyyy/mm/dd">
                        <c:v>45342</c:v>
                      </c:pt>
                      <c:pt idx="30" c:formatCode="yyyy/mm/dd">
                        <c:v>45343</c:v>
                      </c:pt>
                      <c:pt idx="31" c:formatCode="yyyy/mm/dd">
                        <c:v>45344</c:v>
                      </c:pt>
                      <c:pt idx="32" c:formatCode="yyyy/mm/dd">
                        <c:v>45345</c:v>
                      </c:pt>
                      <c:pt idx="33" c:formatCode="yyyy/mm/dd">
                        <c:v>45348</c:v>
                      </c:pt>
                      <c:pt idx="34" c:formatCode="yyyy/mm/dd">
                        <c:v>45349</c:v>
                      </c:pt>
                      <c:pt idx="35" c:formatCode="yyyy/mm/dd">
                        <c:v>45350</c:v>
                      </c:pt>
                      <c:pt idx="36" c:formatCode="yyyy/mm/dd">
                        <c:v>45351</c:v>
                      </c:pt>
                      <c:pt idx="37" c:formatCode="yyyy/mm/dd">
                        <c:v>45352</c:v>
                      </c:pt>
                      <c:pt idx="38" c:formatCode="yyyy/mm/dd">
                        <c:v>45355</c:v>
                      </c:pt>
                      <c:pt idx="39" c:formatCode="yyyy/mm/dd">
                        <c:v>45356</c:v>
                      </c:pt>
                      <c:pt idx="40" c:formatCode="yyyy/mm/dd">
                        <c:v>45357</c:v>
                      </c:pt>
                      <c:pt idx="41" c:formatCode="yyyy/mm/dd">
                        <c:v>45358</c:v>
                      </c:pt>
                      <c:pt idx="42" c:formatCode="yyyy/mm/dd">
                        <c:v>45359</c:v>
                      </c:pt>
                      <c:pt idx="43" c:formatCode="yyyy/mm/dd">
                        <c:v>45362</c:v>
                      </c:pt>
                      <c:pt idx="44" c:formatCode="yyyy/mm/dd">
                        <c:v>45363</c:v>
                      </c:pt>
                      <c:pt idx="45" c:formatCode="yyyy/mm/dd">
                        <c:v>45364</c:v>
                      </c:pt>
                      <c:pt idx="46" c:formatCode="yyyy/mm/dd">
                        <c:v>45365</c:v>
                      </c:pt>
                      <c:pt idx="47" c:formatCode="yyyy/mm/dd">
                        <c:v>45366</c:v>
                      </c:pt>
                      <c:pt idx="48" c:formatCode="yyyy/mm/dd">
                        <c:v>45369</c:v>
                      </c:pt>
                      <c:pt idx="49" c:formatCode="yyyy/mm/dd">
                        <c:v>45370</c:v>
                      </c:pt>
                      <c:pt idx="50" c:formatCode="yyyy/mm/dd">
                        <c:v>45371</c:v>
                      </c:pt>
                      <c:pt idx="51" c:formatCode="yyyy/mm/dd">
                        <c:v>45372</c:v>
                      </c:pt>
                      <c:pt idx="52" c:formatCode="yyyy/mm/dd">
                        <c:v>45373</c:v>
                      </c:pt>
                      <c:pt idx="53" c:formatCode="yyyy/mm/dd">
                        <c:v>45376</c:v>
                      </c:pt>
                      <c:pt idx="54" c:formatCode="yyyy/mm/dd">
                        <c:v>45377</c:v>
                      </c:pt>
                      <c:pt idx="55" c:formatCode="yyyy/mm/dd">
                        <c:v>45378</c:v>
                      </c:pt>
                      <c:pt idx="56" c:formatCode="yyyy/mm/dd">
                        <c:v>45379</c:v>
                      </c:pt>
                      <c:pt idx="57" c:formatCode="yyyy/mm/dd">
                        <c:v>45380</c:v>
                      </c:pt>
                      <c:pt idx="58" c:formatCode="yyyy/mm/dd">
                        <c:v>45383</c:v>
                      </c:pt>
                      <c:pt idx="59" c:formatCode="yyyy/mm/dd">
                        <c:v>45384</c:v>
                      </c:pt>
                      <c:pt idx="60" c:formatCode="yyyy/mm/dd">
                        <c:v>45385</c:v>
                      </c:pt>
                      <c:pt idx="61" c:formatCode="yyyy/mm/dd">
                        <c:v>45390</c:v>
                      </c:pt>
                      <c:pt idx="62" c:formatCode="yyyy/mm/dd">
                        <c:v>45391</c:v>
                      </c:pt>
                      <c:pt idx="63" c:formatCode="yyyy/mm/dd">
                        <c:v>45392</c:v>
                      </c:pt>
                      <c:pt idx="64" c:formatCode="yyyy/mm/dd">
                        <c:v>45393</c:v>
                      </c:pt>
                      <c:pt idx="65" c:formatCode="yyyy/mm/dd">
                        <c:v>45394</c:v>
                      </c:pt>
                      <c:pt idx="66" c:formatCode="yyyy/mm/dd">
                        <c:v>45397</c:v>
                      </c:pt>
                      <c:pt idx="67" c:formatCode="yyyy/mm/dd">
                        <c:v>45398</c:v>
                      </c:pt>
                      <c:pt idx="68" c:formatCode="yyyy/mm/dd">
                        <c:v>45399</c:v>
                      </c:pt>
                      <c:pt idx="69" c:formatCode="yyyy/mm/dd">
                        <c:v>45400</c:v>
                      </c:pt>
                      <c:pt idx="70" c:formatCode="yyyy/mm/dd">
                        <c:v>45401</c:v>
                      </c:pt>
                      <c:pt idx="71" c:formatCode="yyyy/mm/dd">
                        <c:v>45404</c:v>
                      </c:pt>
                      <c:pt idx="72" c:formatCode="yyyy/mm/dd">
                        <c:v>45405</c:v>
                      </c:pt>
                      <c:pt idx="73" c:formatCode="yyyy/mm/dd">
                        <c:v>45406</c:v>
                      </c:pt>
                      <c:pt idx="74" c:formatCode="yyyy/mm/dd">
                        <c:v>45407</c:v>
                      </c:pt>
                      <c:pt idx="75" c:formatCode="yyyy/mm/dd">
                        <c:v>45408</c:v>
                      </c:pt>
                      <c:pt idx="76" c:formatCode="yyyy/mm/dd">
                        <c:v>45411</c:v>
                      </c:pt>
                      <c:pt idx="77" c:formatCode="yyyy/mm/dd">
                        <c:v>45412</c:v>
                      </c:pt>
                      <c:pt idx="78" c:formatCode="yyyy/mm/dd">
                        <c:v>45418</c:v>
                      </c:pt>
                      <c:pt idx="79" c:formatCode="yyyy/mm/dd">
                        <c:v>45419</c:v>
                      </c:pt>
                      <c:pt idx="80" c:formatCode="yyyy/mm/dd">
                        <c:v>45420</c:v>
                      </c:pt>
                      <c:pt idx="81" c:formatCode="yyyy/mm/dd">
                        <c:v>45421</c:v>
                      </c:pt>
                      <c:pt idx="82" c:formatCode="yyyy/mm/dd">
                        <c:v>45422</c:v>
                      </c:pt>
                      <c:pt idx="83" c:formatCode="yyyy/mm/dd">
                        <c:v>45425</c:v>
                      </c:pt>
                      <c:pt idx="84" c:formatCode="yyyy/mm/dd">
                        <c:v>45426</c:v>
                      </c:pt>
                      <c:pt idx="85" c:formatCode="yyyy/mm/dd">
                        <c:v>45427</c:v>
                      </c:pt>
                      <c:pt idx="86" c:formatCode="yyyy/mm/dd">
                        <c:v>45428</c:v>
                      </c:pt>
                      <c:pt idx="87" c:formatCode="yyyy/mm/dd">
                        <c:v>45429</c:v>
                      </c:pt>
                      <c:pt idx="88" c:formatCode="yyyy/mm/dd">
                        <c:v>45432</c:v>
                      </c:pt>
                      <c:pt idx="89" c:formatCode="yyyy/mm/dd">
                        <c:v>45433</c:v>
                      </c:pt>
                      <c:pt idx="90" c:formatCode="yyyy/mm/dd">
                        <c:v>45434</c:v>
                      </c:pt>
                      <c:pt idx="91" c:formatCode="yyyy/mm/dd">
                        <c:v>45435</c:v>
                      </c:pt>
                      <c:pt idx="92" c:formatCode="yyyy/mm/dd">
                        <c:v>45436</c:v>
                      </c:pt>
                      <c:pt idx="93" c:formatCode="yyyy/mm/dd">
                        <c:v>45439</c:v>
                      </c:pt>
                      <c:pt idx="94" c:formatCode="yyyy/mm/dd">
                        <c:v>45440</c:v>
                      </c:pt>
                      <c:pt idx="95" c:formatCode="yyyy/mm/dd">
                        <c:v>45441</c:v>
                      </c:pt>
                      <c:pt idx="96" c:formatCode="yyyy/mm/dd">
                        <c:v>45442</c:v>
                      </c:pt>
                      <c:pt idx="97" c:formatCode="yyyy/mm/dd">
                        <c:v>45443</c:v>
                      </c:pt>
                      <c:pt idx="98" c:formatCode="yyyy/mm/dd">
                        <c:v>45446</c:v>
                      </c:pt>
                      <c:pt idx="99" c:formatCode="yyyy/mm/dd">
                        <c:v>45447</c:v>
                      </c:pt>
                      <c:pt idx="100" c:formatCode="yyyy/mm/dd">
                        <c:v>45448</c:v>
                      </c:pt>
                      <c:pt idx="101" c:formatCode="yyyy/mm/dd">
                        <c:v>45449</c:v>
                      </c:pt>
                      <c:pt idx="102" c:formatCode="yyyy/mm/dd">
                        <c:v>45450</c:v>
                      </c:pt>
                      <c:pt idx="103" c:formatCode="yyyy/mm/dd">
                        <c:v>45454</c:v>
                      </c:pt>
                      <c:pt idx="104" c:formatCode="yyyy/mm/dd">
                        <c:v>45455</c:v>
                      </c:pt>
                      <c:pt idx="105" c:formatCode="yyyy/mm/dd">
                        <c:v>45456</c:v>
                      </c:pt>
                      <c:pt idx="106" c:formatCode="yyyy/mm/dd">
                        <c:v>45457</c:v>
                      </c:pt>
                      <c:pt idx="107" c:formatCode="yyyy/mm/dd">
                        <c:v>45460</c:v>
                      </c:pt>
                      <c:pt idx="108" c:formatCode="yyyy/mm/dd">
                        <c:v>45461</c:v>
                      </c:pt>
                      <c:pt idx="109" c:formatCode="yyyy/mm/dd">
                        <c:v>45462</c:v>
                      </c:pt>
                      <c:pt idx="110" c:formatCode="yyyy/mm/dd">
                        <c:v>45463</c:v>
                      </c:pt>
                      <c:pt idx="111" c:formatCode="yyyy/mm/dd">
                        <c:v>45464</c:v>
                      </c:pt>
                      <c:pt idx="112" c:formatCode="yyyy/mm/dd">
                        <c:v>45467</c:v>
                      </c:pt>
                      <c:pt idx="113" c:formatCode="yyyy/mm/dd">
                        <c:v>45468</c:v>
                      </c:pt>
                      <c:pt idx="114" c:formatCode="yyyy/mm/dd">
                        <c:v>45469</c:v>
                      </c:pt>
                      <c:pt idx="115" c:formatCode="yyyy/mm/dd">
                        <c:v>45470</c:v>
                      </c:pt>
                      <c:pt idx="116" c:formatCode="yyyy/mm/dd">
                        <c:v>45471</c:v>
                      </c:pt>
                      <c:pt idx="117" c:formatCode="yyyy/mm/dd">
                        <c:v>45474</c:v>
                      </c:pt>
                      <c:pt idx="118" c:formatCode="yyyy/mm/dd">
                        <c:v>45475</c:v>
                      </c:pt>
                      <c:pt idx="119" c:formatCode="yyyy/mm/dd">
                        <c:v>45476</c:v>
                      </c:pt>
                      <c:pt idx="120" c:formatCode="yyyy/mm/dd">
                        <c:v>45477</c:v>
                      </c:pt>
                      <c:pt idx="121" c:formatCode="yyyy/mm/dd">
                        <c:v>45478</c:v>
                      </c:pt>
                      <c:pt idx="122" c:formatCode="yyyy/mm/dd">
                        <c:v>45481</c:v>
                      </c:pt>
                      <c:pt idx="123" c:formatCode="yyyy/mm/dd">
                        <c:v>45482</c:v>
                      </c:pt>
                      <c:pt idx="124" c:formatCode="yyyy/mm/dd">
                        <c:v>45483</c:v>
                      </c:pt>
                      <c:pt idx="125" c:formatCode="yyyy/mm/dd">
                        <c:v>45484</c:v>
                      </c:pt>
                      <c:pt idx="126" c:formatCode="yyyy/mm/dd">
                        <c:v>45485</c:v>
                      </c:pt>
                      <c:pt idx="127" c:formatCode="yyyy/mm/dd">
                        <c:v>45488</c:v>
                      </c:pt>
                      <c:pt idx="128" c:formatCode="yyyy/mm/dd">
                        <c:v>45489</c:v>
                      </c:pt>
                      <c:pt idx="129" c:formatCode="yyyy/mm/dd">
                        <c:v>45490</c:v>
                      </c:pt>
                      <c:pt idx="130" c:formatCode="yyyy/mm/dd">
                        <c:v>45491</c:v>
                      </c:pt>
                      <c:pt idx="131" c:formatCode="yyyy/mm/dd">
                        <c:v>45492</c:v>
                      </c:pt>
                      <c:pt idx="132" c:formatCode="yyyy/mm/dd">
                        <c:v>45495</c:v>
                      </c:pt>
                      <c:pt idx="133" c:formatCode="yyyy/mm/dd">
                        <c:v>45496</c:v>
                      </c:pt>
                      <c:pt idx="134" c:formatCode="yyyy/mm/dd">
                        <c:v>45497</c:v>
                      </c:pt>
                      <c:pt idx="135" c:formatCode="yyyy/mm/dd">
                        <c:v>45498</c:v>
                      </c:pt>
                      <c:pt idx="136" c:formatCode="yyyy/mm/dd">
                        <c:v>45499</c:v>
                      </c:pt>
                      <c:pt idx="137" c:formatCode="yyyy/mm/dd">
                        <c:v>45502</c:v>
                      </c:pt>
                      <c:pt idx="138" c:formatCode="yyyy/mm/dd">
                        <c:v>45503</c:v>
                      </c:pt>
                      <c:pt idx="139" c:formatCode="yyyy/mm/dd">
                        <c:v>45504</c:v>
                      </c:pt>
                      <c:pt idx="140" c:formatCode="yyyy/mm/dd">
                        <c:v>45505</c:v>
                      </c:pt>
                      <c:pt idx="141" c:formatCode="yyyy/mm/dd">
                        <c:v>45506</c:v>
                      </c:pt>
                      <c:pt idx="142" c:formatCode="yyyy/mm/dd">
                        <c:v>45509</c:v>
                      </c:pt>
                      <c:pt idx="143" c:formatCode="yyyy/mm/dd">
                        <c:v>45510</c:v>
                      </c:pt>
                      <c:pt idx="144" c:formatCode="yyyy/mm/dd">
                        <c:v>45511</c:v>
                      </c:pt>
                      <c:pt idx="145" c:formatCode="yyyy/mm/dd">
                        <c:v>45512</c:v>
                      </c:pt>
                      <c:pt idx="146" c:formatCode="yyyy/mm/dd">
                        <c:v>45513</c:v>
                      </c:pt>
                      <c:pt idx="147" c:formatCode="yyyy/mm/dd">
                        <c:v>45516</c:v>
                      </c:pt>
                      <c:pt idx="148" c:formatCode="yyyy/mm/dd">
                        <c:v>45517</c:v>
                      </c:pt>
                      <c:pt idx="149" c:formatCode="yyyy/mm/dd">
                        <c:v>45518</c:v>
                      </c:pt>
                      <c:pt idx="150" c:formatCode="yyyy/mm/dd">
                        <c:v>45519</c:v>
                      </c:pt>
                      <c:pt idx="151" c:formatCode="yyyy/mm/dd">
                        <c:v>45520</c:v>
                      </c:pt>
                      <c:pt idx="152" c:formatCode="yyyy/mm/dd">
                        <c:v>45523</c:v>
                      </c:pt>
                      <c:pt idx="153" c:formatCode="yyyy/mm/dd">
                        <c:v>45524</c:v>
                      </c:pt>
                      <c:pt idx="154" c:formatCode="yyyy/mm/dd">
                        <c:v>45525</c:v>
                      </c:pt>
                      <c:pt idx="155" c:formatCode="yyyy/mm/dd">
                        <c:v>45526</c:v>
                      </c:pt>
                      <c:pt idx="156" c:formatCode="yyyy/mm/dd">
                        <c:v>45527</c:v>
                      </c:pt>
                      <c:pt idx="157" c:formatCode="yyyy/mm/dd">
                        <c:v>45530</c:v>
                      </c:pt>
                      <c:pt idx="158" c:formatCode="yyyy/mm/dd">
                        <c:v>45531</c:v>
                      </c:pt>
                      <c:pt idx="159" c:formatCode="yyyy/mm/dd">
                        <c:v>45532</c:v>
                      </c:pt>
                      <c:pt idx="160" c:formatCode="yyyy/mm/dd">
                        <c:v>45533</c:v>
                      </c:pt>
                      <c:pt idx="161" c:formatCode="yyyy/mm/dd">
                        <c:v>45534</c:v>
                      </c:pt>
                      <c:pt idx="162" c:formatCode="yyyy/mm/dd">
                        <c:v>45537</c:v>
                      </c:pt>
                      <c:pt idx="163" c:formatCode="yyyy/mm/dd">
                        <c:v>45538</c:v>
                      </c:pt>
                      <c:pt idx="164" c:formatCode="yyyy/mm/dd">
                        <c:v>45539</c:v>
                      </c:pt>
                      <c:pt idx="165" c:formatCode="yyyy/mm/dd">
                        <c:v>45540</c:v>
                      </c:pt>
                      <c:pt idx="166" c:formatCode="yyyy/mm/dd">
                        <c:v>45541</c:v>
                      </c:pt>
                      <c:pt idx="167" c:formatCode="yyyy/mm/dd">
                        <c:v>45544</c:v>
                      </c:pt>
                      <c:pt idx="168" c:formatCode="yyyy/mm/dd">
                        <c:v>45545</c:v>
                      </c:pt>
                      <c:pt idx="169" c:formatCode="yyyy/mm/dd">
                        <c:v>45546</c:v>
                      </c:pt>
                      <c:pt idx="170" c:formatCode="yyyy/mm/dd">
                        <c:v>45547</c:v>
                      </c:pt>
                      <c:pt idx="171" c:formatCode="yyyy/mm/dd">
                        <c:v>45548</c:v>
                      </c:pt>
                      <c:pt idx="172" c:formatCode="yyyy/mm/dd">
                        <c:v>45553</c:v>
                      </c:pt>
                      <c:pt idx="173" c:formatCode="yyyy/mm/dd">
                        <c:v>45554</c:v>
                      </c:pt>
                      <c:pt idx="174" c:formatCode="yyyy/mm/dd">
                        <c:v>45555</c:v>
                      </c:pt>
                      <c:pt idx="175" c:formatCode="yyyy/mm/dd">
                        <c:v>45558</c:v>
                      </c:pt>
                      <c:pt idx="176" c:formatCode="yyyy/mm/dd">
                        <c:v>45559</c:v>
                      </c:pt>
                      <c:pt idx="177" c:formatCode="yyyy/mm/dd">
                        <c:v>45560</c:v>
                      </c:pt>
                      <c:pt idx="178" c:formatCode="yyyy/mm/dd">
                        <c:v>45561</c:v>
                      </c:pt>
                      <c:pt idx="179" c:formatCode="yyyy/mm/dd">
                        <c:v>45562</c:v>
                      </c:pt>
                      <c:pt idx="180" c:formatCode="yyyy/mm/dd">
                        <c:v>45565</c:v>
                      </c:pt>
                      <c:pt idx="181" c:formatCode="yyyy/mm/dd">
                        <c:v>45573</c:v>
                      </c:pt>
                      <c:pt idx="182" c:formatCode="yyyy/mm/dd">
                        <c:v>45574</c:v>
                      </c:pt>
                      <c:pt idx="183" c:formatCode="yyyy/mm/dd">
                        <c:v>45575</c:v>
                      </c:pt>
                      <c:pt idx="184" c:formatCode="yyyy/mm/dd">
                        <c:v>45576</c:v>
                      </c:pt>
                      <c:pt idx="185" c:formatCode="yyyy/mm/dd">
                        <c:v>45579</c:v>
                      </c:pt>
                      <c:pt idx="186" c:formatCode="yyyy/mm/dd">
                        <c:v>45580</c:v>
                      </c:pt>
                      <c:pt idx="187" c:formatCode="yyyy/mm/dd">
                        <c:v>45581</c:v>
                      </c:pt>
                      <c:pt idx="188" c:formatCode="yyyy/mm/dd">
                        <c:v>45582</c:v>
                      </c:pt>
                      <c:pt idx="189" c:formatCode="yyyy/mm/dd">
                        <c:v>45583</c:v>
                      </c:pt>
                      <c:pt idx="190" c:formatCode="yyyy/mm/dd">
                        <c:v>45586</c:v>
                      </c:pt>
                      <c:pt idx="191" c:formatCode="yyyy/mm/dd">
                        <c:v>45587</c:v>
                      </c:pt>
                      <c:pt idx="192" c:formatCode="yyyy/mm/dd">
                        <c:v>45588</c:v>
                      </c:pt>
                      <c:pt idx="193" c:formatCode="yyyy/mm/dd">
                        <c:v>45589</c:v>
                      </c:pt>
                      <c:pt idx="194" c:formatCode="yyyy/mm/dd">
                        <c:v>45590</c:v>
                      </c:pt>
                      <c:pt idx="195" c:formatCode="yyyy/mm/dd">
                        <c:v>45593</c:v>
                      </c:pt>
                      <c:pt idx="196" c:formatCode="yyyy/mm/dd">
                        <c:v>45594</c:v>
                      </c:pt>
                      <c:pt idx="197" c:formatCode="yyyy/mm/dd">
                        <c:v>45595</c:v>
                      </c:pt>
                      <c:pt idx="198" c:formatCode="yyyy/mm/dd">
                        <c:v>45596</c:v>
                      </c:pt>
                      <c:pt idx="199" c:formatCode="yyyy/mm/dd">
                        <c:v>45597</c:v>
                      </c:pt>
                      <c:pt idx="200" c:formatCode="yyyy/mm/dd">
                        <c:v>45600</c:v>
                      </c:pt>
                      <c:pt idx="201" c:formatCode="yyyy/mm/dd">
                        <c:v>45601</c:v>
                      </c:pt>
                      <c:pt idx="202" c:formatCode="yyyy/mm/dd">
                        <c:v>45602</c:v>
                      </c:pt>
                      <c:pt idx="203" c:formatCode="yyyy/mm/dd">
                        <c:v>45603</c:v>
                      </c:pt>
                      <c:pt idx="204" c:formatCode="yyyy/mm/dd">
                        <c:v>45604</c:v>
                      </c:pt>
                      <c:pt idx="205" c:formatCode="yyyy/mm/dd">
                        <c:v>45607</c:v>
                      </c:pt>
                      <c:pt idx="206" c:formatCode="yyyy/mm/dd">
                        <c:v>45608</c:v>
                      </c:pt>
                      <c:pt idx="207" c:formatCode="yyyy/mm/dd">
                        <c:v>45609</c:v>
                      </c:pt>
                      <c:pt idx="208" c:formatCode="yyyy/mm/dd">
                        <c:v>45610</c:v>
                      </c:pt>
                      <c:pt idx="209" c:formatCode="yyyy/mm/dd">
                        <c:v>45611</c:v>
                      </c:pt>
                      <c:pt idx="210" c:formatCode="yyyy/mm/dd">
                        <c:v>45614</c:v>
                      </c:pt>
                      <c:pt idx="211" c:formatCode="yyyy/mm/dd">
                        <c:v>45615</c:v>
                      </c:pt>
                      <c:pt idx="212" c:formatCode="yyyy/mm/dd">
                        <c:v>45616</c:v>
                      </c:pt>
                      <c:pt idx="213" c:formatCode="yyyy/mm/dd">
                        <c:v>45617</c:v>
                      </c:pt>
                      <c:pt idx="214" c:formatCode="yyyy/mm/dd">
                        <c:v>45618</c:v>
                      </c:pt>
                      <c:pt idx="215" c:formatCode="yyyy/mm/dd">
                        <c:v>45621</c:v>
                      </c:pt>
                      <c:pt idx="216" c:formatCode="yyyy/mm/dd">
                        <c:v>45622</c:v>
                      </c:pt>
                      <c:pt idx="217" c:formatCode="yyyy/mm/dd">
                        <c:v>45623</c:v>
                      </c:pt>
                      <c:pt idx="218" c:formatCode="yyyy/mm/dd">
                        <c:v>45624</c:v>
                      </c:pt>
                      <c:pt idx="219" c:formatCode="yyyy/mm/dd">
                        <c:v>45625</c:v>
                      </c:pt>
                      <c:pt idx="220" c:formatCode="yyyy/mm/dd">
                        <c:v>45628</c:v>
                      </c:pt>
                      <c:pt idx="221" c:formatCode="yyyy/mm/dd">
                        <c:v>45629</c:v>
                      </c:pt>
                      <c:pt idx="222" c:formatCode="yyyy/mm/dd">
                        <c:v>45630</c:v>
                      </c:pt>
                      <c:pt idx="223" c:formatCode="yyyy/mm/dd">
                        <c:v>45631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'走势图 24'!#REF!</c15:sqref>
                        </c15:formulaRef>
                      </c:ext>
                    </c:extLst>
                  </c:numRef>
                </c:val>
                <c:smooth val="0"/>
              </c15:ser>
            </c15:filteredLineSeries>
            <c15:filteredLineSeries>
              <c15:ser>
                <c:idx val="8"/>
                <c:order val="9"/>
                <c:tx>
                  <c:strRef>
                    <c:extLst>
                      <c:ext uri="{02D57815-91ED-43cb-92C2-25804820EDAC}">
                        <c15:formulaRef>
                          <c15:sqref>'走势图 24'!$M$1</c15:sqref>
                        </c15:formulaRef>
                      </c:ext>
                    </c:extLst>
                    <c:strCache>
                      <c:ptCount val="1"/>
                      <c:pt idx="0">
                        <c:v>成本估值占比(穿透)</c:v>
                      </c:pt>
                    </c:strCache>
                  </c:strRef>
                </c:tx>
                <c:spPr>
                  <a:ln w="28575" cap="rnd">
                    <a:solidFill>
                      <a:schemeClr val="accent3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delete val="1"/>
                </c:dLbls>
                <c:cat>
                  <c:num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'走势图 24'!$E$3:$E$253</c15:sqref>
                        </c15:formulaRef>
                      </c:ext>
                    </c:extLst>
                    <c:numCache>
                      <c:formatCode>yyyy/mm/dd</c:formatCode>
                      <c:ptCount val="251"/>
                      <c:pt idx="0" c:formatCode="yyyy/mm/dd">
                        <c:v>45293</c:v>
                      </c:pt>
                      <c:pt idx="1" c:formatCode="yyyy/mm/dd">
                        <c:v>45294</c:v>
                      </c:pt>
                      <c:pt idx="2" c:formatCode="yyyy/mm/dd">
                        <c:v>45295</c:v>
                      </c:pt>
                      <c:pt idx="3" c:formatCode="yyyy/mm/dd">
                        <c:v>45296</c:v>
                      </c:pt>
                      <c:pt idx="4" c:formatCode="yyyy/mm/dd">
                        <c:v>45299</c:v>
                      </c:pt>
                      <c:pt idx="5" c:formatCode="yyyy/mm/dd">
                        <c:v>45300</c:v>
                      </c:pt>
                      <c:pt idx="6" c:formatCode="yyyy/mm/dd">
                        <c:v>45301</c:v>
                      </c:pt>
                      <c:pt idx="7" c:formatCode="yyyy/mm/dd">
                        <c:v>45302</c:v>
                      </c:pt>
                      <c:pt idx="8" c:formatCode="yyyy/mm/dd">
                        <c:v>45303</c:v>
                      </c:pt>
                      <c:pt idx="9" c:formatCode="yyyy/mm/dd">
                        <c:v>45306</c:v>
                      </c:pt>
                      <c:pt idx="10" c:formatCode="yyyy/mm/dd">
                        <c:v>45307</c:v>
                      </c:pt>
                      <c:pt idx="11" c:formatCode="yyyy/mm/dd">
                        <c:v>45308</c:v>
                      </c:pt>
                      <c:pt idx="12" c:formatCode="yyyy/mm/dd">
                        <c:v>45309</c:v>
                      </c:pt>
                      <c:pt idx="13" c:formatCode="yyyy/mm/dd">
                        <c:v>45310</c:v>
                      </c:pt>
                      <c:pt idx="14" c:formatCode="yyyy/mm/dd">
                        <c:v>45313</c:v>
                      </c:pt>
                      <c:pt idx="15" c:formatCode="yyyy/mm/dd">
                        <c:v>45314</c:v>
                      </c:pt>
                      <c:pt idx="16" c:formatCode="yyyy/mm/dd">
                        <c:v>45315</c:v>
                      </c:pt>
                      <c:pt idx="17" c:formatCode="yyyy/mm/dd">
                        <c:v>45316</c:v>
                      </c:pt>
                      <c:pt idx="18" c:formatCode="yyyy/mm/dd">
                        <c:v>45317</c:v>
                      </c:pt>
                      <c:pt idx="19" c:formatCode="yyyy/mm/dd">
                        <c:v>45320</c:v>
                      </c:pt>
                      <c:pt idx="20" c:formatCode="yyyy/mm/dd">
                        <c:v>45321</c:v>
                      </c:pt>
                      <c:pt idx="21" c:formatCode="yyyy/mm/dd">
                        <c:v>45322</c:v>
                      </c:pt>
                      <c:pt idx="22" c:formatCode="yyyy/mm/dd">
                        <c:v>45323</c:v>
                      </c:pt>
                      <c:pt idx="23" c:formatCode="yyyy/mm/dd">
                        <c:v>45324</c:v>
                      </c:pt>
                      <c:pt idx="24" c:formatCode="yyyy/mm/dd">
                        <c:v>45327</c:v>
                      </c:pt>
                      <c:pt idx="25" c:formatCode="yyyy/mm/dd">
                        <c:v>45328</c:v>
                      </c:pt>
                      <c:pt idx="26" c:formatCode="yyyy/mm/dd">
                        <c:v>45329</c:v>
                      </c:pt>
                      <c:pt idx="27" c:formatCode="yyyy/mm/dd">
                        <c:v>45330</c:v>
                      </c:pt>
                      <c:pt idx="28" c:formatCode="yyyy/mm/dd">
                        <c:v>45341</c:v>
                      </c:pt>
                      <c:pt idx="29" c:formatCode="yyyy/mm/dd">
                        <c:v>45342</c:v>
                      </c:pt>
                      <c:pt idx="30" c:formatCode="yyyy/mm/dd">
                        <c:v>45343</c:v>
                      </c:pt>
                      <c:pt idx="31" c:formatCode="yyyy/mm/dd">
                        <c:v>45344</c:v>
                      </c:pt>
                      <c:pt idx="32" c:formatCode="yyyy/mm/dd">
                        <c:v>45345</c:v>
                      </c:pt>
                      <c:pt idx="33" c:formatCode="yyyy/mm/dd">
                        <c:v>45348</c:v>
                      </c:pt>
                      <c:pt idx="34" c:formatCode="yyyy/mm/dd">
                        <c:v>45349</c:v>
                      </c:pt>
                      <c:pt idx="35" c:formatCode="yyyy/mm/dd">
                        <c:v>45350</c:v>
                      </c:pt>
                      <c:pt idx="36" c:formatCode="yyyy/mm/dd">
                        <c:v>45351</c:v>
                      </c:pt>
                      <c:pt idx="37" c:formatCode="yyyy/mm/dd">
                        <c:v>45352</c:v>
                      </c:pt>
                      <c:pt idx="38" c:formatCode="yyyy/mm/dd">
                        <c:v>45355</c:v>
                      </c:pt>
                      <c:pt idx="39" c:formatCode="yyyy/mm/dd">
                        <c:v>45356</c:v>
                      </c:pt>
                      <c:pt idx="40" c:formatCode="yyyy/mm/dd">
                        <c:v>45357</c:v>
                      </c:pt>
                      <c:pt idx="41" c:formatCode="yyyy/mm/dd">
                        <c:v>45358</c:v>
                      </c:pt>
                      <c:pt idx="42" c:formatCode="yyyy/mm/dd">
                        <c:v>45359</c:v>
                      </c:pt>
                      <c:pt idx="43" c:formatCode="yyyy/mm/dd">
                        <c:v>45362</c:v>
                      </c:pt>
                      <c:pt idx="44" c:formatCode="yyyy/mm/dd">
                        <c:v>45363</c:v>
                      </c:pt>
                      <c:pt idx="45" c:formatCode="yyyy/mm/dd">
                        <c:v>45364</c:v>
                      </c:pt>
                      <c:pt idx="46" c:formatCode="yyyy/mm/dd">
                        <c:v>45365</c:v>
                      </c:pt>
                      <c:pt idx="47" c:formatCode="yyyy/mm/dd">
                        <c:v>45366</c:v>
                      </c:pt>
                      <c:pt idx="48" c:formatCode="yyyy/mm/dd">
                        <c:v>45369</c:v>
                      </c:pt>
                      <c:pt idx="49" c:formatCode="yyyy/mm/dd">
                        <c:v>45370</c:v>
                      </c:pt>
                      <c:pt idx="50" c:formatCode="yyyy/mm/dd">
                        <c:v>45371</c:v>
                      </c:pt>
                      <c:pt idx="51" c:formatCode="yyyy/mm/dd">
                        <c:v>45372</c:v>
                      </c:pt>
                      <c:pt idx="52" c:formatCode="yyyy/mm/dd">
                        <c:v>45373</c:v>
                      </c:pt>
                      <c:pt idx="53" c:formatCode="yyyy/mm/dd">
                        <c:v>45376</c:v>
                      </c:pt>
                      <c:pt idx="54" c:formatCode="yyyy/mm/dd">
                        <c:v>45377</c:v>
                      </c:pt>
                      <c:pt idx="55" c:formatCode="yyyy/mm/dd">
                        <c:v>45378</c:v>
                      </c:pt>
                      <c:pt idx="56" c:formatCode="yyyy/mm/dd">
                        <c:v>45379</c:v>
                      </c:pt>
                      <c:pt idx="57" c:formatCode="yyyy/mm/dd">
                        <c:v>45380</c:v>
                      </c:pt>
                      <c:pt idx="58" c:formatCode="yyyy/mm/dd">
                        <c:v>45383</c:v>
                      </c:pt>
                      <c:pt idx="59" c:formatCode="yyyy/mm/dd">
                        <c:v>45384</c:v>
                      </c:pt>
                      <c:pt idx="60" c:formatCode="yyyy/mm/dd">
                        <c:v>45385</c:v>
                      </c:pt>
                      <c:pt idx="61" c:formatCode="yyyy/mm/dd">
                        <c:v>45390</c:v>
                      </c:pt>
                      <c:pt idx="62" c:formatCode="yyyy/mm/dd">
                        <c:v>45391</c:v>
                      </c:pt>
                      <c:pt idx="63" c:formatCode="yyyy/mm/dd">
                        <c:v>45392</c:v>
                      </c:pt>
                      <c:pt idx="64" c:formatCode="yyyy/mm/dd">
                        <c:v>45393</c:v>
                      </c:pt>
                      <c:pt idx="65" c:formatCode="yyyy/mm/dd">
                        <c:v>45394</c:v>
                      </c:pt>
                      <c:pt idx="66" c:formatCode="yyyy/mm/dd">
                        <c:v>45397</c:v>
                      </c:pt>
                      <c:pt idx="67" c:formatCode="yyyy/mm/dd">
                        <c:v>45398</c:v>
                      </c:pt>
                      <c:pt idx="68" c:formatCode="yyyy/mm/dd">
                        <c:v>45399</c:v>
                      </c:pt>
                      <c:pt idx="69" c:formatCode="yyyy/mm/dd">
                        <c:v>45400</c:v>
                      </c:pt>
                      <c:pt idx="70" c:formatCode="yyyy/mm/dd">
                        <c:v>45401</c:v>
                      </c:pt>
                      <c:pt idx="71" c:formatCode="yyyy/mm/dd">
                        <c:v>45404</c:v>
                      </c:pt>
                      <c:pt idx="72" c:formatCode="yyyy/mm/dd">
                        <c:v>45405</c:v>
                      </c:pt>
                      <c:pt idx="73" c:formatCode="yyyy/mm/dd">
                        <c:v>45406</c:v>
                      </c:pt>
                      <c:pt idx="74" c:formatCode="yyyy/mm/dd">
                        <c:v>45407</c:v>
                      </c:pt>
                      <c:pt idx="75" c:formatCode="yyyy/mm/dd">
                        <c:v>45408</c:v>
                      </c:pt>
                      <c:pt idx="76" c:formatCode="yyyy/mm/dd">
                        <c:v>45411</c:v>
                      </c:pt>
                      <c:pt idx="77" c:formatCode="yyyy/mm/dd">
                        <c:v>45412</c:v>
                      </c:pt>
                      <c:pt idx="78" c:formatCode="yyyy/mm/dd">
                        <c:v>45418</c:v>
                      </c:pt>
                      <c:pt idx="79" c:formatCode="yyyy/mm/dd">
                        <c:v>45419</c:v>
                      </c:pt>
                      <c:pt idx="80" c:formatCode="yyyy/mm/dd">
                        <c:v>45420</c:v>
                      </c:pt>
                      <c:pt idx="81" c:formatCode="yyyy/mm/dd">
                        <c:v>45421</c:v>
                      </c:pt>
                      <c:pt idx="82" c:formatCode="yyyy/mm/dd">
                        <c:v>45422</c:v>
                      </c:pt>
                      <c:pt idx="83" c:formatCode="yyyy/mm/dd">
                        <c:v>45425</c:v>
                      </c:pt>
                      <c:pt idx="84" c:formatCode="yyyy/mm/dd">
                        <c:v>45426</c:v>
                      </c:pt>
                      <c:pt idx="85" c:formatCode="yyyy/mm/dd">
                        <c:v>45427</c:v>
                      </c:pt>
                      <c:pt idx="86" c:formatCode="yyyy/mm/dd">
                        <c:v>45428</c:v>
                      </c:pt>
                      <c:pt idx="87" c:formatCode="yyyy/mm/dd">
                        <c:v>45429</c:v>
                      </c:pt>
                      <c:pt idx="88" c:formatCode="yyyy/mm/dd">
                        <c:v>45432</c:v>
                      </c:pt>
                      <c:pt idx="89" c:formatCode="yyyy/mm/dd">
                        <c:v>45433</c:v>
                      </c:pt>
                      <c:pt idx="90" c:formatCode="yyyy/mm/dd">
                        <c:v>45434</c:v>
                      </c:pt>
                      <c:pt idx="91" c:formatCode="yyyy/mm/dd">
                        <c:v>45435</c:v>
                      </c:pt>
                      <c:pt idx="92" c:formatCode="yyyy/mm/dd">
                        <c:v>45436</c:v>
                      </c:pt>
                      <c:pt idx="93" c:formatCode="yyyy/mm/dd">
                        <c:v>45439</c:v>
                      </c:pt>
                      <c:pt idx="94" c:formatCode="yyyy/mm/dd">
                        <c:v>45440</c:v>
                      </c:pt>
                      <c:pt idx="95" c:formatCode="yyyy/mm/dd">
                        <c:v>45441</c:v>
                      </c:pt>
                      <c:pt idx="96" c:formatCode="yyyy/mm/dd">
                        <c:v>45442</c:v>
                      </c:pt>
                      <c:pt idx="97" c:formatCode="yyyy/mm/dd">
                        <c:v>45443</c:v>
                      </c:pt>
                      <c:pt idx="98" c:formatCode="yyyy/mm/dd">
                        <c:v>45446</c:v>
                      </c:pt>
                      <c:pt idx="99" c:formatCode="yyyy/mm/dd">
                        <c:v>45447</c:v>
                      </c:pt>
                      <c:pt idx="100" c:formatCode="yyyy/mm/dd">
                        <c:v>45448</c:v>
                      </c:pt>
                      <c:pt idx="101" c:formatCode="yyyy/mm/dd">
                        <c:v>45449</c:v>
                      </c:pt>
                      <c:pt idx="102" c:formatCode="yyyy/mm/dd">
                        <c:v>45450</c:v>
                      </c:pt>
                      <c:pt idx="103" c:formatCode="yyyy/mm/dd">
                        <c:v>45454</c:v>
                      </c:pt>
                      <c:pt idx="104" c:formatCode="yyyy/mm/dd">
                        <c:v>45455</c:v>
                      </c:pt>
                      <c:pt idx="105" c:formatCode="yyyy/mm/dd">
                        <c:v>45456</c:v>
                      </c:pt>
                      <c:pt idx="106" c:formatCode="yyyy/mm/dd">
                        <c:v>45457</c:v>
                      </c:pt>
                      <c:pt idx="107" c:formatCode="yyyy/mm/dd">
                        <c:v>45460</c:v>
                      </c:pt>
                      <c:pt idx="108" c:formatCode="yyyy/mm/dd">
                        <c:v>45461</c:v>
                      </c:pt>
                      <c:pt idx="109" c:formatCode="yyyy/mm/dd">
                        <c:v>45462</c:v>
                      </c:pt>
                      <c:pt idx="110" c:formatCode="yyyy/mm/dd">
                        <c:v>45463</c:v>
                      </c:pt>
                      <c:pt idx="111" c:formatCode="yyyy/mm/dd">
                        <c:v>45464</c:v>
                      </c:pt>
                      <c:pt idx="112" c:formatCode="yyyy/mm/dd">
                        <c:v>45467</c:v>
                      </c:pt>
                      <c:pt idx="113" c:formatCode="yyyy/mm/dd">
                        <c:v>45468</c:v>
                      </c:pt>
                      <c:pt idx="114" c:formatCode="yyyy/mm/dd">
                        <c:v>45469</c:v>
                      </c:pt>
                      <c:pt idx="115" c:formatCode="yyyy/mm/dd">
                        <c:v>45470</c:v>
                      </c:pt>
                      <c:pt idx="116" c:formatCode="yyyy/mm/dd">
                        <c:v>45471</c:v>
                      </c:pt>
                      <c:pt idx="117" c:formatCode="yyyy/mm/dd">
                        <c:v>45474</c:v>
                      </c:pt>
                      <c:pt idx="118" c:formatCode="yyyy/mm/dd">
                        <c:v>45475</c:v>
                      </c:pt>
                      <c:pt idx="119" c:formatCode="yyyy/mm/dd">
                        <c:v>45476</c:v>
                      </c:pt>
                      <c:pt idx="120" c:formatCode="yyyy/mm/dd">
                        <c:v>45477</c:v>
                      </c:pt>
                      <c:pt idx="121" c:formatCode="yyyy/mm/dd">
                        <c:v>45478</c:v>
                      </c:pt>
                      <c:pt idx="122" c:formatCode="yyyy/mm/dd">
                        <c:v>45481</c:v>
                      </c:pt>
                      <c:pt idx="123" c:formatCode="yyyy/mm/dd">
                        <c:v>45482</c:v>
                      </c:pt>
                      <c:pt idx="124" c:formatCode="yyyy/mm/dd">
                        <c:v>45483</c:v>
                      </c:pt>
                      <c:pt idx="125" c:formatCode="yyyy/mm/dd">
                        <c:v>45484</c:v>
                      </c:pt>
                      <c:pt idx="126" c:formatCode="yyyy/mm/dd">
                        <c:v>45485</c:v>
                      </c:pt>
                      <c:pt idx="127" c:formatCode="yyyy/mm/dd">
                        <c:v>45488</c:v>
                      </c:pt>
                      <c:pt idx="128" c:formatCode="yyyy/mm/dd">
                        <c:v>45489</c:v>
                      </c:pt>
                      <c:pt idx="129" c:formatCode="yyyy/mm/dd">
                        <c:v>45490</c:v>
                      </c:pt>
                      <c:pt idx="130" c:formatCode="yyyy/mm/dd">
                        <c:v>45491</c:v>
                      </c:pt>
                      <c:pt idx="131" c:formatCode="yyyy/mm/dd">
                        <c:v>45492</c:v>
                      </c:pt>
                      <c:pt idx="132" c:formatCode="yyyy/mm/dd">
                        <c:v>45495</c:v>
                      </c:pt>
                      <c:pt idx="133" c:formatCode="yyyy/mm/dd">
                        <c:v>45496</c:v>
                      </c:pt>
                      <c:pt idx="134" c:formatCode="yyyy/mm/dd">
                        <c:v>45497</c:v>
                      </c:pt>
                      <c:pt idx="135" c:formatCode="yyyy/mm/dd">
                        <c:v>45498</c:v>
                      </c:pt>
                      <c:pt idx="136" c:formatCode="yyyy/mm/dd">
                        <c:v>45499</c:v>
                      </c:pt>
                      <c:pt idx="137" c:formatCode="yyyy/mm/dd">
                        <c:v>45502</c:v>
                      </c:pt>
                      <c:pt idx="138" c:formatCode="yyyy/mm/dd">
                        <c:v>45503</c:v>
                      </c:pt>
                      <c:pt idx="139" c:formatCode="yyyy/mm/dd">
                        <c:v>45504</c:v>
                      </c:pt>
                      <c:pt idx="140" c:formatCode="yyyy/mm/dd">
                        <c:v>45505</c:v>
                      </c:pt>
                      <c:pt idx="141" c:formatCode="yyyy/mm/dd">
                        <c:v>45506</c:v>
                      </c:pt>
                      <c:pt idx="142" c:formatCode="yyyy/mm/dd">
                        <c:v>45509</c:v>
                      </c:pt>
                      <c:pt idx="143" c:formatCode="yyyy/mm/dd">
                        <c:v>45510</c:v>
                      </c:pt>
                      <c:pt idx="144" c:formatCode="yyyy/mm/dd">
                        <c:v>45511</c:v>
                      </c:pt>
                      <c:pt idx="145" c:formatCode="yyyy/mm/dd">
                        <c:v>45512</c:v>
                      </c:pt>
                      <c:pt idx="146" c:formatCode="yyyy/mm/dd">
                        <c:v>45513</c:v>
                      </c:pt>
                      <c:pt idx="147" c:formatCode="yyyy/mm/dd">
                        <c:v>45516</c:v>
                      </c:pt>
                      <c:pt idx="148" c:formatCode="yyyy/mm/dd">
                        <c:v>45517</c:v>
                      </c:pt>
                      <c:pt idx="149" c:formatCode="yyyy/mm/dd">
                        <c:v>45518</c:v>
                      </c:pt>
                      <c:pt idx="150" c:formatCode="yyyy/mm/dd">
                        <c:v>45519</c:v>
                      </c:pt>
                      <c:pt idx="151" c:formatCode="yyyy/mm/dd">
                        <c:v>45520</c:v>
                      </c:pt>
                      <c:pt idx="152" c:formatCode="yyyy/mm/dd">
                        <c:v>45523</c:v>
                      </c:pt>
                      <c:pt idx="153" c:formatCode="yyyy/mm/dd">
                        <c:v>45524</c:v>
                      </c:pt>
                      <c:pt idx="154" c:formatCode="yyyy/mm/dd">
                        <c:v>45525</c:v>
                      </c:pt>
                      <c:pt idx="155" c:formatCode="yyyy/mm/dd">
                        <c:v>45526</c:v>
                      </c:pt>
                      <c:pt idx="156" c:formatCode="yyyy/mm/dd">
                        <c:v>45527</c:v>
                      </c:pt>
                      <c:pt idx="157" c:formatCode="yyyy/mm/dd">
                        <c:v>45530</c:v>
                      </c:pt>
                      <c:pt idx="158" c:formatCode="yyyy/mm/dd">
                        <c:v>45531</c:v>
                      </c:pt>
                      <c:pt idx="159" c:formatCode="yyyy/mm/dd">
                        <c:v>45532</c:v>
                      </c:pt>
                      <c:pt idx="160" c:formatCode="yyyy/mm/dd">
                        <c:v>45533</c:v>
                      </c:pt>
                      <c:pt idx="161" c:formatCode="yyyy/mm/dd">
                        <c:v>45534</c:v>
                      </c:pt>
                      <c:pt idx="162" c:formatCode="yyyy/mm/dd">
                        <c:v>45537</c:v>
                      </c:pt>
                      <c:pt idx="163" c:formatCode="yyyy/mm/dd">
                        <c:v>45538</c:v>
                      </c:pt>
                      <c:pt idx="164" c:formatCode="yyyy/mm/dd">
                        <c:v>45539</c:v>
                      </c:pt>
                      <c:pt idx="165" c:formatCode="yyyy/mm/dd">
                        <c:v>45540</c:v>
                      </c:pt>
                      <c:pt idx="166" c:formatCode="yyyy/mm/dd">
                        <c:v>45541</c:v>
                      </c:pt>
                      <c:pt idx="167" c:formatCode="yyyy/mm/dd">
                        <c:v>45544</c:v>
                      </c:pt>
                      <c:pt idx="168" c:formatCode="yyyy/mm/dd">
                        <c:v>45545</c:v>
                      </c:pt>
                      <c:pt idx="169" c:formatCode="yyyy/mm/dd">
                        <c:v>45546</c:v>
                      </c:pt>
                      <c:pt idx="170" c:formatCode="yyyy/mm/dd">
                        <c:v>45547</c:v>
                      </c:pt>
                      <c:pt idx="171" c:formatCode="yyyy/mm/dd">
                        <c:v>45548</c:v>
                      </c:pt>
                      <c:pt idx="172" c:formatCode="yyyy/mm/dd">
                        <c:v>45553</c:v>
                      </c:pt>
                      <c:pt idx="173" c:formatCode="yyyy/mm/dd">
                        <c:v>45554</c:v>
                      </c:pt>
                      <c:pt idx="174" c:formatCode="yyyy/mm/dd">
                        <c:v>45555</c:v>
                      </c:pt>
                      <c:pt idx="175" c:formatCode="yyyy/mm/dd">
                        <c:v>45558</c:v>
                      </c:pt>
                      <c:pt idx="176" c:formatCode="yyyy/mm/dd">
                        <c:v>45559</c:v>
                      </c:pt>
                      <c:pt idx="177" c:formatCode="yyyy/mm/dd">
                        <c:v>45560</c:v>
                      </c:pt>
                      <c:pt idx="178" c:formatCode="yyyy/mm/dd">
                        <c:v>45561</c:v>
                      </c:pt>
                      <c:pt idx="179" c:formatCode="yyyy/mm/dd">
                        <c:v>45562</c:v>
                      </c:pt>
                      <c:pt idx="180" c:formatCode="yyyy/mm/dd">
                        <c:v>45565</c:v>
                      </c:pt>
                      <c:pt idx="181" c:formatCode="yyyy/mm/dd">
                        <c:v>45573</c:v>
                      </c:pt>
                      <c:pt idx="182" c:formatCode="yyyy/mm/dd">
                        <c:v>45574</c:v>
                      </c:pt>
                      <c:pt idx="183" c:formatCode="yyyy/mm/dd">
                        <c:v>45575</c:v>
                      </c:pt>
                      <c:pt idx="184" c:formatCode="yyyy/mm/dd">
                        <c:v>45576</c:v>
                      </c:pt>
                      <c:pt idx="185" c:formatCode="yyyy/mm/dd">
                        <c:v>45579</c:v>
                      </c:pt>
                      <c:pt idx="186" c:formatCode="yyyy/mm/dd">
                        <c:v>45580</c:v>
                      </c:pt>
                      <c:pt idx="187" c:formatCode="yyyy/mm/dd">
                        <c:v>45581</c:v>
                      </c:pt>
                      <c:pt idx="188" c:formatCode="yyyy/mm/dd">
                        <c:v>45582</c:v>
                      </c:pt>
                      <c:pt idx="189" c:formatCode="yyyy/mm/dd">
                        <c:v>45583</c:v>
                      </c:pt>
                      <c:pt idx="190" c:formatCode="yyyy/mm/dd">
                        <c:v>45586</c:v>
                      </c:pt>
                      <c:pt idx="191" c:formatCode="yyyy/mm/dd">
                        <c:v>45587</c:v>
                      </c:pt>
                      <c:pt idx="192" c:formatCode="yyyy/mm/dd">
                        <c:v>45588</c:v>
                      </c:pt>
                      <c:pt idx="193" c:formatCode="yyyy/mm/dd">
                        <c:v>45589</c:v>
                      </c:pt>
                      <c:pt idx="194" c:formatCode="yyyy/mm/dd">
                        <c:v>45590</c:v>
                      </c:pt>
                      <c:pt idx="195" c:formatCode="yyyy/mm/dd">
                        <c:v>45593</c:v>
                      </c:pt>
                      <c:pt idx="196" c:formatCode="yyyy/mm/dd">
                        <c:v>45594</c:v>
                      </c:pt>
                      <c:pt idx="197" c:formatCode="yyyy/mm/dd">
                        <c:v>45595</c:v>
                      </c:pt>
                      <c:pt idx="198" c:formatCode="yyyy/mm/dd">
                        <c:v>45596</c:v>
                      </c:pt>
                      <c:pt idx="199" c:formatCode="yyyy/mm/dd">
                        <c:v>45597</c:v>
                      </c:pt>
                      <c:pt idx="200" c:formatCode="yyyy/mm/dd">
                        <c:v>45600</c:v>
                      </c:pt>
                      <c:pt idx="201" c:formatCode="yyyy/mm/dd">
                        <c:v>45601</c:v>
                      </c:pt>
                      <c:pt idx="202" c:formatCode="yyyy/mm/dd">
                        <c:v>45602</c:v>
                      </c:pt>
                      <c:pt idx="203" c:formatCode="yyyy/mm/dd">
                        <c:v>45603</c:v>
                      </c:pt>
                      <c:pt idx="204" c:formatCode="yyyy/mm/dd">
                        <c:v>45604</c:v>
                      </c:pt>
                      <c:pt idx="205" c:formatCode="yyyy/mm/dd">
                        <c:v>45607</c:v>
                      </c:pt>
                      <c:pt idx="206" c:formatCode="yyyy/mm/dd">
                        <c:v>45608</c:v>
                      </c:pt>
                      <c:pt idx="207" c:formatCode="yyyy/mm/dd">
                        <c:v>45609</c:v>
                      </c:pt>
                      <c:pt idx="208" c:formatCode="yyyy/mm/dd">
                        <c:v>45610</c:v>
                      </c:pt>
                      <c:pt idx="209" c:formatCode="yyyy/mm/dd">
                        <c:v>45611</c:v>
                      </c:pt>
                      <c:pt idx="210" c:formatCode="yyyy/mm/dd">
                        <c:v>45614</c:v>
                      </c:pt>
                      <c:pt idx="211" c:formatCode="yyyy/mm/dd">
                        <c:v>45615</c:v>
                      </c:pt>
                      <c:pt idx="212" c:formatCode="yyyy/mm/dd">
                        <c:v>45616</c:v>
                      </c:pt>
                      <c:pt idx="213" c:formatCode="yyyy/mm/dd">
                        <c:v>45617</c:v>
                      </c:pt>
                      <c:pt idx="214" c:formatCode="yyyy/mm/dd">
                        <c:v>45618</c:v>
                      </c:pt>
                      <c:pt idx="215" c:formatCode="yyyy/mm/dd">
                        <c:v>45621</c:v>
                      </c:pt>
                      <c:pt idx="216" c:formatCode="yyyy/mm/dd">
                        <c:v>45622</c:v>
                      </c:pt>
                      <c:pt idx="217" c:formatCode="yyyy/mm/dd">
                        <c:v>45623</c:v>
                      </c:pt>
                      <c:pt idx="218" c:formatCode="yyyy/mm/dd">
                        <c:v>45624</c:v>
                      </c:pt>
                      <c:pt idx="219" c:formatCode="yyyy/mm/dd">
                        <c:v>45625</c:v>
                      </c:pt>
                      <c:pt idx="220" c:formatCode="yyyy/mm/dd">
                        <c:v>45628</c:v>
                      </c:pt>
                      <c:pt idx="221" c:formatCode="yyyy/mm/dd">
                        <c:v>45629</c:v>
                      </c:pt>
                      <c:pt idx="222" c:formatCode="yyyy/mm/dd">
                        <c:v>45630</c:v>
                      </c:pt>
                      <c:pt idx="223" c:formatCode="yyyy/mm/dd">
                        <c:v>45631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'走势图 24'!$M$3:$M$142</c15:sqref>
                        </c15:formulaRef>
                      </c:ext>
                    </c:extLst>
                    <c:numCache>
                      <c:formatCode>0.00%</c:formatCode>
                      <c:ptCount val="140"/>
                      <c:pt idx="0">
                        <c:v>0.379225</c:v>
                      </c:pt>
                      <c:pt idx="1">
                        <c:v>0.378721</c:v>
                      </c:pt>
                      <c:pt idx="2">
                        <c:v>0.378269</c:v>
                      </c:pt>
                      <c:pt idx="3">
                        <c:v>0.378517</c:v>
                      </c:pt>
                      <c:pt idx="4">
                        <c:v>0.378791</c:v>
                      </c:pt>
                      <c:pt idx="5">
                        <c:v>0.378065</c:v>
                      </c:pt>
                      <c:pt idx="6">
                        <c:v>0.378741</c:v>
                      </c:pt>
                      <c:pt idx="7">
                        <c:v>0.379305</c:v>
                      </c:pt>
                      <c:pt idx="8">
                        <c:v>0.378436</c:v>
                      </c:pt>
                      <c:pt idx="9">
                        <c:v>0.376886</c:v>
                      </c:pt>
                      <c:pt idx="10">
                        <c:v>0.376061</c:v>
                      </c:pt>
                      <c:pt idx="11">
                        <c:v>0.377432</c:v>
                      </c:pt>
                      <c:pt idx="12">
                        <c:v>0.379152</c:v>
                      </c:pt>
                      <c:pt idx="13">
                        <c:v>0.379746</c:v>
                      </c:pt>
                      <c:pt idx="14">
                        <c:v>0.381616</c:v>
                      </c:pt>
                      <c:pt idx="15">
                        <c:v>0.381604</c:v>
                      </c:pt>
                      <c:pt idx="16">
                        <c:v>0.379655</c:v>
                      </c:pt>
                      <c:pt idx="17">
                        <c:v>0.376962</c:v>
                      </c:pt>
                      <c:pt idx="18">
                        <c:v>0.380023</c:v>
                      </c:pt>
                      <c:pt idx="19">
                        <c:v>0.379223</c:v>
                      </c:pt>
                      <c:pt idx="20">
                        <c:v>0.380099</c:v>
                      </c:pt>
                      <c:pt idx="21">
                        <c:v>0.380296</c:v>
                      </c:pt>
                      <c:pt idx="22">
                        <c:v>0.379505</c:v>
                      </c:pt>
                      <c:pt idx="23">
                        <c:v>0.383815</c:v>
                      </c:pt>
                      <c:pt idx="24">
                        <c:v>0.383387</c:v>
                      </c:pt>
                      <c:pt idx="25">
                        <c:v>0.381752</c:v>
                      </c:pt>
                      <c:pt idx="26">
                        <c:v>0.368702</c:v>
                      </c:pt>
                      <c:pt idx="27">
                        <c:v>0.368312</c:v>
                      </c:pt>
                      <c:pt idx="28">
                        <c:v>0.366108</c:v>
                      </c:pt>
                      <c:pt idx="29">
                        <c:v>0.365261</c:v>
                      </c:pt>
                      <c:pt idx="30">
                        <c:v>0.365211</c:v>
                      </c:pt>
                      <c:pt idx="31">
                        <c:v>0.371907</c:v>
                      </c:pt>
                      <c:pt idx="32">
                        <c:v>0.371859</c:v>
                      </c:pt>
                      <c:pt idx="33">
                        <c:v>0.374278</c:v>
                      </c:pt>
                      <c:pt idx="34">
                        <c:v>0.373877</c:v>
                      </c:pt>
                      <c:pt idx="35">
                        <c:v>0.374532</c:v>
                      </c:pt>
                      <c:pt idx="36">
                        <c:v>0.373307</c:v>
                      </c:pt>
                      <c:pt idx="37">
                        <c:v>0.373509</c:v>
                      </c:pt>
                      <c:pt idx="38">
                        <c:v>0.372592</c:v>
                      </c:pt>
                      <c:pt idx="39">
                        <c:v>0.371864</c:v>
                      </c:pt>
                      <c:pt idx="40">
                        <c:v>0.371666</c:v>
                      </c:pt>
                      <c:pt idx="41">
                        <c:v>0.370549</c:v>
                      </c:pt>
                      <c:pt idx="42">
                        <c:v>0.368578</c:v>
                      </c:pt>
                      <c:pt idx="43">
                        <c:v>0.369445</c:v>
                      </c:pt>
                      <c:pt idx="44">
                        <c:v>0.371555</c:v>
                      </c:pt>
                      <c:pt idx="45">
                        <c:v>0.37153</c:v>
                      </c:pt>
                      <c:pt idx="46">
                        <c:v>0.371522</c:v>
                      </c:pt>
                      <c:pt idx="47">
                        <c:v>0.370298</c:v>
                      </c:pt>
                      <c:pt idx="48">
                        <c:v>0.36999</c:v>
                      </c:pt>
                      <c:pt idx="49">
                        <c:v>0.369807</c:v>
                      </c:pt>
                      <c:pt idx="50">
                        <c:v>0.369414</c:v>
                      </c:pt>
                      <c:pt idx="51">
                        <c:v>0.369121</c:v>
                      </c:pt>
                      <c:pt idx="52">
                        <c:v>0.38074</c:v>
                      </c:pt>
                      <c:pt idx="53">
                        <c:v>0.380533</c:v>
                      </c:pt>
                      <c:pt idx="54">
                        <c:v>0.380273</c:v>
                      </c:pt>
                      <c:pt idx="55">
                        <c:v>0.380301</c:v>
                      </c:pt>
                      <c:pt idx="56">
                        <c:v>0.379762</c:v>
                      </c:pt>
                      <c:pt idx="57">
                        <c:v>0.378457</c:v>
                      </c:pt>
                      <c:pt idx="58">
                        <c:v>0.378176</c:v>
                      </c:pt>
                      <c:pt idx="59">
                        <c:v>0.377608</c:v>
                      </c:pt>
                      <c:pt idx="60">
                        <c:v>0.377357</c:v>
                      </c:pt>
                      <c:pt idx="61">
                        <c:v>0.37634</c:v>
                      </c:pt>
                      <c:pt idx="62">
                        <c:v>0.376748</c:v>
                      </c:pt>
                      <c:pt idx="63">
                        <c:v>0.376065</c:v>
                      </c:pt>
                      <c:pt idx="64">
                        <c:v>0.37444</c:v>
                      </c:pt>
                      <c:pt idx="65">
                        <c:v>0.374155</c:v>
                      </c:pt>
                      <c:pt idx="66">
                        <c:v>0.371893</c:v>
                      </c:pt>
                      <c:pt idx="67">
                        <c:v>0.372899</c:v>
                      </c:pt>
                      <c:pt idx="68">
                        <c:v>0.371431</c:v>
                      </c:pt>
                      <c:pt idx="69">
                        <c:v>0.369443</c:v>
                      </c:pt>
                      <c:pt idx="70">
                        <c:v>0.36903</c:v>
                      </c:pt>
                      <c:pt idx="71">
                        <c:v>0.37039</c:v>
                      </c:pt>
                      <c:pt idx="72">
                        <c:v>0.371702</c:v>
                      </c:pt>
                      <c:pt idx="73">
                        <c:v>0.371292</c:v>
                      </c:pt>
                      <c:pt idx="74">
                        <c:v>0.361625</c:v>
                      </c:pt>
                      <c:pt idx="75">
                        <c:v>0.361732</c:v>
                      </c:pt>
                      <c:pt idx="76">
                        <c:v>0.362568</c:v>
                      </c:pt>
                      <c:pt idx="77">
                        <c:v>0.362259</c:v>
                      </c:pt>
                      <c:pt idx="78">
                        <c:v>0.361505</c:v>
                      </c:pt>
                      <c:pt idx="79">
                        <c:v>0.353768</c:v>
                      </c:pt>
                      <c:pt idx="80">
                        <c:v>0.353239</c:v>
                      </c:pt>
                      <c:pt idx="81">
                        <c:v>0.35254</c:v>
                      </c:pt>
                      <c:pt idx="82">
                        <c:v>0.351305</c:v>
                      </c:pt>
                      <c:pt idx="83">
                        <c:v>0.350939</c:v>
                      </c:pt>
                      <c:pt idx="84">
                        <c:v>0.350455</c:v>
                      </c:pt>
                      <c:pt idx="85">
                        <c:v>0.350841</c:v>
                      </c:pt>
                      <c:pt idx="86">
                        <c:v>0.34944</c:v>
                      </c:pt>
                      <c:pt idx="87">
                        <c:v>0.348608</c:v>
                      </c:pt>
                      <c:pt idx="88">
                        <c:v>0.347173</c:v>
                      </c:pt>
                      <c:pt idx="89">
                        <c:v>0.347022</c:v>
                      </c:pt>
                      <c:pt idx="90">
                        <c:v>0.347111</c:v>
                      </c:pt>
                      <c:pt idx="91">
                        <c:v>0.343723</c:v>
                      </c:pt>
                      <c:pt idx="92">
                        <c:v>0.343138</c:v>
                      </c:pt>
                      <c:pt idx="93">
                        <c:v>0.341579</c:v>
                      </c:pt>
                      <c:pt idx="94">
                        <c:v>0.341144</c:v>
                      </c:pt>
                      <c:pt idx="95">
                        <c:v>0.329929</c:v>
                      </c:pt>
                      <c:pt idx="96">
                        <c:v>0.330841</c:v>
                      </c:pt>
                      <c:pt idx="97">
                        <c:v>0.338255</c:v>
                      </c:pt>
                      <c:pt idx="98">
                        <c:v>0.338381</c:v>
                      </c:pt>
                      <c:pt idx="99">
                        <c:v>0.336515</c:v>
                      </c:pt>
                      <c:pt idx="100">
                        <c:v>0.337114</c:v>
                      </c:pt>
                      <c:pt idx="101">
                        <c:v>0.336069</c:v>
                      </c:pt>
                      <c:pt idx="102">
                        <c:v>0.335185</c:v>
                      </c:pt>
                      <c:pt idx="103">
                        <c:v>0.333591</c:v>
                      </c:pt>
                      <c:pt idx="104">
                        <c:v>0.3319</c:v>
                      </c:pt>
                      <c:pt idx="105">
                        <c:v>0.331815</c:v>
                      </c:pt>
                      <c:pt idx="106">
                        <c:v>0.332012</c:v>
                      </c:pt>
                      <c:pt idx="107">
                        <c:v>0.330059</c:v>
                      </c:pt>
                      <c:pt idx="108">
                        <c:v>0.327413</c:v>
                      </c:pt>
                      <c:pt idx="109">
                        <c:v>0.326864</c:v>
                      </c:pt>
                      <c:pt idx="110">
                        <c:v>0.324375</c:v>
                      </c:pt>
                      <c:pt idx="111">
                        <c:v>0.324692</c:v>
                      </c:pt>
                      <c:pt idx="112">
                        <c:v>0.324374</c:v>
                      </c:pt>
                      <c:pt idx="113">
                        <c:v>0.327428</c:v>
                      </c:pt>
                      <c:pt idx="114">
                        <c:v>0.327295</c:v>
                      </c:pt>
                      <c:pt idx="115">
                        <c:v>0.317391</c:v>
                      </c:pt>
                      <c:pt idx="116">
                        <c:v>0.316144</c:v>
                      </c:pt>
                      <c:pt idx="117">
                        <c:v>0.327253</c:v>
                      </c:pt>
                      <c:pt idx="118">
                        <c:v>0.32311</c:v>
                      </c:pt>
                      <c:pt idx="119">
                        <c:v>0.323071</c:v>
                      </c:pt>
                      <c:pt idx="120">
                        <c:v>0.32309</c:v>
                      </c:pt>
                      <c:pt idx="121">
                        <c:v>0.323002</c:v>
                      </c:pt>
                      <c:pt idx="122">
                        <c:v>0.32256</c:v>
                      </c:pt>
                      <c:pt idx="123">
                        <c:v>0.320932</c:v>
                      </c:pt>
                      <c:pt idx="124">
                        <c:v>0.321917</c:v>
                      </c:pt>
                      <c:pt idx="125">
                        <c:v>0.320531</c:v>
                      </c:pt>
                      <c:pt idx="126">
                        <c:v>0.320656</c:v>
                      </c:pt>
                      <c:pt idx="127">
                        <c:v>0.319755</c:v>
                      </c:pt>
                      <c:pt idx="128">
                        <c:v>0.319292</c:v>
                      </c:pt>
                      <c:pt idx="129">
                        <c:v>0.320552</c:v>
                      </c:pt>
                      <c:pt idx="130">
                        <c:v>0.319227</c:v>
                      </c:pt>
                      <c:pt idx="131">
                        <c:v>0.319675</c:v>
                      </c:pt>
                      <c:pt idx="132">
                        <c:v>0.320433</c:v>
                      </c:pt>
                      <c:pt idx="133">
                        <c:v>0.321312</c:v>
                      </c:pt>
                      <c:pt idx="134">
                        <c:v>0.320923</c:v>
                      </c:pt>
                      <c:pt idx="135">
                        <c:v>0.317849</c:v>
                      </c:pt>
                      <c:pt idx="136">
                        <c:v>0.317624</c:v>
                      </c:pt>
                      <c:pt idx="137">
                        <c:v>0.327205</c:v>
                      </c:pt>
                      <c:pt idx="138">
                        <c:v>0.32791</c:v>
                      </c:pt>
                      <c:pt idx="139">
                        <c:v>0.327347</c:v>
                      </c:pt>
                    </c:numCache>
                  </c:numRef>
                </c:val>
                <c:smooth val="0"/>
              </c15:ser>
            </c15:filteredLineSeries>
          </c:ext>
        </c:extLst>
      </c:lineChart>
      <c:dateAx>
        <c:axId val="167271304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dash"/>
              <a:round/>
            </a:ln>
            <a:effectLst/>
          </c:spPr>
        </c:majorGridlines>
        <c:numFmt formatCode="yyyy/mm/dd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bg1">
                <a:lumMod val="5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</a:p>
        </c:txPr>
        <c:crossAx val="1672705552"/>
        <c:crosses val="autoZero"/>
        <c:auto val="1"/>
        <c:lblOffset val="100"/>
        <c:baseTimeUnit val="days"/>
        <c:majorUnit val="3"/>
        <c:majorTimeUnit val="months"/>
        <c:minorUnit val="1"/>
        <c:minorTimeUnit val="days"/>
      </c:dateAx>
      <c:valAx>
        <c:axId val="1672705552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dash"/>
              <a:round/>
            </a:ln>
            <a:effectLst/>
          </c:spPr>
        </c:majorGridlines>
        <c:numFmt formatCode="0%" sourceLinked="0"/>
        <c:majorTickMark val="in"/>
        <c:minorTickMark val="none"/>
        <c:tickLblPos val="nextTo"/>
        <c:spPr>
          <a:noFill/>
          <a:ln>
            <a:solidFill>
              <a:schemeClr val="bg1">
                <a:lumMod val="8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</a:p>
        </c:txPr>
        <c:crossAx val="1672713040"/>
        <c:crosses val="autoZero"/>
        <c:crossBetween val="between"/>
      </c:valAx>
      <c:dateAx>
        <c:axId val="1538247024"/>
        <c:scaling>
          <c:orientation val="minMax"/>
        </c:scaling>
        <c:delete val="1"/>
        <c:axPos val="b"/>
        <c:numFmt formatCode="yyyy/mm/dd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</a:p>
        </c:txPr>
        <c:crossAx val="1538246192"/>
        <c:crosses val="autoZero"/>
        <c:auto val="1"/>
        <c:lblOffset val="100"/>
        <c:baseTimeUnit val="days"/>
      </c:dateAx>
      <c:valAx>
        <c:axId val="1538246192"/>
        <c:scaling>
          <c:orientation val="minMax"/>
          <c:min val="3100"/>
        </c:scaling>
        <c:delete val="0"/>
        <c:axPos val="r"/>
        <c:numFmt formatCode="#,##0" sourceLinked="0"/>
        <c:majorTickMark val="out"/>
        <c:minorTickMark val="none"/>
        <c:tickLblPos val="nextTo"/>
        <c:spPr>
          <a:noFill/>
          <a:ln>
            <a:solidFill>
              <a:schemeClr val="bg1">
                <a:lumMod val="8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</a:p>
        </c:txPr>
        <c:crossAx val="1538247024"/>
        <c:crosses val="max"/>
        <c:crossBetween val="between"/>
      </c:valAx>
      <c:spPr>
        <a:noFill/>
        <a:ln>
          <a:solidFill>
            <a:schemeClr val="tx1">
              <a:lumMod val="15000"/>
              <a:lumOff val="85000"/>
            </a:schemeClr>
          </a:solidFill>
          <a:prstDash val="dash"/>
        </a:ln>
        <a:effectLst/>
      </c:spPr>
    </c:plotArea>
    <c:legend>
      <c:legendPos val="t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ea"/>
              <a:sym typeface="+mn-lt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b37abb99-c09d-46d6-bcbf-893bf589b7ff}"/>
      </c:ext>
    </c:extLst>
  </c:chart>
  <c:spPr>
    <a:noFill/>
    <a:ln w="25400">
      <a:noFill/>
    </a:ln>
    <a:effectLst/>
  </c:spPr>
  <c:txPr>
    <a:bodyPr/>
    <a:lstStyle/>
    <a:p>
      <a:pPr>
        <a:defRPr lang="zh-CN">
          <a:latin typeface="+mn-lt"/>
          <a:ea typeface="+mn-ea"/>
          <a:cs typeface="+mn-ea"/>
          <a:sym typeface="+mn-lt"/>
        </a:defRPr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r>
              <a:rPr lang="zh-CN" b="1"/>
              <a:t>组合久期走势图</a:t>
            </a:r>
            <a:endParaRPr lang="zh-CN" b="1"/>
          </a:p>
        </c:rich>
      </c:tx>
      <c:layout>
        <c:manualLayout>
          <c:xMode val="edge"/>
          <c:yMode val="edge"/>
          <c:x val="0.364439510662887"/>
          <c:y val="0.00470311320171282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34100593708342"/>
          <c:y val="0.156829250510353"/>
          <c:w val="0.895881489607016"/>
          <c:h val="0.735771361913094"/>
        </c:manualLayout>
      </c:layout>
      <c:barChart>
        <c:barDir val="col"/>
        <c:grouping val="clustered"/>
        <c:varyColors val="0"/>
        <c:ser>
          <c:idx val="1"/>
          <c:order val="1"/>
          <c:tx>
            <c:strRef>
              <c:f>'走势图 24'!$I$1</c:f>
              <c:strCache>
                <c:ptCount val="1"/>
                <c:pt idx="0">
                  <c:v>中债新综合总财富指数(收盘价)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numRef>
              <c:f>'走势图 24'!$E$3:$E$278</c:f>
              <c:numCache>
                <c:formatCode>yyyy/mm/dd</c:formatCode>
                <c:ptCount val="276"/>
                <c:pt idx="0" c:formatCode="yyyy/mm/dd">
                  <c:v>45293</c:v>
                </c:pt>
                <c:pt idx="1" c:formatCode="yyyy/mm/dd">
                  <c:v>45294</c:v>
                </c:pt>
                <c:pt idx="2" c:formatCode="yyyy/mm/dd">
                  <c:v>45295</c:v>
                </c:pt>
                <c:pt idx="3" c:formatCode="yyyy/mm/dd">
                  <c:v>45296</c:v>
                </c:pt>
                <c:pt idx="4" c:formatCode="yyyy/mm/dd">
                  <c:v>45299</c:v>
                </c:pt>
                <c:pt idx="5" c:formatCode="yyyy/mm/dd">
                  <c:v>45300</c:v>
                </c:pt>
                <c:pt idx="6" c:formatCode="yyyy/mm/dd">
                  <c:v>45301</c:v>
                </c:pt>
                <c:pt idx="7" c:formatCode="yyyy/mm/dd">
                  <c:v>45302</c:v>
                </c:pt>
                <c:pt idx="8" c:formatCode="yyyy/mm/dd">
                  <c:v>45303</c:v>
                </c:pt>
                <c:pt idx="9" c:formatCode="yyyy/mm/dd">
                  <c:v>45306</c:v>
                </c:pt>
                <c:pt idx="10" c:formatCode="yyyy/mm/dd">
                  <c:v>45307</c:v>
                </c:pt>
                <c:pt idx="11" c:formatCode="yyyy/mm/dd">
                  <c:v>45308</c:v>
                </c:pt>
                <c:pt idx="12" c:formatCode="yyyy/mm/dd">
                  <c:v>45309</c:v>
                </c:pt>
                <c:pt idx="13" c:formatCode="yyyy/mm/dd">
                  <c:v>45310</c:v>
                </c:pt>
                <c:pt idx="14" c:formatCode="yyyy/mm/dd">
                  <c:v>45313</c:v>
                </c:pt>
                <c:pt idx="15" c:formatCode="yyyy/mm/dd">
                  <c:v>45314</c:v>
                </c:pt>
                <c:pt idx="16" c:formatCode="yyyy/mm/dd">
                  <c:v>45315</c:v>
                </c:pt>
                <c:pt idx="17" c:formatCode="yyyy/mm/dd">
                  <c:v>45316</c:v>
                </c:pt>
                <c:pt idx="18" c:formatCode="yyyy/mm/dd">
                  <c:v>45317</c:v>
                </c:pt>
                <c:pt idx="19" c:formatCode="yyyy/mm/dd">
                  <c:v>45320</c:v>
                </c:pt>
                <c:pt idx="20" c:formatCode="yyyy/mm/dd">
                  <c:v>45321</c:v>
                </c:pt>
                <c:pt idx="21" c:formatCode="yyyy/mm/dd">
                  <c:v>45322</c:v>
                </c:pt>
                <c:pt idx="22" c:formatCode="yyyy/mm/dd">
                  <c:v>45323</c:v>
                </c:pt>
                <c:pt idx="23" c:formatCode="yyyy/mm/dd">
                  <c:v>45324</c:v>
                </c:pt>
                <c:pt idx="24" c:formatCode="yyyy/mm/dd">
                  <c:v>45327</c:v>
                </c:pt>
                <c:pt idx="25" c:formatCode="yyyy/mm/dd">
                  <c:v>45328</c:v>
                </c:pt>
                <c:pt idx="26" c:formatCode="yyyy/mm/dd">
                  <c:v>45329</c:v>
                </c:pt>
                <c:pt idx="27" c:formatCode="yyyy/mm/dd">
                  <c:v>45330</c:v>
                </c:pt>
                <c:pt idx="28" c:formatCode="yyyy/mm/dd">
                  <c:v>45341</c:v>
                </c:pt>
                <c:pt idx="29" c:formatCode="yyyy/mm/dd">
                  <c:v>45342</c:v>
                </c:pt>
                <c:pt idx="30" c:formatCode="yyyy/mm/dd">
                  <c:v>45343</c:v>
                </c:pt>
                <c:pt idx="31" c:formatCode="yyyy/mm/dd">
                  <c:v>45344</c:v>
                </c:pt>
                <c:pt idx="32" c:formatCode="yyyy/mm/dd">
                  <c:v>45345</c:v>
                </c:pt>
                <c:pt idx="33" c:formatCode="yyyy/mm/dd">
                  <c:v>45348</c:v>
                </c:pt>
                <c:pt idx="34" c:formatCode="yyyy/mm/dd">
                  <c:v>45349</c:v>
                </c:pt>
                <c:pt idx="35" c:formatCode="yyyy/mm/dd">
                  <c:v>45350</c:v>
                </c:pt>
                <c:pt idx="36" c:formatCode="yyyy/mm/dd">
                  <c:v>45351</c:v>
                </c:pt>
                <c:pt idx="37" c:formatCode="yyyy/mm/dd">
                  <c:v>45352</c:v>
                </c:pt>
                <c:pt idx="38" c:formatCode="yyyy/mm/dd">
                  <c:v>45355</c:v>
                </c:pt>
                <c:pt idx="39" c:formatCode="yyyy/mm/dd">
                  <c:v>45356</c:v>
                </c:pt>
                <c:pt idx="40" c:formatCode="yyyy/mm/dd">
                  <c:v>45357</c:v>
                </c:pt>
                <c:pt idx="41" c:formatCode="yyyy/mm/dd">
                  <c:v>45358</c:v>
                </c:pt>
                <c:pt idx="42" c:formatCode="yyyy/mm/dd">
                  <c:v>45359</c:v>
                </c:pt>
                <c:pt idx="43" c:formatCode="yyyy/mm/dd">
                  <c:v>45362</c:v>
                </c:pt>
                <c:pt idx="44" c:formatCode="yyyy/mm/dd">
                  <c:v>45363</c:v>
                </c:pt>
                <c:pt idx="45" c:formatCode="yyyy/mm/dd">
                  <c:v>45364</c:v>
                </c:pt>
                <c:pt idx="46" c:formatCode="yyyy/mm/dd">
                  <c:v>45365</c:v>
                </c:pt>
                <c:pt idx="47" c:formatCode="yyyy/mm/dd">
                  <c:v>45366</c:v>
                </c:pt>
                <c:pt idx="48" c:formatCode="yyyy/mm/dd">
                  <c:v>45369</c:v>
                </c:pt>
                <c:pt idx="49" c:formatCode="yyyy/mm/dd">
                  <c:v>45370</c:v>
                </c:pt>
                <c:pt idx="50" c:formatCode="yyyy/mm/dd">
                  <c:v>45371</c:v>
                </c:pt>
                <c:pt idx="51" c:formatCode="yyyy/mm/dd">
                  <c:v>45372</c:v>
                </c:pt>
                <c:pt idx="52" c:formatCode="yyyy/mm/dd">
                  <c:v>45373</c:v>
                </c:pt>
                <c:pt idx="53" c:formatCode="yyyy/mm/dd">
                  <c:v>45376</c:v>
                </c:pt>
                <c:pt idx="54" c:formatCode="yyyy/mm/dd">
                  <c:v>45377</c:v>
                </c:pt>
                <c:pt idx="55" c:formatCode="yyyy/mm/dd">
                  <c:v>45378</c:v>
                </c:pt>
                <c:pt idx="56" c:formatCode="yyyy/mm/dd">
                  <c:v>45379</c:v>
                </c:pt>
                <c:pt idx="57" c:formatCode="yyyy/mm/dd">
                  <c:v>45380</c:v>
                </c:pt>
                <c:pt idx="58" c:formatCode="yyyy/mm/dd">
                  <c:v>45383</c:v>
                </c:pt>
                <c:pt idx="59" c:formatCode="yyyy/mm/dd">
                  <c:v>45384</c:v>
                </c:pt>
                <c:pt idx="60" c:formatCode="yyyy/mm/dd">
                  <c:v>45385</c:v>
                </c:pt>
                <c:pt idx="61" c:formatCode="yyyy/mm/dd">
                  <c:v>45390</c:v>
                </c:pt>
                <c:pt idx="62" c:formatCode="yyyy/mm/dd">
                  <c:v>45391</c:v>
                </c:pt>
                <c:pt idx="63" c:formatCode="yyyy/mm/dd">
                  <c:v>45392</c:v>
                </c:pt>
                <c:pt idx="64" c:formatCode="yyyy/mm/dd">
                  <c:v>45393</c:v>
                </c:pt>
                <c:pt idx="65" c:formatCode="yyyy/mm/dd">
                  <c:v>45394</c:v>
                </c:pt>
                <c:pt idx="66" c:formatCode="yyyy/mm/dd">
                  <c:v>45397</c:v>
                </c:pt>
                <c:pt idx="67" c:formatCode="yyyy/mm/dd">
                  <c:v>45398</c:v>
                </c:pt>
                <c:pt idx="68" c:formatCode="yyyy/mm/dd">
                  <c:v>45399</c:v>
                </c:pt>
                <c:pt idx="69" c:formatCode="yyyy/mm/dd">
                  <c:v>45400</c:v>
                </c:pt>
                <c:pt idx="70" c:formatCode="yyyy/mm/dd">
                  <c:v>45401</c:v>
                </c:pt>
                <c:pt idx="71" c:formatCode="yyyy/mm/dd">
                  <c:v>45404</c:v>
                </c:pt>
                <c:pt idx="72" c:formatCode="yyyy/mm/dd">
                  <c:v>45405</c:v>
                </c:pt>
                <c:pt idx="73" c:formatCode="yyyy/mm/dd">
                  <c:v>45406</c:v>
                </c:pt>
                <c:pt idx="74" c:formatCode="yyyy/mm/dd">
                  <c:v>45407</c:v>
                </c:pt>
                <c:pt idx="75" c:formatCode="yyyy/mm/dd">
                  <c:v>45408</c:v>
                </c:pt>
                <c:pt idx="76" c:formatCode="yyyy/mm/dd">
                  <c:v>45411</c:v>
                </c:pt>
                <c:pt idx="77" c:formatCode="yyyy/mm/dd">
                  <c:v>45412</c:v>
                </c:pt>
                <c:pt idx="78" c:formatCode="yyyy/mm/dd">
                  <c:v>45418</c:v>
                </c:pt>
                <c:pt idx="79" c:formatCode="yyyy/mm/dd">
                  <c:v>45419</c:v>
                </c:pt>
                <c:pt idx="80" c:formatCode="yyyy/mm/dd">
                  <c:v>45420</c:v>
                </c:pt>
                <c:pt idx="81" c:formatCode="yyyy/mm/dd">
                  <c:v>45421</c:v>
                </c:pt>
                <c:pt idx="82" c:formatCode="yyyy/mm/dd">
                  <c:v>45422</c:v>
                </c:pt>
                <c:pt idx="83" c:formatCode="yyyy/mm/dd">
                  <c:v>45425</c:v>
                </c:pt>
                <c:pt idx="84" c:formatCode="yyyy/mm/dd">
                  <c:v>45426</c:v>
                </c:pt>
                <c:pt idx="85" c:formatCode="yyyy/mm/dd">
                  <c:v>45427</c:v>
                </c:pt>
                <c:pt idx="86" c:formatCode="yyyy/mm/dd">
                  <c:v>45428</c:v>
                </c:pt>
                <c:pt idx="87" c:formatCode="yyyy/mm/dd">
                  <c:v>45429</c:v>
                </c:pt>
                <c:pt idx="88" c:formatCode="yyyy/mm/dd">
                  <c:v>45432</c:v>
                </c:pt>
                <c:pt idx="89" c:formatCode="yyyy/mm/dd">
                  <c:v>45433</c:v>
                </c:pt>
                <c:pt idx="90" c:formatCode="yyyy/mm/dd">
                  <c:v>45434</c:v>
                </c:pt>
                <c:pt idx="91" c:formatCode="yyyy/mm/dd">
                  <c:v>45435</c:v>
                </c:pt>
                <c:pt idx="92" c:formatCode="yyyy/mm/dd">
                  <c:v>45436</c:v>
                </c:pt>
                <c:pt idx="93" c:formatCode="yyyy/mm/dd">
                  <c:v>45439</c:v>
                </c:pt>
                <c:pt idx="94" c:formatCode="yyyy/mm/dd">
                  <c:v>45440</c:v>
                </c:pt>
                <c:pt idx="95" c:formatCode="yyyy/mm/dd">
                  <c:v>45441</c:v>
                </c:pt>
                <c:pt idx="96" c:formatCode="yyyy/mm/dd">
                  <c:v>45442</c:v>
                </c:pt>
                <c:pt idx="97" c:formatCode="yyyy/mm/dd">
                  <c:v>45443</c:v>
                </c:pt>
                <c:pt idx="98" c:formatCode="yyyy/mm/dd">
                  <c:v>45446</c:v>
                </c:pt>
                <c:pt idx="99" c:formatCode="yyyy/mm/dd">
                  <c:v>45447</c:v>
                </c:pt>
                <c:pt idx="100" c:formatCode="yyyy/mm/dd">
                  <c:v>45448</c:v>
                </c:pt>
                <c:pt idx="101" c:formatCode="yyyy/mm/dd">
                  <c:v>45449</c:v>
                </c:pt>
                <c:pt idx="102" c:formatCode="yyyy/mm/dd">
                  <c:v>45450</c:v>
                </c:pt>
                <c:pt idx="103" c:formatCode="yyyy/mm/dd">
                  <c:v>45454</c:v>
                </c:pt>
                <c:pt idx="104" c:formatCode="yyyy/mm/dd">
                  <c:v>45455</c:v>
                </c:pt>
                <c:pt idx="105" c:formatCode="yyyy/mm/dd">
                  <c:v>45456</c:v>
                </c:pt>
                <c:pt idx="106" c:formatCode="yyyy/mm/dd">
                  <c:v>45457</c:v>
                </c:pt>
                <c:pt idx="107" c:formatCode="yyyy/mm/dd">
                  <c:v>45460</c:v>
                </c:pt>
                <c:pt idx="108" c:formatCode="yyyy/mm/dd">
                  <c:v>45461</c:v>
                </c:pt>
                <c:pt idx="109" c:formatCode="yyyy/mm/dd">
                  <c:v>45462</c:v>
                </c:pt>
                <c:pt idx="110" c:formatCode="yyyy/mm/dd">
                  <c:v>45463</c:v>
                </c:pt>
                <c:pt idx="111" c:formatCode="yyyy/mm/dd">
                  <c:v>45464</c:v>
                </c:pt>
                <c:pt idx="112" c:formatCode="yyyy/mm/dd">
                  <c:v>45467</c:v>
                </c:pt>
                <c:pt idx="113" c:formatCode="yyyy/mm/dd">
                  <c:v>45468</c:v>
                </c:pt>
                <c:pt idx="114" c:formatCode="yyyy/mm/dd">
                  <c:v>45469</c:v>
                </c:pt>
                <c:pt idx="115" c:formatCode="yyyy/mm/dd">
                  <c:v>45470</c:v>
                </c:pt>
                <c:pt idx="116" c:formatCode="yyyy/mm/dd">
                  <c:v>45471</c:v>
                </c:pt>
                <c:pt idx="117" c:formatCode="yyyy/mm/dd">
                  <c:v>45474</c:v>
                </c:pt>
                <c:pt idx="118" c:formatCode="yyyy/mm/dd">
                  <c:v>45475</c:v>
                </c:pt>
                <c:pt idx="119" c:formatCode="yyyy/mm/dd">
                  <c:v>45476</c:v>
                </c:pt>
                <c:pt idx="120" c:formatCode="yyyy/mm/dd">
                  <c:v>45477</c:v>
                </c:pt>
                <c:pt idx="121" c:formatCode="yyyy/mm/dd">
                  <c:v>45478</c:v>
                </c:pt>
                <c:pt idx="122" c:formatCode="yyyy/mm/dd">
                  <c:v>45481</c:v>
                </c:pt>
                <c:pt idx="123" c:formatCode="yyyy/mm/dd">
                  <c:v>45482</c:v>
                </c:pt>
                <c:pt idx="124" c:formatCode="yyyy/mm/dd">
                  <c:v>45483</c:v>
                </c:pt>
                <c:pt idx="125" c:formatCode="yyyy/mm/dd">
                  <c:v>45484</c:v>
                </c:pt>
                <c:pt idx="126" c:formatCode="yyyy/mm/dd">
                  <c:v>45485</c:v>
                </c:pt>
                <c:pt idx="127" c:formatCode="yyyy/mm/dd">
                  <c:v>45488</c:v>
                </c:pt>
                <c:pt idx="128" c:formatCode="yyyy/mm/dd">
                  <c:v>45489</c:v>
                </c:pt>
                <c:pt idx="129" c:formatCode="yyyy/mm/dd">
                  <c:v>45490</c:v>
                </c:pt>
                <c:pt idx="130" c:formatCode="yyyy/mm/dd">
                  <c:v>45491</c:v>
                </c:pt>
                <c:pt idx="131" c:formatCode="yyyy/mm/dd">
                  <c:v>45492</c:v>
                </c:pt>
                <c:pt idx="132" c:formatCode="yyyy/mm/dd">
                  <c:v>45495</c:v>
                </c:pt>
                <c:pt idx="133" c:formatCode="yyyy/mm/dd">
                  <c:v>45496</c:v>
                </c:pt>
                <c:pt idx="134" c:formatCode="yyyy/mm/dd">
                  <c:v>45497</c:v>
                </c:pt>
                <c:pt idx="135" c:formatCode="yyyy/mm/dd">
                  <c:v>45498</c:v>
                </c:pt>
                <c:pt idx="136" c:formatCode="yyyy/mm/dd">
                  <c:v>45499</c:v>
                </c:pt>
                <c:pt idx="137" c:formatCode="yyyy/mm/dd">
                  <c:v>45502</c:v>
                </c:pt>
                <c:pt idx="138" c:formatCode="yyyy/mm/dd">
                  <c:v>45503</c:v>
                </c:pt>
                <c:pt idx="139" c:formatCode="yyyy/mm/dd">
                  <c:v>45504</c:v>
                </c:pt>
                <c:pt idx="140" c:formatCode="yyyy/mm/dd">
                  <c:v>45505</c:v>
                </c:pt>
                <c:pt idx="141" c:formatCode="yyyy/mm/dd">
                  <c:v>45506</c:v>
                </c:pt>
                <c:pt idx="142" c:formatCode="yyyy/mm/dd">
                  <c:v>45509</c:v>
                </c:pt>
                <c:pt idx="143" c:formatCode="yyyy/mm/dd">
                  <c:v>45510</c:v>
                </c:pt>
                <c:pt idx="144" c:formatCode="yyyy/mm/dd">
                  <c:v>45511</c:v>
                </c:pt>
                <c:pt idx="145" c:formatCode="yyyy/mm/dd">
                  <c:v>45512</c:v>
                </c:pt>
                <c:pt idx="146" c:formatCode="yyyy/mm/dd">
                  <c:v>45513</c:v>
                </c:pt>
                <c:pt idx="147" c:formatCode="yyyy/mm/dd">
                  <c:v>45516</c:v>
                </c:pt>
                <c:pt idx="148" c:formatCode="yyyy/mm/dd">
                  <c:v>45517</c:v>
                </c:pt>
                <c:pt idx="149" c:formatCode="yyyy/mm/dd">
                  <c:v>45518</c:v>
                </c:pt>
                <c:pt idx="150" c:formatCode="yyyy/mm/dd">
                  <c:v>45519</c:v>
                </c:pt>
                <c:pt idx="151" c:formatCode="yyyy/mm/dd">
                  <c:v>45520</c:v>
                </c:pt>
                <c:pt idx="152" c:formatCode="yyyy/mm/dd">
                  <c:v>45523</c:v>
                </c:pt>
                <c:pt idx="153" c:formatCode="yyyy/mm/dd">
                  <c:v>45524</c:v>
                </c:pt>
                <c:pt idx="154" c:formatCode="yyyy/mm/dd">
                  <c:v>45525</c:v>
                </c:pt>
                <c:pt idx="155" c:formatCode="yyyy/mm/dd">
                  <c:v>45526</c:v>
                </c:pt>
                <c:pt idx="156" c:formatCode="yyyy/mm/dd">
                  <c:v>45527</c:v>
                </c:pt>
                <c:pt idx="157" c:formatCode="yyyy/mm/dd">
                  <c:v>45530</c:v>
                </c:pt>
                <c:pt idx="158" c:formatCode="yyyy/mm/dd">
                  <c:v>45531</c:v>
                </c:pt>
                <c:pt idx="159" c:formatCode="yyyy/mm/dd">
                  <c:v>45532</c:v>
                </c:pt>
                <c:pt idx="160" c:formatCode="yyyy/mm/dd">
                  <c:v>45533</c:v>
                </c:pt>
                <c:pt idx="161" c:formatCode="yyyy/mm/dd">
                  <c:v>45534</c:v>
                </c:pt>
                <c:pt idx="162" c:formatCode="yyyy/mm/dd">
                  <c:v>45537</c:v>
                </c:pt>
                <c:pt idx="163" c:formatCode="yyyy/mm/dd">
                  <c:v>45538</c:v>
                </c:pt>
                <c:pt idx="164" c:formatCode="yyyy/mm/dd">
                  <c:v>45539</c:v>
                </c:pt>
                <c:pt idx="165" c:formatCode="yyyy/mm/dd">
                  <c:v>45540</c:v>
                </c:pt>
                <c:pt idx="166" c:formatCode="yyyy/mm/dd">
                  <c:v>45541</c:v>
                </c:pt>
                <c:pt idx="167" c:formatCode="yyyy/mm/dd">
                  <c:v>45544</c:v>
                </c:pt>
                <c:pt idx="168" c:formatCode="yyyy/mm/dd">
                  <c:v>45545</c:v>
                </c:pt>
                <c:pt idx="169" c:formatCode="yyyy/mm/dd">
                  <c:v>45546</c:v>
                </c:pt>
                <c:pt idx="170" c:formatCode="yyyy/mm/dd">
                  <c:v>45547</c:v>
                </c:pt>
                <c:pt idx="171" c:formatCode="yyyy/mm/dd">
                  <c:v>45548</c:v>
                </c:pt>
                <c:pt idx="172" c:formatCode="yyyy/mm/dd">
                  <c:v>45553</c:v>
                </c:pt>
                <c:pt idx="173" c:formatCode="yyyy/mm/dd">
                  <c:v>45554</c:v>
                </c:pt>
                <c:pt idx="174" c:formatCode="yyyy/mm/dd">
                  <c:v>45555</c:v>
                </c:pt>
                <c:pt idx="175" c:formatCode="yyyy/mm/dd">
                  <c:v>45558</c:v>
                </c:pt>
                <c:pt idx="176" c:formatCode="yyyy/mm/dd">
                  <c:v>45559</c:v>
                </c:pt>
                <c:pt idx="177" c:formatCode="yyyy/mm/dd">
                  <c:v>45560</c:v>
                </c:pt>
                <c:pt idx="178" c:formatCode="yyyy/mm/dd">
                  <c:v>45561</c:v>
                </c:pt>
                <c:pt idx="179" c:formatCode="yyyy/mm/dd">
                  <c:v>45562</c:v>
                </c:pt>
                <c:pt idx="180" c:formatCode="yyyy/mm/dd">
                  <c:v>45565</c:v>
                </c:pt>
                <c:pt idx="181" c:formatCode="yyyy/mm/dd">
                  <c:v>45573</c:v>
                </c:pt>
                <c:pt idx="182" c:formatCode="yyyy/mm/dd">
                  <c:v>45574</c:v>
                </c:pt>
                <c:pt idx="183" c:formatCode="yyyy/mm/dd">
                  <c:v>45575</c:v>
                </c:pt>
                <c:pt idx="184" c:formatCode="yyyy/mm/dd">
                  <c:v>45576</c:v>
                </c:pt>
                <c:pt idx="185" c:formatCode="yyyy/mm/dd">
                  <c:v>45579</c:v>
                </c:pt>
                <c:pt idx="186" c:formatCode="yyyy/mm/dd">
                  <c:v>45580</c:v>
                </c:pt>
                <c:pt idx="187" c:formatCode="yyyy/mm/dd">
                  <c:v>45581</c:v>
                </c:pt>
                <c:pt idx="188" c:formatCode="yyyy/mm/dd">
                  <c:v>45582</c:v>
                </c:pt>
                <c:pt idx="189" c:formatCode="yyyy/mm/dd">
                  <c:v>45583</c:v>
                </c:pt>
                <c:pt idx="190" c:formatCode="yyyy/mm/dd">
                  <c:v>45586</c:v>
                </c:pt>
                <c:pt idx="191" c:formatCode="yyyy/mm/dd">
                  <c:v>45587</c:v>
                </c:pt>
                <c:pt idx="192" c:formatCode="yyyy/mm/dd">
                  <c:v>45588</c:v>
                </c:pt>
                <c:pt idx="193" c:formatCode="yyyy/mm/dd">
                  <c:v>45589</c:v>
                </c:pt>
                <c:pt idx="194" c:formatCode="yyyy/mm/dd">
                  <c:v>45590</c:v>
                </c:pt>
                <c:pt idx="195" c:formatCode="yyyy/mm/dd">
                  <c:v>45593</c:v>
                </c:pt>
                <c:pt idx="196" c:formatCode="yyyy/mm/dd">
                  <c:v>45594</c:v>
                </c:pt>
                <c:pt idx="197" c:formatCode="yyyy/mm/dd">
                  <c:v>45595</c:v>
                </c:pt>
                <c:pt idx="198" c:formatCode="yyyy/mm/dd">
                  <c:v>45596</c:v>
                </c:pt>
                <c:pt idx="199" c:formatCode="yyyy/mm/dd">
                  <c:v>45597</c:v>
                </c:pt>
                <c:pt idx="200" c:formatCode="yyyy/mm/dd">
                  <c:v>45600</c:v>
                </c:pt>
                <c:pt idx="201" c:formatCode="yyyy/mm/dd">
                  <c:v>45601</c:v>
                </c:pt>
                <c:pt idx="202" c:formatCode="yyyy/mm/dd">
                  <c:v>45602</c:v>
                </c:pt>
                <c:pt idx="203" c:formatCode="yyyy/mm/dd">
                  <c:v>45603</c:v>
                </c:pt>
                <c:pt idx="204" c:formatCode="yyyy/mm/dd">
                  <c:v>45604</c:v>
                </c:pt>
                <c:pt idx="205" c:formatCode="yyyy/mm/dd">
                  <c:v>45607</c:v>
                </c:pt>
                <c:pt idx="206" c:formatCode="yyyy/mm/dd">
                  <c:v>45608</c:v>
                </c:pt>
                <c:pt idx="207" c:formatCode="yyyy/mm/dd">
                  <c:v>45609</c:v>
                </c:pt>
                <c:pt idx="208" c:formatCode="yyyy/mm/dd">
                  <c:v>45610</c:v>
                </c:pt>
                <c:pt idx="209" c:formatCode="yyyy/mm/dd">
                  <c:v>45611</c:v>
                </c:pt>
                <c:pt idx="210" c:formatCode="yyyy/mm/dd">
                  <c:v>45614</c:v>
                </c:pt>
                <c:pt idx="211" c:formatCode="yyyy/mm/dd">
                  <c:v>45615</c:v>
                </c:pt>
                <c:pt idx="212" c:formatCode="yyyy/mm/dd">
                  <c:v>45616</c:v>
                </c:pt>
                <c:pt idx="213" c:formatCode="yyyy/mm/dd">
                  <c:v>45617</c:v>
                </c:pt>
                <c:pt idx="214" c:formatCode="yyyy/mm/dd">
                  <c:v>45618</c:v>
                </c:pt>
                <c:pt idx="215" c:formatCode="yyyy/mm/dd">
                  <c:v>45621</c:v>
                </c:pt>
                <c:pt idx="216" c:formatCode="yyyy/mm/dd">
                  <c:v>45622</c:v>
                </c:pt>
                <c:pt idx="217" c:formatCode="yyyy/mm/dd">
                  <c:v>45623</c:v>
                </c:pt>
                <c:pt idx="218" c:formatCode="yyyy/mm/dd">
                  <c:v>45624</c:v>
                </c:pt>
                <c:pt idx="219" c:formatCode="yyyy/mm/dd">
                  <c:v>45625</c:v>
                </c:pt>
                <c:pt idx="220" c:formatCode="yyyy/mm/dd">
                  <c:v>45628</c:v>
                </c:pt>
                <c:pt idx="221" c:formatCode="yyyy/mm/dd">
                  <c:v>45629</c:v>
                </c:pt>
                <c:pt idx="222" c:formatCode="yyyy/mm/dd">
                  <c:v>45630</c:v>
                </c:pt>
                <c:pt idx="223" c:formatCode="yyyy/mm/dd">
                  <c:v>45631</c:v>
                </c:pt>
                <c:pt idx="224" c:formatCode="yyyy/mm/dd">
                  <c:v>45632</c:v>
                </c:pt>
                <c:pt idx="225" c:formatCode="yyyy/mm/dd">
                  <c:v>45635</c:v>
                </c:pt>
                <c:pt idx="226" c:formatCode="yyyy/mm/dd">
                  <c:v>45636</c:v>
                </c:pt>
              </c:numCache>
            </c:numRef>
          </c:cat>
          <c:val>
            <c:numRef>
              <c:f>'走势图 24'!$I$3:$I$278</c:f>
              <c:numCache>
                <c:formatCode>#,##0.00</c:formatCode>
                <c:ptCount val="276"/>
                <c:pt idx="0">
                  <c:v>229.8875</c:v>
                </c:pt>
                <c:pt idx="1">
                  <c:v>229.8373</c:v>
                </c:pt>
                <c:pt idx="2">
                  <c:v>229.9325</c:v>
                </c:pt>
                <c:pt idx="3">
                  <c:v>230.0946</c:v>
                </c:pt>
                <c:pt idx="4">
                  <c:v>230.1884</c:v>
                </c:pt>
                <c:pt idx="5">
                  <c:v>230.4195</c:v>
                </c:pt>
                <c:pt idx="6">
                  <c:v>230.4444</c:v>
                </c:pt>
                <c:pt idx="7">
                  <c:v>230.4621</c:v>
                </c:pt>
                <c:pt idx="8">
                  <c:v>230.4332</c:v>
                </c:pt>
                <c:pt idx="9">
                  <c:v>230.4873</c:v>
                </c:pt>
                <c:pt idx="10">
                  <c:v>230.4982</c:v>
                </c:pt>
                <c:pt idx="11">
                  <c:v>230.5765</c:v>
                </c:pt>
                <c:pt idx="12">
                  <c:v>230.7272</c:v>
                </c:pt>
                <c:pt idx="13">
                  <c:v>230.8335</c:v>
                </c:pt>
                <c:pt idx="14">
                  <c:v>231.0978</c:v>
                </c:pt>
                <c:pt idx="15">
                  <c:v>231.1546</c:v>
                </c:pt>
                <c:pt idx="16">
                  <c:v>231.2218</c:v>
                </c:pt>
                <c:pt idx="17">
                  <c:v>231.3602</c:v>
                </c:pt>
                <c:pt idx="18">
                  <c:v>231.4128</c:v>
                </c:pt>
                <c:pt idx="19">
                  <c:v>231.5478</c:v>
                </c:pt>
                <c:pt idx="20">
                  <c:v>231.9562</c:v>
                </c:pt>
                <c:pt idx="21">
                  <c:v>232.3361</c:v>
                </c:pt>
                <c:pt idx="22">
                  <c:v>232.3949</c:v>
                </c:pt>
                <c:pt idx="23">
                  <c:v>232.3914</c:v>
                </c:pt>
                <c:pt idx="24">
                  <c:v>232.6497</c:v>
                </c:pt>
                <c:pt idx="25">
                  <c:v>232.4177</c:v>
                </c:pt>
                <c:pt idx="26">
                  <c:v>232.4835</c:v>
                </c:pt>
                <c:pt idx="27">
                  <c:v>232.4648</c:v>
                </c:pt>
                <c:pt idx="28">
                  <c:v>232.7144</c:v>
                </c:pt>
                <c:pt idx="29">
                  <c:v>232.8582</c:v>
                </c:pt>
                <c:pt idx="30">
                  <c:v>232.9174</c:v>
                </c:pt>
                <c:pt idx="31">
                  <c:v>233.0186</c:v>
                </c:pt>
                <c:pt idx="32">
                  <c:v>233.1976</c:v>
                </c:pt>
                <c:pt idx="33">
                  <c:v>233.3672</c:v>
                </c:pt>
                <c:pt idx="34">
                  <c:v>233.5772</c:v>
                </c:pt>
                <c:pt idx="35">
                  <c:v>233.7334</c:v>
                </c:pt>
                <c:pt idx="36">
                  <c:v>234.0485</c:v>
                </c:pt>
                <c:pt idx="37">
                  <c:v>233.7782</c:v>
                </c:pt>
                <c:pt idx="38">
                  <c:v>233.9036</c:v>
                </c:pt>
                <c:pt idx="39">
                  <c:v>233.9669</c:v>
                </c:pt>
                <c:pt idx="40">
                  <c:v>234.3408</c:v>
                </c:pt>
                <c:pt idx="41">
                  <c:v>234.4808</c:v>
                </c:pt>
                <c:pt idx="42">
                  <c:v>234.4756</c:v>
                </c:pt>
                <c:pt idx="43">
                  <c:v>234.3427</c:v>
                </c:pt>
                <c:pt idx="44">
                  <c:v>233.9172</c:v>
                </c:pt>
                <c:pt idx="45">
                  <c:v>233.8103</c:v>
                </c:pt>
                <c:pt idx="46">
                  <c:v>233.7338</c:v>
                </c:pt>
                <c:pt idx="47">
                  <c:v>233.8351</c:v>
                </c:pt>
                <c:pt idx="48">
                  <c:v>234.0412</c:v>
                </c:pt>
                <c:pt idx="49">
                  <c:v>234.23</c:v>
                </c:pt>
                <c:pt idx="50">
                  <c:v>234.2072</c:v>
                </c:pt>
                <c:pt idx="51">
                  <c:v>234.2321</c:v>
                </c:pt>
                <c:pt idx="52">
                  <c:v>234.2303</c:v>
                </c:pt>
                <c:pt idx="53">
                  <c:v>234.151</c:v>
                </c:pt>
                <c:pt idx="54">
                  <c:v>234.1371</c:v>
                </c:pt>
                <c:pt idx="55">
                  <c:v>234.268</c:v>
                </c:pt>
                <c:pt idx="56">
                  <c:v>234.359</c:v>
                </c:pt>
                <c:pt idx="57">
                  <c:v>234.4654</c:v>
                </c:pt>
                <c:pt idx="58">
                  <c:v>234.3959</c:v>
                </c:pt>
                <c:pt idx="59">
                  <c:v>234.5211</c:v>
                </c:pt>
                <c:pt idx="60">
                  <c:v>234.6921</c:v>
                </c:pt>
                <c:pt idx="61">
                  <c:v>234.8724</c:v>
                </c:pt>
                <c:pt idx="62">
                  <c:v>234.9949</c:v>
                </c:pt>
                <c:pt idx="63">
                  <c:v>234.9746</c:v>
                </c:pt>
                <c:pt idx="64">
                  <c:v>235.0193</c:v>
                </c:pt>
                <c:pt idx="65">
                  <c:v>235.2418</c:v>
                </c:pt>
                <c:pt idx="66">
                  <c:v>235.3764</c:v>
                </c:pt>
                <c:pt idx="67">
                  <c:v>235.4277</c:v>
                </c:pt>
                <c:pt idx="68">
                  <c:v>235.5524</c:v>
                </c:pt>
                <c:pt idx="69">
                  <c:v>235.7852</c:v>
                </c:pt>
                <c:pt idx="70">
                  <c:v>235.9926</c:v>
                </c:pt>
                <c:pt idx="71">
                  <c:v>236.2847</c:v>
                </c:pt>
                <c:pt idx="72">
                  <c:v>236.5837</c:v>
                </c:pt>
                <c:pt idx="73">
                  <c:v>236.2346</c:v>
                </c:pt>
                <c:pt idx="74">
                  <c:v>236.0892</c:v>
                </c:pt>
                <c:pt idx="75">
                  <c:v>235.7464</c:v>
                </c:pt>
                <c:pt idx="76">
                  <c:v>235.0949</c:v>
                </c:pt>
                <c:pt idx="77">
                  <c:v>235.4005</c:v>
                </c:pt>
                <c:pt idx="78">
                  <c:v>235.5079</c:v>
                </c:pt>
                <c:pt idx="79">
                  <c:v>235.7436</c:v>
                </c:pt>
                <c:pt idx="80">
                  <c:v>235.8227</c:v>
                </c:pt>
                <c:pt idx="81">
                  <c:v>235.719</c:v>
                </c:pt>
                <c:pt idx="82">
                  <c:v>235.6691</c:v>
                </c:pt>
                <c:pt idx="83">
                  <c:v>235.837</c:v>
                </c:pt>
                <c:pt idx="84">
                  <c:v>236.0117</c:v>
                </c:pt>
                <c:pt idx="85">
                  <c:v>236.0262</c:v>
                </c:pt>
                <c:pt idx="86">
                  <c:v>235.9289</c:v>
                </c:pt>
                <c:pt idx="87">
                  <c:v>235.8487</c:v>
                </c:pt>
                <c:pt idx="88">
                  <c:v>235.9713</c:v>
                </c:pt>
                <c:pt idx="89">
                  <c:v>235.9741</c:v>
                </c:pt>
                <c:pt idx="90">
                  <c:v>236.0423</c:v>
                </c:pt>
                <c:pt idx="91">
                  <c:v>236.1899</c:v>
                </c:pt>
                <c:pt idx="92">
                  <c:v>236.2037</c:v>
                </c:pt>
                <c:pt idx="93">
                  <c:v>236.2359</c:v>
                </c:pt>
                <c:pt idx="94">
                  <c:v>236.3691</c:v>
                </c:pt>
                <c:pt idx="95">
                  <c:v>236.5436</c:v>
                </c:pt>
                <c:pt idx="96">
                  <c:v>236.6032</c:v>
                </c:pt>
                <c:pt idx="97">
                  <c:v>236.499</c:v>
                </c:pt>
                <c:pt idx="98">
                  <c:v>236.6671</c:v>
                </c:pt>
                <c:pt idx="99">
                  <c:v>236.7624</c:v>
                </c:pt>
                <c:pt idx="100">
                  <c:v>236.9175</c:v>
                </c:pt>
                <c:pt idx="101">
                  <c:v>237.0328</c:v>
                </c:pt>
                <c:pt idx="102">
                  <c:v>237.1048</c:v>
                </c:pt>
                <c:pt idx="103">
                  <c:v>237.271</c:v>
                </c:pt>
                <c:pt idx="104">
                  <c:v>237.3027</c:v>
                </c:pt>
                <c:pt idx="105">
                  <c:v>237.3959</c:v>
                </c:pt>
                <c:pt idx="106">
                  <c:v>237.5495</c:v>
                </c:pt>
                <c:pt idx="107">
                  <c:v>237.6444</c:v>
                </c:pt>
                <c:pt idx="108">
                  <c:v>237.7882</c:v>
                </c:pt>
                <c:pt idx="109">
                  <c:v>237.8945</c:v>
                </c:pt>
                <c:pt idx="110">
                  <c:v>238.0117</c:v>
                </c:pt>
                <c:pt idx="111">
                  <c:v>237.9061</c:v>
                </c:pt>
                <c:pt idx="112">
                  <c:v>238.0157</c:v>
                </c:pt>
                <c:pt idx="113">
                  <c:v>238.1772</c:v>
                </c:pt>
                <c:pt idx="114">
                  <c:v>238.2505</c:v>
                </c:pt>
                <c:pt idx="115">
                  <c:v>238.4146</c:v>
                </c:pt>
                <c:pt idx="116">
                  <c:v>238.5433</c:v>
                </c:pt>
                <c:pt idx="117">
                  <c:v>238.3038</c:v>
                </c:pt>
                <c:pt idx="118">
                  <c:v>238.4132</c:v>
                </c:pt>
                <c:pt idx="119">
                  <c:v>238.5795</c:v>
                </c:pt>
                <c:pt idx="120">
                  <c:v>238.6065</c:v>
                </c:pt>
                <c:pt idx="121">
                  <c:v>238.4352</c:v>
                </c:pt>
                <c:pt idx="122">
                  <c:v>238.1939</c:v>
                </c:pt>
                <c:pt idx="123">
                  <c:v>238.3864</c:v>
                </c:pt>
                <c:pt idx="124">
                  <c:v>238.4282</c:v>
                </c:pt>
                <c:pt idx="125">
                  <c:v>238.4879</c:v>
                </c:pt>
                <c:pt idx="126">
                  <c:v>238.6167</c:v>
                </c:pt>
                <c:pt idx="127">
                  <c:v>238.7692</c:v>
                </c:pt>
                <c:pt idx="128">
                  <c:v>238.7961</c:v>
                </c:pt>
                <c:pt idx="129">
                  <c:v>238.8178</c:v>
                </c:pt>
                <c:pt idx="130">
                  <c:v>238.7742</c:v>
                </c:pt>
                <c:pt idx="131">
                  <c:v>238.8083</c:v>
                </c:pt>
                <c:pt idx="132">
                  <c:v>239.1115</c:v>
                </c:pt>
                <c:pt idx="133">
                  <c:v>239.3147</c:v>
                </c:pt>
                <c:pt idx="134">
                  <c:v>239.401</c:v>
                </c:pt>
                <c:pt idx="135">
                  <c:v>239.611</c:v>
                </c:pt>
                <c:pt idx="136">
                  <c:v>239.7809</c:v>
                </c:pt>
                <c:pt idx="137">
                  <c:v>240.0307</c:v>
                </c:pt>
                <c:pt idx="138">
                  <c:v>240.2382</c:v>
                </c:pt>
                <c:pt idx="139">
                  <c:v>240.371</c:v>
                </c:pt>
                <c:pt idx="140">
                  <c:v>240.5737</c:v>
                </c:pt>
                <c:pt idx="141">
                  <c:v>240.7533</c:v>
                </c:pt>
                <c:pt idx="142">
                  <c:v>240.9773</c:v>
                </c:pt>
                <c:pt idx="143">
                  <c:v>240.835</c:v>
                </c:pt>
                <c:pt idx="144">
                  <c:v>241.0006</c:v>
                </c:pt>
                <c:pt idx="145">
                  <c:v>240.7858</c:v>
                </c:pt>
                <c:pt idx="146">
                  <c:v>240.5062</c:v>
                </c:pt>
                <c:pt idx="147">
                  <c:v>239.9117</c:v>
                </c:pt>
                <c:pt idx="148">
                  <c:v>240.083</c:v>
                </c:pt>
                <c:pt idx="149">
                  <c:v>240.4946</c:v>
                </c:pt>
                <c:pt idx="150">
                  <c:v>240.3384</c:v>
                </c:pt>
                <c:pt idx="151">
                  <c:v>240.3609</c:v>
                </c:pt>
                <c:pt idx="152">
                  <c:v>240.4765</c:v>
                </c:pt>
                <c:pt idx="153">
                  <c:v>240.5526</c:v>
                </c:pt>
                <c:pt idx="154">
                  <c:v>240.4695</c:v>
                </c:pt>
                <c:pt idx="155">
                  <c:v>240.5979</c:v>
                </c:pt>
                <c:pt idx="156">
                  <c:v>240.6246</c:v>
                </c:pt>
                <c:pt idx="157">
                  <c:v>240.6588</c:v>
                </c:pt>
                <c:pt idx="158">
                  <c:v>240.4118</c:v>
                </c:pt>
                <c:pt idx="159">
                  <c:v>240.4928</c:v>
                </c:pt>
                <c:pt idx="160">
                  <c:v>240.5069</c:v>
                </c:pt>
                <c:pt idx="161">
                  <c:v>240.4802</c:v>
                </c:pt>
                <c:pt idx="162">
                  <c:v>240.8075</c:v>
                </c:pt>
                <c:pt idx="163">
                  <c:v>240.9284</c:v>
                </c:pt>
                <c:pt idx="164">
                  <c:v>241.0942</c:v>
                </c:pt>
                <c:pt idx="165">
                  <c:v>241.2959</c:v>
                </c:pt>
                <c:pt idx="166">
                  <c:v>241.3542</c:v>
                </c:pt>
                <c:pt idx="167">
                  <c:v>241.5496</c:v>
                </c:pt>
                <c:pt idx="168">
                  <c:v>241.7233</c:v>
                </c:pt>
                <c:pt idx="169">
                  <c:v>241.8981</c:v>
                </c:pt>
                <c:pt idx="170">
                  <c:v>242.0012</c:v>
                </c:pt>
                <c:pt idx="171">
                  <c:v>242.1845</c:v>
                </c:pt>
                <c:pt idx="172">
                  <c:v>242.6428</c:v>
                </c:pt>
                <c:pt idx="173">
                  <c:v>242.6279</c:v>
                </c:pt>
                <c:pt idx="174">
                  <c:v>242.6053</c:v>
                </c:pt>
                <c:pt idx="175">
                  <c:v>242.7072</c:v>
                </c:pt>
                <c:pt idx="176">
                  <c:v>242.4757</c:v>
                </c:pt>
                <c:pt idx="177">
                  <c:v>242.6669</c:v>
                </c:pt>
                <c:pt idx="178">
                  <c:v>242.4811</c:v>
                </c:pt>
                <c:pt idx="179">
                  <c:v>241.3006</c:v>
                </c:pt>
                <c:pt idx="180">
                  <c:v>240.6809</c:v>
                </c:pt>
                <c:pt idx="181">
                  <c:v>240.4834</c:v>
                </c:pt>
                <c:pt idx="182">
                  <c:v>240.473</c:v>
                </c:pt>
                <c:pt idx="183">
                  <c:v>241.0076</c:v>
                </c:pt>
                <c:pt idx="184">
                  <c:v>241.2886</c:v>
                </c:pt>
                <c:pt idx="185">
                  <c:v>241.4058</c:v>
                </c:pt>
                <c:pt idx="186">
                  <c:v>241.4552</c:v>
                </c:pt>
                <c:pt idx="187">
                  <c:v>241.483</c:v>
                </c:pt>
                <c:pt idx="188">
                  <c:v>241.6712</c:v>
                </c:pt>
                <c:pt idx="189">
                  <c:v>241.6781</c:v>
                </c:pt>
                <c:pt idx="190">
                  <c:v>241.6501</c:v>
                </c:pt>
                <c:pt idx="191">
                  <c:v>241.4477</c:v>
                </c:pt>
                <c:pt idx="192">
                  <c:v>241.2008</c:v>
                </c:pt>
                <c:pt idx="193">
                  <c:v>241.2149</c:v>
                </c:pt>
                <c:pt idx="194">
                  <c:v>241.0994</c:v>
                </c:pt>
                <c:pt idx="195">
                  <c:v>240.9662</c:v>
                </c:pt>
                <c:pt idx="196">
                  <c:v>241.0206</c:v>
                </c:pt>
                <c:pt idx="197">
                  <c:v>241.0536</c:v>
                </c:pt>
                <c:pt idx="198">
                  <c:v>241.1357</c:v>
                </c:pt>
                <c:pt idx="199">
                  <c:v>241.37</c:v>
                </c:pt>
                <c:pt idx="200">
                  <c:v>241.5241</c:v>
                </c:pt>
                <c:pt idx="201">
                  <c:v>241.6251</c:v>
                </c:pt>
                <c:pt idx="202">
                  <c:v>241.6999</c:v>
                </c:pt>
                <c:pt idx="203">
                  <c:v>241.8209</c:v>
                </c:pt>
                <c:pt idx="204">
                  <c:v>241.9242</c:v>
                </c:pt>
                <c:pt idx="205">
                  <c:v>242.0386</c:v>
                </c:pt>
                <c:pt idx="206">
                  <c:v>242.206</c:v>
                </c:pt>
                <c:pt idx="207">
                  <c:v>242.2139</c:v>
                </c:pt>
                <c:pt idx="208">
                  <c:v>242.2045</c:v>
                </c:pt>
                <c:pt idx="209">
                  <c:v>242.2016</c:v>
                </c:pt>
                <c:pt idx="210">
                  <c:v>242.0421</c:v>
                </c:pt>
                <c:pt idx="211">
                  <c:v>242.0772</c:v>
                </c:pt>
                <c:pt idx="212">
                  <c:v>242.0761</c:v>
                </c:pt>
                <c:pt idx="213">
                  <c:v>242.2027</c:v>
                </c:pt>
                <c:pt idx="214">
                  <c:v>242.2957</c:v>
                </c:pt>
                <c:pt idx="215">
                  <c:v>242.5756</c:v>
                </c:pt>
                <c:pt idx="216">
                  <c:v>242.7179</c:v>
                </c:pt>
                <c:pt idx="217">
                  <c:v>242.8243</c:v>
                </c:pt>
                <c:pt idx="218">
                  <c:v>243.0247</c:v>
                </c:pt>
                <c:pt idx="219">
                  <c:v>243.2787</c:v>
                </c:pt>
                <c:pt idx="220">
                  <c:v>243.9188</c:v>
                </c:pt>
                <c:pt idx="221">
                  <c:v>243.9357</c:v>
                </c:pt>
                <c:pt idx="222">
                  <c:v>244.2556</c:v>
                </c:pt>
                <c:pt idx="223">
                  <c:v>244.3774</c:v>
                </c:pt>
                <c:pt idx="224">
                  <c:v>244.3837</c:v>
                </c:pt>
                <c:pt idx="225">
                  <c:v>244.5781</c:v>
                </c:pt>
                <c:pt idx="226">
                  <c:v>245.4042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175306752"/>
        <c:axId val="1175282624"/>
      </c:barChart>
      <c:lineChart>
        <c:grouping val="standard"/>
        <c:varyColors val="0"/>
        <c:ser>
          <c:idx val="0"/>
          <c:order val="0"/>
          <c:tx>
            <c:strRef>
              <c:f>'走势图 24'!$S$1</c:f>
              <c:strCache>
                <c:ptCount val="1"/>
                <c:pt idx="0">
                  <c:v>久期</c:v>
                </c:pt>
              </c:strCache>
            </c:strRef>
          </c:tx>
          <c:spPr>
            <a:ln w="28575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'走势图 24'!$E$3:$E$278</c:f>
              <c:numCache>
                <c:formatCode>yyyy/mm/dd</c:formatCode>
                <c:ptCount val="276"/>
                <c:pt idx="0" c:formatCode="yyyy/mm/dd">
                  <c:v>45293</c:v>
                </c:pt>
                <c:pt idx="1" c:formatCode="yyyy/mm/dd">
                  <c:v>45294</c:v>
                </c:pt>
                <c:pt idx="2" c:formatCode="yyyy/mm/dd">
                  <c:v>45295</c:v>
                </c:pt>
                <c:pt idx="3" c:formatCode="yyyy/mm/dd">
                  <c:v>45296</c:v>
                </c:pt>
                <c:pt idx="4" c:formatCode="yyyy/mm/dd">
                  <c:v>45299</c:v>
                </c:pt>
                <c:pt idx="5" c:formatCode="yyyy/mm/dd">
                  <c:v>45300</c:v>
                </c:pt>
                <c:pt idx="6" c:formatCode="yyyy/mm/dd">
                  <c:v>45301</c:v>
                </c:pt>
                <c:pt idx="7" c:formatCode="yyyy/mm/dd">
                  <c:v>45302</c:v>
                </c:pt>
                <c:pt idx="8" c:formatCode="yyyy/mm/dd">
                  <c:v>45303</c:v>
                </c:pt>
                <c:pt idx="9" c:formatCode="yyyy/mm/dd">
                  <c:v>45306</c:v>
                </c:pt>
                <c:pt idx="10" c:formatCode="yyyy/mm/dd">
                  <c:v>45307</c:v>
                </c:pt>
                <c:pt idx="11" c:formatCode="yyyy/mm/dd">
                  <c:v>45308</c:v>
                </c:pt>
                <c:pt idx="12" c:formatCode="yyyy/mm/dd">
                  <c:v>45309</c:v>
                </c:pt>
                <c:pt idx="13" c:formatCode="yyyy/mm/dd">
                  <c:v>45310</c:v>
                </c:pt>
                <c:pt idx="14" c:formatCode="yyyy/mm/dd">
                  <c:v>45313</c:v>
                </c:pt>
                <c:pt idx="15" c:formatCode="yyyy/mm/dd">
                  <c:v>45314</c:v>
                </c:pt>
                <c:pt idx="16" c:formatCode="yyyy/mm/dd">
                  <c:v>45315</c:v>
                </c:pt>
                <c:pt idx="17" c:formatCode="yyyy/mm/dd">
                  <c:v>45316</c:v>
                </c:pt>
                <c:pt idx="18" c:formatCode="yyyy/mm/dd">
                  <c:v>45317</c:v>
                </c:pt>
                <c:pt idx="19" c:formatCode="yyyy/mm/dd">
                  <c:v>45320</c:v>
                </c:pt>
                <c:pt idx="20" c:formatCode="yyyy/mm/dd">
                  <c:v>45321</c:v>
                </c:pt>
                <c:pt idx="21" c:formatCode="yyyy/mm/dd">
                  <c:v>45322</c:v>
                </c:pt>
                <c:pt idx="22" c:formatCode="yyyy/mm/dd">
                  <c:v>45323</c:v>
                </c:pt>
                <c:pt idx="23" c:formatCode="yyyy/mm/dd">
                  <c:v>45324</c:v>
                </c:pt>
                <c:pt idx="24" c:formatCode="yyyy/mm/dd">
                  <c:v>45327</c:v>
                </c:pt>
                <c:pt idx="25" c:formatCode="yyyy/mm/dd">
                  <c:v>45328</c:v>
                </c:pt>
                <c:pt idx="26" c:formatCode="yyyy/mm/dd">
                  <c:v>45329</c:v>
                </c:pt>
                <c:pt idx="27" c:formatCode="yyyy/mm/dd">
                  <c:v>45330</c:v>
                </c:pt>
                <c:pt idx="28" c:formatCode="yyyy/mm/dd">
                  <c:v>45341</c:v>
                </c:pt>
                <c:pt idx="29" c:formatCode="yyyy/mm/dd">
                  <c:v>45342</c:v>
                </c:pt>
                <c:pt idx="30" c:formatCode="yyyy/mm/dd">
                  <c:v>45343</c:v>
                </c:pt>
                <c:pt idx="31" c:formatCode="yyyy/mm/dd">
                  <c:v>45344</c:v>
                </c:pt>
                <c:pt idx="32" c:formatCode="yyyy/mm/dd">
                  <c:v>45345</c:v>
                </c:pt>
                <c:pt idx="33" c:formatCode="yyyy/mm/dd">
                  <c:v>45348</c:v>
                </c:pt>
                <c:pt idx="34" c:formatCode="yyyy/mm/dd">
                  <c:v>45349</c:v>
                </c:pt>
                <c:pt idx="35" c:formatCode="yyyy/mm/dd">
                  <c:v>45350</c:v>
                </c:pt>
                <c:pt idx="36" c:formatCode="yyyy/mm/dd">
                  <c:v>45351</c:v>
                </c:pt>
                <c:pt idx="37" c:formatCode="yyyy/mm/dd">
                  <c:v>45352</c:v>
                </c:pt>
                <c:pt idx="38" c:formatCode="yyyy/mm/dd">
                  <c:v>45355</c:v>
                </c:pt>
                <c:pt idx="39" c:formatCode="yyyy/mm/dd">
                  <c:v>45356</c:v>
                </c:pt>
                <c:pt idx="40" c:formatCode="yyyy/mm/dd">
                  <c:v>45357</c:v>
                </c:pt>
                <c:pt idx="41" c:formatCode="yyyy/mm/dd">
                  <c:v>45358</c:v>
                </c:pt>
                <c:pt idx="42" c:formatCode="yyyy/mm/dd">
                  <c:v>45359</c:v>
                </c:pt>
                <c:pt idx="43" c:formatCode="yyyy/mm/dd">
                  <c:v>45362</c:v>
                </c:pt>
                <c:pt idx="44" c:formatCode="yyyy/mm/dd">
                  <c:v>45363</c:v>
                </c:pt>
                <c:pt idx="45" c:formatCode="yyyy/mm/dd">
                  <c:v>45364</c:v>
                </c:pt>
                <c:pt idx="46" c:formatCode="yyyy/mm/dd">
                  <c:v>45365</c:v>
                </c:pt>
                <c:pt idx="47" c:formatCode="yyyy/mm/dd">
                  <c:v>45366</c:v>
                </c:pt>
                <c:pt idx="48" c:formatCode="yyyy/mm/dd">
                  <c:v>45369</c:v>
                </c:pt>
                <c:pt idx="49" c:formatCode="yyyy/mm/dd">
                  <c:v>45370</c:v>
                </c:pt>
                <c:pt idx="50" c:formatCode="yyyy/mm/dd">
                  <c:v>45371</c:v>
                </c:pt>
                <c:pt idx="51" c:formatCode="yyyy/mm/dd">
                  <c:v>45372</c:v>
                </c:pt>
                <c:pt idx="52" c:formatCode="yyyy/mm/dd">
                  <c:v>45373</c:v>
                </c:pt>
                <c:pt idx="53" c:formatCode="yyyy/mm/dd">
                  <c:v>45376</c:v>
                </c:pt>
                <c:pt idx="54" c:formatCode="yyyy/mm/dd">
                  <c:v>45377</c:v>
                </c:pt>
                <c:pt idx="55" c:formatCode="yyyy/mm/dd">
                  <c:v>45378</c:v>
                </c:pt>
                <c:pt idx="56" c:formatCode="yyyy/mm/dd">
                  <c:v>45379</c:v>
                </c:pt>
                <c:pt idx="57" c:formatCode="yyyy/mm/dd">
                  <c:v>45380</c:v>
                </c:pt>
                <c:pt idx="58" c:formatCode="yyyy/mm/dd">
                  <c:v>45383</c:v>
                </c:pt>
                <c:pt idx="59" c:formatCode="yyyy/mm/dd">
                  <c:v>45384</c:v>
                </c:pt>
                <c:pt idx="60" c:formatCode="yyyy/mm/dd">
                  <c:v>45385</c:v>
                </c:pt>
                <c:pt idx="61" c:formatCode="yyyy/mm/dd">
                  <c:v>45390</c:v>
                </c:pt>
                <c:pt idx="62" c:formatCode="yyyy/mm/dd">
                  <c:v>45391</c:v>
                </c:pt>
                <c:pt idx="63" c:formatCode="yyyy/mm/dd">
                  <c:v>45392</c:v>
                </c:pt>
                <c:pt idx="64" c:formatCode="yyyy/mm/dd">
                  <c:v>45393</c:v>
                </c:pt>
                <c:pt idx="65" c:formatCode="yyyy/mm/dd">
                  <c:v>45394</c:v>
                </c:pt>
                <c:pt idx="66" c:formatCode="yyyy/mm/dd">
                  <c:v>45397</c:v>
                </c:pt>
                <c:pt idx="67" c:formatCode="yyyy/mm/dd">
                  <c:v>45398</c:v>
                </c:pt>
                <c:pt idx="68" c:formatCode="yyyy/mm/dd">
                  <c:v>45399</c:v>
                </c:pt>
                <c:pt idx="69" c:formatCode="yyyy/mm/dd">
                  <c:v>45400</c:v>
                </c:pt>
                <c:pt idx="70" c:formatCode="yyyy/mm/dd">
                  <c:v>45401</c:v>
                </c:pt>
                <c:pt idx="71" c:formatCode="yyyy/mm/dd">
                  <c:v>45404</c:v>
                </c:pt>
                <c:pt idx="72" c:formatCode="yyyy/mm/dd">
                  <c:v>45405</c:v>
                </c:pt>
                <c:pt idx="73" c:formatCode="yyyy/mm/dd">
                  <c:v>45406</c:v>
                </c:pt>
                <c:pt idx="74" c:formatCode="yyyy/mm/dd">
                  <c:v>45407</c:v>
                </c:pt>
                <c:pt idx="75" c:formatCode="yyyy/mm/dd">
                  <c:v>45408</c:v>
                </c:pt>
                <c:pt idx="76" c:formatCode="yyyy/mm/dd">
                  <c:v>45411</c:v>
                </c:pt>
                <c:pt idx="77" c:formatCode="yyyy/mm/dd">
                  <c:v>45412</c:v>
                </c:pt>
                <c:pt idx="78" c:formatCode="yyyy/mm/dd">
                  <c:v>45418</c:v>
                </c:pt>
                <c:pt idx="79" c:formatCode="yyyy/mm/dd">
                  <c:v>45419</c:v>
                </c:pt>
                <c:pt idx="80" c:formatCode="yyyy/mm/dd">
                  <c:v>45420</c:v>
                </c:pt>
                <c:pt idx="81" c:formatCode="yyyy/mm/dd">
                  <c:v>45421</c:v>
                </c:pt>
                <c:pt idx="82" c:formatCode="yyyy/mm/dd">
                  <c:v>45422</c:v>
                </c:pt>
                <c:pt idx="83" c:formatCode="yyyy/mm/dd">
                  <c:v>45425</c:v>
                </c:pt>
                <c:pt idx="84" c:formatCode="yyyy/mm/dd">
                  <c:v>45426</c:v>
                </c:pt>
                <c:pt idx="85" c:formatCode="yyyy/mm/dd">
                  <c:v>45427</c:v>
                </c:pt>
                <c:pt idx="86" c:formatCode="yyyy/mm/dd">
                  <c:v>45428</c:v>
                </c:pt>
                <c:pt idx="87" c:formatCode="yyyy/mm/dd">
                  <c:v>45429</c:v>
                </c:pt>
                <c:pt idx="88" c:formatCode="yyyy/mm/dd">
                  <c:v>45432</c:v>
                </c:pt>
                <c:pt idx="89" c:formatCode="yyyy/mm/dd">
                  <c:v>45433</c:v>
                </c:pt>
                <c:pt idx="90" c:formatCode="yyyy/mm/dd">
                  <c:v>45434</c:v>
                </c:pt>
                <c:pt idx="91" c:formatCode="yyyy/mm/dd">
                  <c:v>45435</c:v>
                </c:pt>
                <c:pt idx="92" c:formatCode="yyyy/mm/dd">
                  <c:v>45436</c:v>
                </c:pt>
                <c:pt idx="93" c:formatCode="yyyy/mm/dd">
                  <c:v>45439</c:v>
                </c:pt>
                <c:pt idx="94" c:formatCode="yyyy/mm/dd">
                  <c:v>45440</c:v>
                </c:pt>
                <c:pt idx="95" c:formatCode="yyyy/mm/dd">
                  <c:v>45441</c:v>
                </c:pt>
                <c:pt idx="96" c:formatCode="yyyy/mm/dd">
                  <c:v>45442</c:v>
                </c:pt>
                <c:pt idx="97" c:formatCode="yyyy/mm/dd">
                  <c:v>45443</c:v>
                </c:pt>
                <c:pt idx="98" c:formatCode="yyyy/mm/dd">
                  <c:v>45446</c:v>
                </c:pt>
                <c:pt idx="99" c:formatCode="yyyy/mm/dd">
                  <c:v>45447</c:v>
                </c:pt>
                <c:pt idx="100" c:formatCode="yyyy/mm/dd">
                  <c:v>45448</c:v>
                </c:pt>
                <c:pt idx="101" c:formatCode="yyyy/mm/dd">
                  <c:v>45449</c:v>
                </c:pt>
                <c:pt idx="102" c:formatCode="yyyy/mm/dd">
                  <c:v>45450</c:v>
                </c:pt>
                <c:pt idx="103" c:formatCode="yyyy/mm/dd">
                  <c:v>45454</c:v>
                </c:pt>
                <c:pt idx="104" c:formatCode="yyyy/mm/dd">
                  <c:v>45455</c:v>
                </c:pt>
                <c:pt idx="105" c:formatCode="yyyy/mm/dd">
                  <c:v>45456</c:v>
                </c:pt>
                <c:pt idx="106" c:formatCode="yyyy/mm/dd">
                  <c:v>45457</c:v>
                </c:pt>
                <c:pt idx="107" c:formatCode="yyyy/mm/dd">
                  <c:v>45460</c:v>
                </c:pt>
                <c:pt idx="108" c:formatCode="yyyy/mm/dd">
                  <c:v>45461</c:v>
                </c:pt>
                <c:pt idx="109" c:formatCode="yyyy/mm/dd">
                  <c:v>45462</c:v>
                </c:pt>
                <c:pt idx="110" c:formatCode="yyyy/mm/dd">
                  <c:v>45463</c:v>
                </c:pt>
                <c:pt idx="111" c:formatCode="yyyy/mm/dd">
                  <c:v>45464</c:v>
                </c:pt>
                <c:pt idx="112" c:formatCode="yyyy/mm/dd">
                  <c:v>45467</c:v>
                </c:pt>
                <c:pt idx="113" c:formatCode="yyyy/mm/dd">
                  <c:v>45468</c:v>
                </c:pt>
                <c:pt idx="114" c:formatCode="yyyy/mm/dd">
                  <c:v>45469</c:v>
                </c:pt>
                <c:pt idx="115" c:formatCode="yyyy/mm/dd">
                  <c:v>45470</c:v>
                </c:pt>
                <c:pt idx="116" c:formatCode="yyyy/mm/dd">
                  <c:v>45471</c:v>
                </c:pt>
                <c:pt idx="117" c:formatCode="yyyy/mm/dd">
                  <c:v>45474</c:v>
                </c:pt>
                <c:pt idx="118" c:formatCode="yyyy/mm/dd">
                  <c:v>45475</c:v>
                </c:pt>
                <c:pt idx="119" c:formatCode="yyyy/mm/dd">
                  <c:v>45476</c:v>
                </c:pt>
                <c:pt idx="120" c:formatCode="yyyy/mm/dd">
                  <c:v>45477</c:v>
                </c:pt>
                <c:pt idx="121" c:formatCode="yyyy/mm/dd">
                  <c:v>45478</c:v>
                </c:pt>
                <c:pt idx="122" c:formatCode="yyyy/mm/dd">
                  <c:v>45481</c:v>
                </c:pt>
                <c:pt idx="123" c:formatCode="yyyy/mm/dd">
                  <c:v>45482</c:v>
                </c:pt>
                <c:pt idx="124" c:formatCode="yyyy/mm/dd">
                  <c:v>45483</c:v>
                </c:pt>
                <c:pt idx="125" c:formatCode="yyyy/mm/dd">
                  <c:v>45484</c:v>
                </c:pt>
                <c:pt idx="126" c:formatCode="yyyy/mm/dd">
                  <c:v>45485</c:v>
                </c:pt>
                <c:pt idx="127" c:formatCode="yyyy/mm/dd">
                  <c:v>45488</c:v>
                </c:pt>
                <c:pt idx="128" c:formatCode="yyyy/mm/dd">
                  <c:v>45489</c:v>
                </c:pt>
                <c:pt idx="129" c:formatCode="yyyy/mm/dd">
                  <c:v>45490</c:v>
                </c:pt>
                <c:pt idx="130" c:formatCode="yyyy/mm/dd">
                  <c:v>45491</c:v>
                </c:pt>
                <c:pt idx="131" c:formatCode="yyyy/mm/dd">
                  <c:v>45492</c:v>
                </c:pt>
                <c:pt idx="132" c:formatCode="yyyy/mm/dd">
                  <c:v>45495</c:v>
                </c:pt>
                <c:pt idx="133" c:formatCode="yyyy/mm/dd">
                  <c:v>45496</c:v>
                </c:pt>
                <c:pt idx="134" c:formatCode="yyyy/mm/dd">
                  <c:v>45497</c:v>
                </c:pt>
                <c:pt idx="135" c:formatCode="yyyy/mm/dd">
                  <c:v>45498</c:v>
                </c:pt>
                <c:pt idx="136" c:formatCode="yyyy/mm/dd">
                  <c:v>45499</c:v>
                </c:pt>
                <c:pt idx="137" c:formatCode="yyyy/mm/dd">
                  <c:v>45502</c:v>
                </c:pt>
                <c:pt idx="138" c:formatCode="yyyy/mm/dd">
                  <c:v>45503</c:v>
                </c:pt>
                <c:pt idx="139" c:formatCode="yyyy/mm/dd">
                  <c:v>45504</c:v>
                </c:pt>
                <c:pt idx="140" c:formatCode="yyyy/mm/dd">
                  <c:v>45505</c:v>
                </c:pt>
                <c:pt idx="141" c:formatCode="yyyy/mm/dd">
                  <c:v>45506</c:v>
                </c:pt>
                <c:pt idx="142" c:formatCode="yyyy/mm/dd">
                  <c:v>45509</c:v>
                </c:pt>
                <c:pt idx="143" c:formatCode="yyyy/mm/dd">
                  <c:v>45510</c:v>
                </c:pt>
                <c:pt idx="144" c:formatCode="yyyy/mm/dd">
                  <c:v>45511</c:v>
                </c:pt>
                <c:pt idx="145" c:formatCode="yyyy/mm/dd">
                  <c:v>45512</c:v>
                </c:pt>
                <c:pt idx="146" c:formatCode="yyyy/mm/dd">
                  <c:v>45513</c:v>
                </c:pt>
                <c:pt idx="147" c:formatCode="yyyy/mm/dd">
                  <c:v>45516</c:v>
                </c:pt>
                <c:pt idx="148" c:formatCode="yyyy/mm/dd">
                  <c:v>45517</c:v>
                </c:pt>
                <c:pt idx="149" c:formatCode="yyyy/mm/dd">
                  <c:v>45518</c:v>
                </c:pt>
                <c:pt idx="150" c:formatCode="yyyy/mm/dd">
                  <c:v>45519</c:v>
                </c:pt>
                <c:pt idx="151" c:formatCode="yyyy/mm/dd">
                  <c:v>45520</c:v>
                </c:pt>
                <c:pt idx="152" c:formatCode="yyyy/mm/dd">
                  <c:v>45523</c:v>
                </c:pt>
                <c:pt idx="153" c:formatCode="yyyy/mm/dd">
                  <c:v>45524</c:v>
                </c:pt>
                <c:pt idx="154" c:formatCode="yyyy/mm/dd">
                  <c:v>45525</c:v>
                </c:pt>
                <c:pt idx="155" c:formatCode="yyyy/mm/dd">
                  <c:v>45526</c:v>
                </c:pt>
                <c:pt idx="156" c:formatCode="yyyy/mm/dd">
                  <c:v>45527</c:v>
                </c:pt>
                <c:pt idx="157" c:formatCode="yyyy/mm/dd">
                  <c:v>45530</c:v>
                </c:pt>
                <c:pt idx="158" c:formatCode="yyyy/mm/dd">
                  <c:v>45531</c:v>
                </c:pt>
                <c:pt idx="159" c:formatCode="yyyy/mm/dd">
                  <c:v>45532</c:v>
                </c:pt>
                <c:pt idx="160" c:formatCode="yyyy/mm/dd">
                  <c:v>45533</c:v>
                </c:pt>
                <c:pt idx="161" c:formatCode="yyyy/mm/dd">
                  <c:v>45534</c:v>
                </c:pt>
                <c:pt idx="162" c:formatCode="yyyy/mm/dd">
                  <c:v>45537</c:v>
                </c:pt>
                <c:pt idx="163" c:formatCode="yyyy/mm/dd">
                  <c:v>45538</c:v>
                </c:pt>
                <c:pt idx="164" c:formatCode="yyyy/mm/dd">
                  <c:v>45539</c:v>
                </c:pt>
                <c:pt idx="165" c:formatCode="yyyy/mm/dd">
                  <c:v>45540</c:v>
                </c:pt>
                <c:pt idx="166" c:formatCode="yyyy/mm/dd">
                  <c:v>45541</c:v>
                </c:pt>
                <c:pt idx="167" c:formatCode="yyyy/mm/dd">
                  <c:v>45544</c:v>
                </c:pt>
                <c:pt idx="168" c:formatCode="yyyy/mm/dd">
                  <c:v>45545</c:v>
                </c:pt>
                <c:pt idx="169" c:formatCode="yyyy/mm/dd">
                  <c:v>45546</c:v>
                </c:pt>
                <c:pt idx="170" c:formatCode="yyyy/mm/dd">
                  <c:v>45547</c:v>
                </c:pt>
                <c:pt idx="171" c:formatCode="yyyy/mm/dd">
                  <c:v>45548</c:v>
                </c:pt>
                <c:pt idx="172" c:formatCode="yyyy/mm/dd">
                  <c:v>45553</c:v>
                </c:pt>
                <c:pt idx="173" c:formatCode="yyyy/mm/dd">
                  <c:v>45554</c:v>
                </c:pt>
                <c:pt idx="174" c:formatCode="yyyy/mm/dd">
                  <c:v>45555</c:v>
                </c:pt>
                <c:pt idx="175" c:formatCode="yyyy/mm/dd">
                  <c:v>45558</c:v>
                </c:pt>
                <c:pt idx="176" c:formatCode="yyyy/mm/dd">
                  <c:v>45559</c:v>
                </c:pt>
                <c:pt idx="177" c:formatCode="yyyy/mm/dd">
                  <c:v>45560</c:v>
                </c:pt>
                <c:pt idx="178" c:formatCode="yyyy/mm/dd">
                  <c:v>45561</c:v>
                </c:pt>
                <c:pt idx="179" c:formatCode="yyyy/mm/dd">
                  <c:v>45562</c:v>
                </c:pt>
                <c:pt idx="180" c:formatCode="yyyy/mm/dd">
                  <c:v>45565</c:v>
                </c:pt>
                <c:pt idx="181" c:formatCode="yyyy/mm/dd">
                  <c:v>45573</c:v>
                </c:pt>
                <c:pt idx="182" c:formatCode="yyyy/mm/dd">
                  <c:v>45574</c:v>
                </c:pt>
                <c:pt idx="183" c:formatCode="yyyy/mm/dd">
                  <c:v>45575</c:v>
                </c:pt>
                <c:pt idx="184" c:formatCode="yyyy/mm/dd">
                  <c:v>45576</c:v>
                </c:pt>
                <c:pt idx="185" c:formatCode="yyyy/mm/dd">
                  <c:v>45579</c:v>
                </c:pt>
                <c:pt idx="186" c:formatCode="yyyy/mm/dd">
                  <c:v>45580</c:v>
                </c:pt>
                <c:pt idx="187" c:formatCode="yyyy/mm/dd">
                  <c:v>45581</c:v>
                </c:pt>
                <c:pt idx="188" c:formatCode="yyyy/mm/dd">
                  <c:v>45582</c:v>
                </c:pt>
                <c:pt idx="189" c:formatCode="yyyy/mm/dd">
                  <c:v>45583</c:v>
                </c:pt>
                <c:pt idx="190" c:formatCode="yyyy/mm/dd">
                  <c:v>45586</c:v>
                </c:pt>
                <c:pt idx="191" c:formatCode="yyyy/mm/dd">
                  <c:v>45587</c:v>
                </c:pt>
                <c:pt idx="192" c:formatCode="yyyy/mm/dd">
                  <c:v>45588</c:v>
                </c:pt>
                <c:pt idx="193" c:formatCode="yyyy/mm/dd">
                  <c:v>45589</c:v>
                </c:pt>
                <c:pt idx="194" c:formatCode="yyyy/mm/dd">
                  <c:v>45590</c:v>
                </c:pt>
                <c:pt idx="195" c:formatCode="yyyy/mm/dd">
                  <c:v>45593</c:v>
                </c:pt>
                <c:pt idx="196" c:formatCode="yyyy/mm/dd">
                  <c:v>45594</c:v>
                </c:pt>
                <c:pt idx="197" c:formatCode="yyyy/mm/dd">
                  <c:v>45595</c:v>
                </c:pt>
                <c:pt idx="198" c:formatCode="yyyy/mm/dd">
                  <c:v>45596</c:v>
                </c:pt>
                <c:pt idx="199" c:formatCode="yyyy/mm/dd">
                  <c:v>45597</c:v>
                </c:pt>
                <c:pt idx="200" c:formatCode="yyyy/mm/dd">
                  <c:v>45600</c:v>
                </c:pt>
                <c:pt idx="201" c:formatCode="yyyy/mm/dd">
                  <c:v>45601</c:v>
                </c:pt>
                <c:pt idx="202" c:formatCode="yyyy/mm/dd">
                  <c:v>45602</c:v>
                </c:pt>
                <c:pt idx="203" c:formatCode="yyyy/mm/dd">
                  <c:v>45603</c:v>
                </c:pt>
                <c:pt idx="204" c:formatCode="yyyy/mm/dd">
                  <c:v>45604</c:v>
                </c:pt>
                <c:pt idx="205" c:formatCode="yyyy/mm/dd">
                  <c:v>45607</c:v>
                </c:pt>
                <c:pt idx="206" c:formatCode="yyyy/mm/dd">
                  <c:v>45608</c:v>
                </c:pt>
                <c:pt idx="207" c:formatCode="yyyy/mm/dd">
                  <c:v>45609</c:v>
                </c:pt>
                <c:pt idx="208" c:formatCode="yyyy/mm/dd">
                  <c:v>45610</c:v>
                </c:pt>
                <c:pt idx="209" c:formatCode="yyyy/mm/dd">
                  <c:v>45611</c:v>
                </c:pt>
                <c:pt idx="210" c:formatCode="yyyy/mm/dd">
                  <c:v>45614</c:v>
                </c:pt>
                <c:pt idx="211" c:formatCode="yyyy/mm/dd">
                  <c:v>45615</c:v>
                </c:pt>
                <c:pt idx="212" c:formatCode="yyyy/mm/dd">
                  <c:v>45616</c:v>
                </c:pt>
                <c:pt idx="213" c:formatCode="yyyy/mm/dd">
                  <c:v>45617</c:v>
                </c:pt>
                <c:pt idx="214" c:formatCode="yyyy/mm/dd">
                  <c:v>45618</c:v>
                </c:pt>
                <c:pt idx="215" c:formatCode="yyyy/mm/dd">
                  <c:v>45621</c:v>
                </c:pt>
                <c:pt idx="216" c:formatCode="yyyy/mm/dd">
                  <c:v>45622</c:v>
                </c:pt>
                <c:pt idx="217" c:formatCode="yyyy/mm/dd">
                  <c:v>45623</c:v>
                </c:pt>
                <c:pt idx="218" c:formatCode="yyyy/mm/dd">
                  <c:v>45624</c:v>
                </c:pt>
                <c:pt idx="219" c:formatCode="yyyy/mm/dd">
                  <c:v>45625</c:v>
                </c:pt>
                <c:pt idx="220" c:formatCode="yyyy/mm/dd">
                  <c:v>45628</c:v>
                </c:pt>
                <c:pt idx="221" c:formatCode="yyyy/mm/dd">
                  <c:v>45629</c:v>
                </c:pt>
                <c:pt idx="222" c:formatCode="yyyy/mm/dd">
                  <c:v>45630</c:v>
                </c:pt>
                <c:pt idx="223" c:formatCode="yyyy/mm/dd">
                  <c:v>45631</c:v>
                </c:pt>
                <c:pt idx="224" c:formatCode="yyyy/mm/dd">
                  <c:v>45632</c:v>
                </c:pt>
                <c:pt idx="225" c:formatCode="yyyy/mm/dd">
                  <c:v>45635</c:v>
                </c:pt>
                <c:pt idx="226" c:formatCode="yyyy/mm/dd">
                  <c:v>45636</c:v>
                </c:pt>
              </c:numCache>
            </c:numRef>
          </c:cat>
          <c:val>
            <c:numRef>
              <c:f>'走势图 24'!$S$3:$S$278</c:f>
              <c:numCache>
                <c:formatCode>#,##0.00</c:formatCode>
                <c:ptCount val="276"/>
                <c:pt idx="0">
                  <c:v>0.922898</c:v>
                </c:pt>
                <c:pt idx="1">
                  <c:v>0.921308</c:v>
                </c:pt>
                <c:pt idx="2">
                  <c:v>0.920482</c:v>
                </c:pt>
                <c:pt idx="3">
                  <c:v>0.89003</c:v>
                </c:pt>
                <c:pt idx="4">
                  <c:v>0.815916</c:v>
                </c:pt>
                <c:pt idx="5">
                  <c:v>0.813895</c:v>
                </c:pt>
                <c:pt idx="6">
                  <c:v>0.814249</c:v>
                </c:pt>
                <c:pt idx="7">
                  <c:v>0.813977</c:v>
                </c:pt>
                <c:pt idx="8">
                  <c:v>0.783539</c:v>
                </c:pt>
                <c:pt idx="9">
                  <c:v>0.781555</c:v>
                </c:pt>
                <c:pt idx="10">
                  <c:v>0.780264</c:v>
                </c:pt>
                <c:pt idx="11">
                  <c:v>0.810984</c:v>
                </c:pt>
                <c:pt idx="12">
                  <c:v>0.77994</c:v>
                </c:pt>
                <c:pt idx="13">
                  <c:v>0.780354</c:v>
                </c:pt>
                <c:pt idx="14">
                  <c:v>0.809866</c:v>
                </c:pt>
                <c:pt idx="15">
                  <c:v>0.806977</c:v>
                </c:pt>
                <c:pt idx="16">
                  <c:v>0.775293</c:v>
                </c:pt>
                <c:pt idx="17">
                  <c:v>0.77193</c:v>
                </c:pt>
                <c:pt idx="18">
                  <c:v>0.765269</c:v>
                </c:pt>
                <c:pt idx="19">
                  <c:v>0.773887</c:v>
                </c:pt>
                <c:pt idx="20">
                  <c:v>0.774629</c:v>
                </c:pt>
                <c:pt idx="21">
                  <c:v>0.773155</c:v>
                </c:pt>
                <c:pt idx="22">
                  <c:v>0.772807</c:v>
                </c:pt>
                <c:pt idx="23">
                  <c:v>0.772298</c:v>
                </c:pt>
                <c:pt idx="24">
                  <c:v>0.76877</c:v>
                </c:pt>
                <c:pt idx="25">
                  <c:v>0.76533</c:v>
                </c:pt>
                <c:pt idx="26">
                  <c:v>0.766046</c:v>
                </c:pt>
                <c:pt idx="27">
                  <c:v>0.766588</c:v>
                </c:pt>
                <c:pt idx="28">
                  <c:v>0.75758</c:v>
                </c:pt>
                <c:pt idx="29">
                  <c:v>0.749979</c:v>
                </c:pt>
                <c:pt idx="30">
                  <c:v>0.745415</c:v>
                </c:pt>
                <c:pt idx="31">
                  <c:v>0.744125</c:v>
                </c:pt>
                <c:pt idx="32">
                  <c:v>0.744028</c:v>
                </c:pt>
                <c:pt idx="33">
                  <c:v>0.605701</c:v>
                </c:pt>
                <c:pt idx="34">
                  <c:v>0.604896</c:v>
                </c:pt>
                <c:pt idx="35">
                  <c:v>0.456708</c:v>
                </c:pt>
                <c:pt idx="36">
                  <c:v>0.448874</c:v>
                </c:pt>
                <c:pt idx="37">
                  <c:v>0.44941</c:v>
                </c:pt>
                <c:pt idx="38">
                  <c:v>0.603367</c:v>
                </c:pt>
                <c:pt idx="39">
                  <c:v>0.615111</c:v>
                </c:pt>
                <c:pt idx="40">
                  <c:v>0.615776</c:v>
                </c:pt>
                <c:pt idx="41">
                  <c:v>0.614448</c:v>
                </c:pt>
                <c:pt idx="42">
                  <c:v>0.612804</c:v>
                </c:pt>
                <c:pt idx="43">
                  <c:v>0.61122</c:v>
                </c:pt>
                <c:pt idx="44">
                  <c:v>0.612836</c:v>
                </c:pt>
                <c:pt idx="45">
                  <c:v>0.61202</c:v>
                </c:pt>
                <c:pt idx="46">
                  <c:v>0.610641</c:v>
                </c:pt>
                <c:pt idx="47">
                  <c:v>0.609778</c:v>
                </c:pt>
                <c:pt idx="48">
                  <c:v>0.60829</c:v>
                </c:pt>
                <c:pt idx="49">
                  <c:v>0.608659</c:v>
                </c:pt>
                <c:pt idx="50">
                  <c:v>0.607558</c:v>
                </c:pt>
                <c:pt idx="51">
                  <c:v>0.60706</c:v>
                </c:pt>
                <c:pt idx="52">
                  <c:v>0.607217</c:v>
                </c:pt>
                <c:pt idx="53">
                  <c:v>0.607501</c:v>
                </c:pt>
                <c:pt idx="54">
                  <c:v>0.606547</c:v>
                </c:pt>
                <c:pt idx="55">
                  <c:v>0.606243</c:v>
                </c:pt>
                <c:pt idx="56">
                  <c:v>0.605274</c:v>
                </c:pt>
                <c:pt idx="57">
                  <c:v>0.603127</c:v>
                </c:pt>
                <c:pt idx="58">
                  <c:v>0.600919</c:v>
                </c:pt>
                <c:pt idx="59">
                  <c:v>0.587722</c:v>
                </c:pt>
                <c:pt idx="60">
                  <c:v>0.586327</c:v>
                </c:pt>
                <c:pt idx="61">
                  <c:v>0.582834</c:v>
                </c:pt>
                <c:pt idx="62">
                  <c:v>0.525373</c:v>
                </c:pt>
                <c:pt idx="63">
                  <c:v>0.450644</c:v>
                </c:pt>
                <c:pt idx="64">
                  <c:v>0.449788</c:v>
                </c:pt>
                <c:pt idx="65">
                  <c:v>0.44946</c:v>
                </c:pt>
                <c:pt idx="66">
                  <c:v>0.436831</c:v>
                </c:pt>
                <c:pt idx="67">
                  <c:v>0.437207</c:v>
                </c:pt>
                <c:pt idx="68">
                  <c:v>0.435999</c:v>
                </c:pt>
                <c:pt idx="69">
                  <c:v>0.432773</c:v>
                </c:pt>
                <c:pt idx="70">
                  <c:v>0.43174</c:v>
                </c:pt>
                <c:pt idx="71">
                  <c:v>0.432792</c:v>
                </c:pt>
                <c:pt idx="72">
                  <c:v>0.43283</c:v>
                </c:pt>
                <c:pt idx="73">
                  <c:v>0.431783</c:v>
                </c:pt>
                <c:pt idx="74">
                  <c:v>0.430886</c:v>
                </c:pt>
                <c:pt idx="75">
                  <c:v>0.4301</c:v>
                </c:pt>
                <c:pt idx="76">
                  <c:v>0.430592</c:v>
                </c:pt>
                <c:pt idx="77">
                  <c:v>0.429705</c:v>
                </c:pt>
                <c:pt idx="78">
                  <c:v>0.426733</c:v>
                </c:pt>
                <c:pt idx="79">
                  <c:v>0.42654</c:v>
                </c:pt>
                <c:pt idx="80">
                  <c:v>0.434197</c:v>
                </c:pt>
                <c:pt idx="81">
                  <c:v>0.370199</c:v>
                </c:pt>
                <c:pt idx="82">
                  <c:v>0.369394</c:v>
                </c:pt>
                <c:pt idx="83">
                  <c:v>0.368156</c:v>
                </c:pt>
                <c:pt idx="84">
                  <c:v>0.368043</c:v>
                </c:pt>
                <c:pt idx="85">
                  <c:v>0.340823</c:v>
                </c:pt>
                <c:pt idx="86">
                  <c:v>0.340298</c:v>
                </c:pt>
                <c:pt idx="87">
                  <c:v>0.317162</c:v>
                </c:pt>
                <c:pt idx="88">
                  <c:v>0.35284</c:v>
                </c:pt>
                <c:pt idx="89">
                  <c:v>0.352642</c:v>
                </c:pt>
                <c:pt idx="90">
                  <c:v>0.330394</c:v>
                </c:pt>
                <c:pt idx="91">
                  <c:v>0.334916</c:v>
                </c:pt>
                <c:pt idx="92">
                  <c:v>0.38443</c:v>
                </c:pt>
                <c:pt idx="93">
                  <c:v>0.359477</c:v>
                </c:pt>
                <c:pt idx="94">
                  <c:v>0.360979</c:v>
                </c:pt>
                <c:pt idx="95">
                  <c:v>0.360199</c:v>
                </c:pt>
                <c:pt idx="96">
                  <c:v>0.360711</c:v>
                </c:pt>
                <c:pt idx="97">
                  <c:v>0.385459</c:v>
                </c:pt>
                <c:pt idx="98">
                  <c:v>0.383827</c:v>
                </c:pt>
                <c:pt idx="99">
                  <c:v>0.382851</c:v>
                </c:pt>
                <c:pt idx="100">
                  <c:v>0.382964</c:v>
                </c:pt>
                <c:pt idx="101">
                  <c:v>0.381692</c:v>
                </c:pt>
                <c:pt idx="102">
                  <c:v>0.380617</c:v>
                </c:pt>
                <c:pt idx="103">
                  <c:v>0.379726</c:v>
                </c:pt>
                <c:pt idx="104">
                  <c:v>0.378363</c:v>
                </c:pt>
                <c:pt idx="105">
                  <c:v>0.378463</c:v>
                </c:pt>
                <c:pt idx="106">
                  <c:v>0.378384</c:v>
                </c:pt>
                <c:pt idx="107">
                  <c:v>0.377702</c:v>
                </c:pt>
                <c:pt idx="108">
                  <c:v>0.376947</c:v>
                </c:pt>
                <c:pt idx="109">
                  <c:v>0.376412</c:v>
                </c:pt>
                <c:pt idx="110">
                  <c:v>0.40052</c:v>
                </c:pt>
                <c:pt idx="111">
                  <c:v>0.40017</c:v>
                </c:pt>
                <c:pt idx="112">
                  <c:v>0.449994</c:v>
                </c:pt>
                <c:pt idx="113">
                  <c:v>0.449123</c:v>
                </c:pt>
                <c:pt idx="114">
                  <c:v>0.446683</c:v>
                </c:pt>
                <c:pt idx="115">
                  <c:v>0.401147</c:v>
                </c:pt>
                <c:pt idx="116">
                  <c:v>0.397337</c:v>
                </c:pt>
                <c:pt idx="117">
                  <c:v>0.371296</c:v>
                </c:pt>
                <c:pt idx="118">
                  <c:v>0.370581</c:v>
                </c:pt>
                <c:pt idx="119">
                  <c:v>0.370514</c:v>
                </c:pt>
                <c:pt idx="120">
                  <c:v>0.370202</c:v>
                </c:pt>
                <c:pt idx="121">
                  <c:v>0.369314</c:v>
                </c:pt>
                <c:pt idx="122">
                  <c:v>0.437661</c:v>
                </c:pt>
                <c:pt idx="123">
                  <c:v>0.387876</c:v>
                </c:pt>
                <c:pt idx="124">
                  <c:v>0.390664</c:v>
                </c:pt>
                <c:pt idx="125">
                  <c:v>0.389658</c:v>
                </c:pt>
                <c:pt idx="126">
                  <c:v>0.389015</c:v>
                </c:pt>
                <c:pt idx="127">
                  <c:v>0.386871</c:v>
                </c:pt>
                <c:pt idx="128">
                  <c:v>0.386149</c:v>
                </c:pt>
                <c:pt idx="129">
                  <c:v>0.433252</c:v>
                </c:pt>
                <c:pt idx="130">
                  <c:v>0.431695</c:v>
                </c:pt>
                <c:pt idx="131">
                  <c:v>0.431437</c:v>
                </c:pt>
                <c:pt idx="132">
                  <c:v>0.433315</c:v>
                </c:pt>
                <c:pt idx="133">
                  <c:v>0.445658</c:v>
                </c:pt>
                <c:pt idx="134">
                  <c:v>0.467742</c:v>
                </c:pt>
                <c:pt idx="135">
                  <c:v>0.480506</c:v>
                </c:pt>
                <c:pt idx="136">
                  <c:v>0.480463</c:v>
                </c:pt>
                <c:pt idx="137">
                  <c:v>0.478062</c:v>
                </c:pt>
                <c:pt idx="138">
                  <c:v>0.484414</c:v>
                </c:pt>
                <c:pt idx="139">
                  <c:v>0.483723</c:v>
                </c:pt>
                <c:pt idx="140">
                  <c:v>0.488062</c:v>
                </c:pt>
                <c:pt idx="141">
                  <c:v>0.478834</c:v>
                </c:pt>
                <c:pt idx="142">
                  <c:v>0.485461</c:v>
                </c:pt>
                <c:pt idx="143">
                  <c:v>0.485423</c:v>
                </c:pt>
                <c:pt idx="144">
                  <c:v>0.48597</c:v>
                </c:pt>
                <c:pt idx="145">
                  <c:v>0.487576</c:v>
                </c:pt>
                <c:pt idx="146">
                  <c:v>0.495648</c:v>
                </c:pt>
                <c:pt idx="147">
                  <c:v>0.493028</c:v>
                </c:pt>
                <c:pt idx="148">
                  <c:v>0.491805</c:v>
                </c:pt>
                <c:pt idx="149">
                  <c:v>0.504982</c:v>
                </c:pt>
                <c:pt idx="150">
                  <c:v>0.506179</c:v>
                </c:pt>
                <c:pt idx="151">
                  <c:v>0.501022</c:v>
                </c:pt>
                <c:pt idx="152">
                  <c:v>0.498619</c:v>
                </c:pt>
                <c:pt idx="153">
                  <c:v>0.498006</c:v>
                </c:pt>
                <c:pt idx="154">
                  <c:v>0.497482</c:v>
                </c:pt>
                <c:pt idx="155">
                  <c:v>0.49589</c:v>
                </c:pt>
                <c:pt idx="156">
                  <c:v>0.495434</c:v>
                </c:pt>
                <c:pt idx="157">
                  <c:v>0.493929</c:v>
                </c:pt>
                <c:pt idx="158">
                  <c:v>0.481736</c:v>
                </c:pt>
                <c:pt idx="159">
                  <c:v>0.496167</c:v>
                </c:pt>
                <c:pt idx="160">
                  <c:v>0.497492</c:v>
                </c:pt>
                <c:pt idx="161">
                  <c:v>0.499497</c:v>
                </c:pt>
                <c:pt idx="162">
                  <c:v>0.498798</c:v>
                </c:pt>
                <c:pt idx="163">
                  <c:v>0.490024</c:v>
                </c:pt>
                <c:pt idx="164">
                  <c:v>0.49031</c:v>
                </c:pt>
                <c:pt idx="165">
                  <c:v>0.491879</c:v>
                </c:pt>
                <c:pt idx="166">
                  <c:v>0.494124</c:v>
                </c:pt>
                <c:pt idx="167">
                  <c:v>0.493363</c:v>
                </c:pt>
                <c:pt idx="168">
                  <c:v>0.495245</c:v>
                </c:pt>
                <c:pt idx="169">
                  <c:v>0.498972</c:v>
                </c:pt>
                <c:pt idx="170">
                  <c:v>0.502173</c:v>
                </c:pt>
                <c:pt idx="171">
                  <c:v>0.504639</c:v>
                </c:pt>
                <c:pt idx="172">
                  <c:v>0.5046</c:v>
                </c:pt>
                <c:pt idx="173">
                  <c:v>0.504034</c:v>
                </c:pt>
                <c:pt idx="174">
                  <c:v>0.503883</c:v>
                </c:pt>
                <c:pt idx="175">
                  <c:v>0.503541</c:v>
                </c:pt>
                <c:pt idx="176">
                  <c:v>0.498815</c:v>
                </c:pt>
                <c:pt idx="177">
                  <c:v>0.501199</c:v>
                </c:pt>
                <c:pt idx="178">
                  <c:v>0.478754</c:v>
                </c:pt>
                <c:pt idx="179">
                  <c:v>0.477584</c:v>
                </c:pt>
                <c:pt idx="180">
                  <c:v>0.429533</c:v>
                </c:pt>
                <c:pt idx="181">
                  <c:v>0.425173</c:v>
                </c:pt>
                <c:pt idx="182">
                  <c:v>0.458831</c:v>
                </c:pt>
                <c:pt idx="183">
                  <c:v>0.415177</c:v>
                </c:pt>
                <c:pt idx="184">
                  <c:v>0.455425</c:v>
                </c:pt>
                <c:pt idx="185">
                  <c:v>0.413262</c:v>
                </c:pt>
                <c:pt idx="186">
                  <c:v>0.418664</c:v>
                </c:pt>
                <c:pt idx="187">
                  <c:v>0.395661</c:v>
                </c:pt>
                <c:pt idx="188">
                  <c:v>0.395894</c:v>
                </c:pt>
                <c:pt idx="189">
                  <c:v>0.395307</c:v>
                </c:pt>
                <c:pt idx="190">
                  <c:v>0.394295</c:v>
                </c:pt>
                <c:pt idx="191">
                  <c:v>0.393559</c:v>
                </c:pt>
                <c:pt idx="192">
                  <c:v>0.393225</c:v>
                </c:pt>
                <c:pt idx="193">
                  <c:v>0.392216</c:v>
                </c:pt>
                <c:pt idx="194">
                  <c:v>0.393072</c:v>
                </c:pt>
                <c:pt idx="195">
                  <c:v>0.414709</c:v>
                </c:pt>
                <c:pt idx="196">
                  <c:v>0.413919</c:v>
                </c:pt>
                <c:pt idx="197">
                  <c:v>0.414245</c:v>
                </c:pt>
                <c:pt idx="198">
                  <c:v>0.435574</c:v>
                </c:pt>
                <c:pt idx="199">
                  <c:v>0.455044</c:v>
                </c:pt>
                <c:pt idx="200">
                  <c:v>0.44526</c:v>
                </c:pt>
                <c:pt idx="201">
                  <c:v>0.444586</c:v>
                </c:pt>
                <c:pt idx="202">
                  <c:v>0.44478</c:v>
                </c:pt>
                <c:pt idx="203">
                  <c:v>0.423572</c:v>
                </c:pt>
                <c:pt idx="204">
                  <c:v>0.426598</c:v>
                </c:pt>
                <c:pt idx="205">
                  <c:v>0.443607</c:v>
                </c:pt>
                <c:pt idx="206">
                  <c:v>0.443791</c:v>
                </c:pt>
                <c:pt idx="207">
                  <c:v>0.442533</c:v>
                </c:pt>
                <c:pt idx="208">
                  <c:v>0.442048</c:v>
                </c:pt>
                <c:pt idx="209">
                  <c:v>0.441485</c:v>
                </c:pt>
                <c:pt idx="210">
                  <c:v>0.439484</c:v>
                </c:pt>
                <c:pt idx="211">
                  <c:v>0.422221</c:v>
                </c:pt>
                <c:pt idx="212">
                  <c:v>0.422175</c:v>
                </c:pt>
                <c:pt idx="213">
                  <c:v>0.421602</c:v>
                </c:pt>
                <c:pt idx="214">
                  <c:v>0.454563</c:v>
                </c:pt>
                <c:pt idx="215">
                  <c:v>0.453411</c:v>
                </c:pt>
                <c:pt idx="216">
                  <c:v>0.46387</c:v>
                </c:pt>
                <c:pt idx="217">
                  <c:v>0.458191</c:v>
                </c:pt>
                <c:pt idx="218">
                  <c:v>0.453539</c:v>
                </c:pt>
                <c:pt idx="219">
                  <c:v>0.448037</c:v>
                </c:pt>
                <c:pt idx="220">
                  <c:v>0.441234</c:v>
                </c:pt>
                <c:pt idx="221">
                  <c:v>0.377217</c:v>
                </c:pt>
                <c:pt idx="222">
                  <c:v>0.326975</c:v>
                </c:pt>
                <c:pt idx="223">
                  <c:v>0.333379</c:v>
                </c:pt>
                <c:pt idx="224">
                  <c:v>0.332883</c:v>
                </c:pt>
                <c:pt idx="225">
                  <c:v>0.330897</c:v>
                </c:pt>
                <c:pt idx="226">
                  <c:v>0.330967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1175280544"/>
        <c:axId val="1175295520"/>
      </c:lineChart>
      <c:dateAx>
        <c:axId val="1175280544"/>
        <c:scaling>
          <c:orientation val="minMax"/>
        </c:scaling>
        <c:delete val="0"/>
        <c:axPos val="b"/>
        <c:numFmt formatCode="yyyy/mm/dd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</a:p>
        </c:txPr>
        <c:crossAx val="1175295520"/>
        <c:crosses val="autoZero"/>
        <c:auto val="1"/>
        <c:lblOffset val="100"/>
        <c:baseTimeUnit val="days"/>
        <c:majorUnit val="2"/>
        <c:majorTimeUnit val="months"/>
        <c:minorUnit val="30"/>
        <c:minorTimeUnit val="days"/>
      </c:dateAx>
      <c:valAx>
        <c:axId val="1175295520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dash"/>
              <a:round/>
            </a:ln>
            <a:effectLst/>
          </c:spPr>
        </c:majorGridlines>
        <c:numFmt formatCode="#,##0.00" sourceLinked="1"/>
        <c:majorTickMark val="out"/>
        <c:minorTickMark val="none"/>
        <c:tickLblPos val="nextTo"/>
        <c:spPr>
          <a:noFill/>
          <a:ln>
            <a:solidFill>
              <a:schemeClr val="bg1">
                <a:lumMod val="9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</a:p>
        </c:txPr>
        <c:crossAx val="1175280544"/>
        <c:crosses val="autoZero"/>
        <c:crossBetween val="between"/>
      </c:valAx>
      <c:dateAx>
        <c:axId val="1175306752"/>
        <c:scaling>
          <c:orientation val="minMax"/>
        </c:scaling>
        <c:delete val="1"/>
        <c:axPos val="b"/>
        <c:numFmt formatCode="yyyy/mm/dd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</a:p>
        </c:txPr>
        <c:crossAx val="1175282624"/>
        <c:crosses val="autoZero"/>
        <c:auto val="1"/>
        <c:lblOffset val="100"/>
        <c:baseTimeUnit val="days"/>
        <c:majorUnit val="1"/>
        <c:majorTimeUnit val="days"/>
        <c:minorUnit val="1"/>
        <c:minorTimeUnit val="days"/>
      </c:dateAx>
      <c:valAx>
        <c:axId val="1175282624"/>
        <c:scaling>
          <c:orientation val="minMax"/>
        </c:scaling>
        <c:delete val="0"/>
        <c:axPos val="r"/>
        <c:numFmt formatCode="#,##0" sourceLinked="0"/>
        <c:majorTickMark val="out"/>
        <c:minorTickMark val="none"/>
        <c:tickLblPos val="nextTo"/>
        <c:spPr>
          <a:noFill/>
          <a:ln>
            <a:solidFill>
              <a:schemeClr val="bg1">
                <a:lumMod val="8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</a:p>
        </c:txPr>
        <c:crossAx val="1175306752"/>
        <c:crosses val="max"/>
        <c:crossBetween val="between"/>
      </c:valAx>
      <c:spPr>
        <a:noFill/>
        <a:ln>
          <a:solidFill>
            <a:schemeClr val="tx1">
              <a:lumMod val="15000"/>
              <a:lumOff val="85000"/>
            </a:schemeClr>
          </a:solidFill>
          <a:prstDash val="dash"/>
        </a:ln>
        <a:effectLst/>
      </c:spPr>
    </c:plotArea>
    <c:legend>
      <c:legendPos val="t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ea"/>
              <a:sym typeface="+mn-lt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059eb24d-6e38-411c-98a5-ed2af0c2b764}"/>
      </c:ext>
    </c:extLst>
  </c:chart>
  <c:spPr>
    <a:noFill/>
    <a:ln>
      <a:noFill/>
    </a:ln>
    <a:effectLst/>
  </c:spPr>
  <c:txPr>
    <a:bodyPr/>
    <a:lstStyle/>
    <a:p>
      <a:pPr>
        <a:defRPr lang="zh-CN">
          <a:latin typeface="+mn-lt"/>
          <a:ea typeface="+mn-ea"/>
          <a:cs typeface="+mn-ea"/>
          <a:sym typeface="+mn-lt"/>
        </a:defRPr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r>
              <a:rPr lang="zh-CN" b="1"/>
              <a:t>组合穿透后转债和成本估值仓位走势图</a:t>
            </a:r>
            <a:endParaRPr lang="zh-CN" b="1"/>
          </a:p>
        </c:rich>
      </c:tx>
      <c:layout>
        <c:manualLayout>
          <c:xMode val="edge"/>
          <c:yMode val="edge"/>
          <c:x val="0.196837453419898"/>
          <c:y val="0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34100593708342"/>
          <c:y val="0.156829250510353"/>
          <c:w val="0.895881489607016"/>
          <c:h val="0.73577136191309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'走势图 24'!$M$1</c:f>
              <c:strCache>
                <c:ptCount val="1"/>
                <c:pt idx="0">
                  <c:v>成本估值占比(穿透)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numRef>
              <c:f>'走势图 24'!$E$3:$E$322</c:f>
              <c:numCache>
                <c:formatCode>yyyy/mm/dd</c:formatCode>
                <c:ptCount val="320"/>
                <c:pt idx="0" c:formatCode="yyyy/mm/dd">
                  <c:v>45293</c:v>
                </c:pt>
                <c:pt idx="1" c:formatCode="yyyy/mm/dd">
                  <c:v>45294</c:v>
                </c:pt>
                <c:pt idx="2" c:formatCode="yyyy/mm/dd">
                  <c:v>45295</c:v>
                </c:pt>
                <c:pt idx="3" c:formatCode="yyyy/mm/dd">
                  <c:v>45296</c:v>
                </c:pt>
                <c:pt idx="4" c:formatCode="yyyy/mm/dd">
                  <c:v>45299</c:v>
                </c:pt>
                <c:pt idx="5" c:formatCode="yyyy/mm/dd">
                  <c:v>45300</c:v>
                </c:pt>
                <c:pt idx="6" c:formatCode="yyyy/mm/dd">
                  <c:v>45301</c:v>
                </c:pt>
                <c:pt idx="7" c:formatCode="yyyy/mm/dd">
                  <c:v>45302</c:v>
                </c:pt>
                <c:pt idx="8" c:formatCode="yyyy/mm/dd">
                  <c:v>45303</c:v>
                </c:pt>
                <c:pt idx="9" c:formatCode="yyyy/mm/dd">
                  <c:v>45306</c:v>
                </c:pt>
                <c:pt idx="10" c:formatCode="yyyy/mm/dd">
                  <c:v>45307</c:v>
                </c:pt>
                <c:pt idx="11" c:formatCode="yyyy/mm/dd">
                  <c:v>45308</c:v>
                </c:pt>
                <c:pt idx="12" c:formatCode="yyyy/mm/dd">
                  <c:v>45309</c:v>
                </c:pt>
                <c:pt idx="13" c:formatCode="yyyy/mm/dd">
                  <c:v>45310</c:v>
                </c:pt>
                <c:pt idx="14" c:formatCode="yyyy/mm/dd">
                  <c:v>45313</c:v>
                </c:pt>
                <c:pt idx="15" c:formatCode="yyyy/mm/dd">
                  <c:v>45314</c:v>
                </c:pt>
                <c:pt idx="16" c:formatCode="yyyy/mm/dd">
                  <c:v>45315</c:v>
                </c:pt>
                <c:pt idx="17" c:formatCode="yyyy/mm/dd">
                  <c:v>45316</c:v>
                </c:pt>
                <c:pt idx="18" c:formatCode="yyyy/mm/dd">
                  <c:v>45317</c:v>
                </c:pt>
                <c:pt idx="19" c:formatCode="yyyy/mm/dd">
                  <c:v>45320</c:v>
                </c:pt>
                <c:pt idx="20" c:formatCode="yyyy/mm/dd">
                  <c:v>45321</c:v>
                </c:pt>
                <c:pt idx="21" c:formatCode="yyyy/mm/dd">
                  <c:v>45322</c:v>
                </c:pt>
                <c:pt idx="22" c:formatCode="yyyy/mm/dd">
                  <c:v>45323</c:v>
                </c:pt>
                <c:pt idx="23" c:formatCode="yyyy/mm/dd">
                  <c:v>45324</c:v>
                </c:pt>
                <c:pt idx="24" c:formatCode="yyyy/mm/dd">
                  <c:v>45327</c:v>
                </c:pt>
                <c:pt idx="25" c:formatCode="yyyy/mm/dd">
                  <c:v>45328</c:v>
                </c:pt>
                <c:pt idx="26" c:formatCode="yyyy/mm/dd">
                  <c:v>45329</c:v>
                </c:pt>
                <c:pt idx="27" c:formatCode="yyyy/mm/dd">
                  <c:v>45330</c:v>
                </c:pt>
                <c:pt idx="28" c:formatCode="yyyy/mm/dd">
                  <c:v>45341</c:v>
                </c:pt>
                <c:pt idx="29" c:formatCode="yyyy/mm/dd">
                  <c:v>45342</c:v>
                </c:pt>
                <c:pt idx="30" c:formatCode="yyyy/mm/dd">
                  <c:v>45343</c:v>
                </c:pt>
                <c:pt idx="31" c:formatCode="yyyy/mm/dd">
                  <c:v>45344</c:v>
                </c:pt>
                <c:pt idx="32" c:formatCode="yyyy/mm/dd">
                  <c:v>45345</c:v>
                </c:pt>
                <c:pt idx="33" c:formatCode="yyyy/mm/dd">
                  <c:v>45348</c:v>
                </c:pt>
                <c:pt idx="34" c:formatCode="yyyy/mm/dd">
                  <c:v>45349</c:v>
                </c:pt>
                <c:pt idx="35" c:formatCode="yyyy/mm/dd">
                  <c:v>45350</c:v>
                </c:pt>
                <c:pt idx="36" c:formatCode="yyyy/mm/dd">
                  <c:v>45351</c:v>
                </c:pt>
                <c:pt idx="37" c:formatCode="yyyy/mm/dd">
                  <c:v>45352</c:v>
                </c:pt>
                <c:pt idx="38" c:formatCode="yyyy/mm/dd">
                  <c:v>45355</c:v>
                </c:pt>
                <c:pt idx="39" c:formatCode="yyyy/mm/dd">
                  <c:v>45356</c:v>
                </c:pt>
                <c:pt idx="40" c:formatCode="yyyy/mm/dd">
                  <c:v>45357</c:v>
                </c:pt>
                <c:pt idx="41" c:formatCode="yyyy/mm/dd">
                  <c:v>45358</c:v>
                </c:pt>
                <c:pt idx="42" c:formatCode="yyyy/mm/dd">
                  <c:v>45359</c:v>
                </c:pt>
                <c:pt idx="43" c:formatCode="yyyy/mm/dd">
                  <c:v>45362</c:v>
                </c:pt>
                <c:pt idx="44" c:formatCode="yyyy/mm/dd">
                  <c:v>45363</c:v>
                </c:pt>
                <c:pt idx="45" c:formatCode="yyyy/mm/dd">
                  <c:v>45364</c:v>
                </c:pt>
                <c:pt idx="46" c:formatCode="yyyy/mm/dd">
                  <c:v>45365</c:v>
                </c:pt>
                <c:pt idx="47" c:formatCode="yyyy/mm/dd">
                  <c:v>45366</c:v>
                </c:pt>
                <c:pt idx="48" c:formatCode="yyyy/mm/dd">
                  <c:v>45369</c:v>
                </c:pt>
                <c:pt idx="49" c:formatCode="yyyy/mm/dd">
                  <c:v>45370</c:v>
                </c:pt>
                <c:pt idx="50" c:formatCode="yyyy/mm/dd">
                  <c:v>45371</c:v>
                </c:pt>
                <c:pt idx="51" c:formatCode="yyyy/mm/dd">
                  <c:v>45372</c:v>
                </c:pt>
                <c:pt idx="52" c:formatCode="yyyy/mm/dd">
                  <c:v>45373</c:v>
                </c:pt>
                <c:pt idx="53" c:formatCode="yyyy/mm/dd">
                  <c:v>45376</c:v>
                </c:pt>
                <c:pt idx="54" c:formatCode="yyyy/mm/dd">
                  <c:v>45377</c:v>
                </c:pt>
                <c:pt idx="55" c:formatCode="yyyy/mm/dd">
                  <c:v>45378</c:v>
                </c:pt>
                <c:pt idx="56" c:formatCode="yyyy/mm/dd">
                  <c:v>45379</c:v>
                </c:pt>
                <c:pt idx="57" c:formatCode="yyyy/mm/dd">
                  <c:v>45380</c:v>
                </c:pt>
                <c:pt idx="58" c:formatCode="yyyy/mm/dd">
                  <c:v>45383</c:v>
                </c:pt>
                <c:pt idx="59" c:formatCode="yyyy/mm/dd">
                  <c:v>45384</c:v>
                </c:pt>
                <c:pt idx="60" c:formatCode="yyyy/mm/dd">
                  <c:v>45385</c:v>
                </c:pt>
                <c:pt idx="61" c:formatCode="yyyy/mm/dd">
                  <c:v>45390</c:v>
                </c:pt>
                <c:pt idx="62" c:formatCode="yyyy/mm/dd">
                  <c:v>45391</c:v>
                </c:pt>
                <c:pt idx="63" c:formatCode="yyyy/mm/dd">
                  <c:v>45392</c:v>
                </c:pt>
                <c:pt idx="64" c:formatCode="yyyy/mm/dd">
                  <c:v>45393</c:v>
                </c:pt>
                <c:pt idx="65" c:formatCode="yyyy/mm/dd">
                  <c:v>45394</c:v>
                </c:pt>
                <c:pt idx="66" c:formatCode="yyyy/mm/dd">
                  <c:v>45397</c:v>
                </c:pt>
                <c:pt idx="67" c:formatCode="yyyy/mm/dd">
                  <c:v>45398</c:v>
                </c:pt>
                <c:pt idx="68" c:formatCode="yyyy/mm/dd">
                  <c:v>45399</c:v>
                </c:pt>
                <c:pt idx="69" c:formatCode="yyyy/mm/dd">
                  <c:v>45400</c:v>
                </c:pt>
                <c:pt idx="70" c:formatCode="yyyy/mm/dd">
                  <c:v>45401</c:v>
                </c:pt>
                <c:pt idx="71" c:formatCode="yyyy/mm/dd">
                  <c:v>45404</c:v>
                </c:pt>
                <c:pt idx="72" c:formatCode="yyyy/mm/dd">
                  <c:v>45405</c:v>
                </c:pt>
                <c:pt idx="73" c:formatCode="yyyy/mm/dd">
                  <c:v>45406</c:v>
                </c:pt>
                <c:pt idx="74" c:formatCode="yyyy/mm/dd">
                  <c:v>45407</c:v>
                </c:pt>
                <c:pt idx="75" c:formatCode="yyyy/mm/dd">
                  <c:v>45408</c:v>
                </c:pt>
                <c:pt idx="76" c:formatCode="yyyy/mm/dd">
                  <c:v>45411</c:v>
                </c:pt>
                <c:pt idx="77" c:formatCode="yyyy/mm/dd">
                  <c:v>45412</c:v>
                </c:pt>
                <c:pt idx="78" c:formatCode="yyyy/mm/dd">
                  <c:v>45418</c:v>
                </c:pt>
                <c:pt idx="79" c:formatCode="yyyy/mm/dd">
                  <c:v>45419</c:v>
                </c:pt>
                <c:pt idx="80" c:formatCode="yyyy/mm/dd">
                  <c:v>45420</c:v>
                </c:pt>
                <c:pt idx="81" c:formatCode="yyyy/mm/dd">
                  <c:v>45421</c:v>
                </c:pt>
                <c:pt idx="82" c:formatCode="yyyy/mm/dd">
                  <c:v>45422</c:v>
                </c:pt>
                <c:pt idx="83" c:formatCode="yyyy/mm/dd">
                  <c:v>45425</c:v>
                </c:pt>
                <c:pt idx="84" c:formatCode="yyyy/mm/dd">
                  <c:v>45426</c:v>
                </c:pt>
                <c:pt idx="85" c:formatCode="yyyy/mm/dd">
                  <c:v>45427</c:v>
                </c:pt>
                <c:pt idx="86" c:formatCode="yyyy/mm/dd">
                  <c:v>45428</c:v>
                </c:pt>
                <c:pt idx="87" c:formatCode="yyyy/mm/dd">
                  <c:v>45429</c:v>
                </c:pt>
                <c:pt idx="88" c:formatCode="yyyy/mm/dd">
                  <c:v>45432</c:v>
                </c:pt>
                <c:pt idx="89" c:formatCode="yyyy/mm/dd">
                  <c:v>45433</c:v>
                </c:pt>
                <c:pt idx="90" c:formatCode="yyyy/mm/dd">
                  <c:v>45434</c:v>
                </c:pt>
                <c:pt idx="91" c:formatCode="yyyy/mm/dd">
                  <c:v>45435</c:v>
                </c:pt>
                <c:pt idx="92" c:formatCode="yyyy/mm/dd">
                  <c:v>45436</c:v>
                </c:pt>
                <c:pt idx="93" c:formatCode="yyyy/mm/dd">
                  <c:v>45439</c:v>
                </c:pt>
                <c:pt idx="94" c:formatCode="yyyy/mm/dd">
                  <c:v>45440</c:v>
                </c:pt>
                <c:pt idx="95" c:formatCode="yyyy/mm/dd">
                  <c:v>45441</c:v>
                </c:pt>
                <c:pt idx="96" c:formatCode="yyyy/mm/dd">
                  <c:v>45442</c:v>
                </c:pt>
                <c:pt idx="97" c:formatCode="yyyy/mm/dd">
                  <c:v>45443</c:v>
                </c:pt>
                <c:pt idx="98" c:formatCode="yyyy/mm/dd">
                  <c:v>45446</c:v>
                </c:pt>
                <c:pt idx="99" c:formatCode="yyyy/mm/dd">
                  <c:v>45447</c:v>
                </c:pt>
                <c:pt idx="100" c:formatCode="yyyy/mm/dd">
                  <c:v>45448</c:v>
                </c:pt>
                <c:pt idx="101" c:formatCode="yyyy/mm/dd">
                  <c:v>45449</c:v>
                </c:pt>
                <c:pt idx="102" c:formatCode="yyyy/mm/dd">
                  <c:v>45450</c:v>
                </c:pt>
                <c:pt idx="103" c:formatCode="yyyy/mm/dd">
                  <c:v>45454</c:v>
                </c:pt>
                <c:pt idx="104" c:formatCode="yyyy/mm/dd">
                  <c:v>45455</c:v>
                </c:pt>
                <c:pt idx="105" c:formatCode="yyyy/mm/dd">
                  <c:v>45456</c:v>
                </c:pt>
                <c:pt idx="106" c:formatCode="yyyy/mm/dd">
                  <c:v>45457</c:v>
                </c:pt>
                <c:pt idx="107" c:formatCode="yyyy/mm/dd">
                  <c:v>45460</c:v>
                </c:pt>
                <c:pt idx="108" c:formatCode="yyyy/mm/dd">
                  <c:v>45461</c:v>
                </c:pt>
                <c:pt idx="109" c:formatCode="yyyy/mm/dd">
                  <c:v>45462</c:v>
                </c:pt>
                <c:pt idx="110" c:formatCode="yyyy/mm/dd">
                  <c:v>45463</c:v>
                </c:pt>
                <c:pt idx="111" c:formatCode="yyyy/mm/dd">
                  <c:v>45464</c:v>
                </c:pt>
                <c:pt idx="112" c:formatCode="yyyy/mm/dd">
                  <c:v>45467</c:v>
                </c:pt>
                <c:pt idx="113" c:formatCode="yyyy/mm/dd">
                  <c:v>45468</c:v>
                </c:pt>
                <c:pt idx="114" c:formatCode="yyyy/mm/dd">
                  <c:v>45469</c:v>
                </c:pt>
                <c:pt idx="115" c:formatCode="yyyy/mm/dd">
                  <c:v>45470</c:v>
                </c:pt>
                <c:pt idx="116" c:formatCode="yyyy/mm/dd">
                  <c:v>45471</c:v>
                </c:pt>
                <c:pt idx="117" c:formatCode="yyyy/mm/dd">
                  <c:v>45474</c:v>
                </c:pt>
                <c:pt idx="118" c:formatCode="yyyy/mm/dd">
                  <c:v>45475</c:v>
                </c:pt>
                <c:pt idx="119" c:formatCode="yyyy/mm/dd">
                  <c:v>45476</c:v>
                </c:pt>
                <c:pt idx="120" c:formatCode="yyyy/mm/dd">
                  <c:v>45477</c:v>
                </c:pt>
                <c:pt idx="121" c:formatCode="yyyy/mm/dd">
                  <c:v>45478</c:v>
                </c:pt>
                <c:pt idx="122" c:formatCode="yyyy/mm/dd">
                  <c:v>45481</c:v>
                </c:pt>
                <c:pt idx="123" c:formatCode="yyyy/mm/dd">
                  <c:v>45482</c:v>
                </c:pt>
                <c:pt idx="124" c:formatCode="yyyy/mm/dd">
                  <c:v>45483</c:v>
                </c:pt>
                <c:pt idx="125" c:formatCode="yyyy/mm/dd">
                  <c:v>45484</c:v>
                </c:pt>
                <c:pt idx="126" c:formatCode="yyyy/mm/dd">
                  <c:v>45485</c:v>
                </c:pt>
                <c:pt idx="127" c:formatCode="yyyy/mm/dd">
                  <c:v>45488</c:v>
                </c:pt>
                <c:pt idx="128" c:formatCode="yyyy/mm/dd">
                  <c:v>45489</c:v>
                </c:pt>
                <c:pt idx="129" c:formatCode="yyyy/mm/dd">
                  <c:v>45490</c:v>
                </c:pt>
                <c:pt idx="130" c:formatCode="yyyy/mm/dd">
                  <c:v>45491</c:v>
                </c:pt>
                <c:pt idx="131" c:formatCode="yyyy/mm/dd">
                  <c:v>45492</c:v>
                </c:pt>
                <c:pt idx="132" c:formatCode="yyyy/mm/dd">
                  <c:v>45495</c:v>
                </c:pt>
                <c:pt idx="133" c:formatCode="yyyy/mm/dd">
                  <c:v>45496</c:v>
                </c:pt>
                <c:pt idx="134" c:formatCode="yyyy/mm/dd">
                  <c:v>45497</c:v>
                </c:pt>
                <c:pt idx="135" c:formatCode="yyyy/mm/dd">
                  <c:v>45498</c:v>
                </c:pt>
                <c:pt idx="136" c:formatCode="yyyy/mm/dd">
                  <c:v>45499</c:v>
                </c:pt>
                <c:pt idx="137" c:formatCode="yyyy/mm/dd">
                  <c:v>45502</c:v>
                </c:pt>
                <c:pt idx="138" c:formatCode="yyyy/mm/dd">
                  <c:v>45503</c:v>
                </c:pt>
                <c:pt idx="139" c:formatCode="yyyy/mm/dd">
                  <c:v>45504</c:v>
                </c:pt>
                <c:pt idx="140" c:formatCode="yyyy/mm/dd">
                  <c:v>45505</c:v>
                </c:pt>
                <c:pt idx="141" c:formatCode="yyyy/mm/dd">
                  <c:v>45506</c:v>
                </c:pt>
                <c:pt idx="142" c:formatCode="yyyy/mm/dd">
                  <c:v>45509</c:v>
                </c:pt>
                <c:pt idx="143" c:formatCode="yyyy/mm/dd">
                  <c:v>45510</c:v>
                </c:pt>
                <c:pt idx="144" c:formatCode="yyyy/mm/dd">
                  <c:v>45511</c:v>
                </c:pt>
                <c:pt idx="145" c:formatCode="yyyy/mm/dd">
                  <c:v>45512</c:v>
                </c:pt>
                <c:pt idx="146" c:formatCode="yyyy/mm/dd">
                  <c:v>45513</c:v>
                </c:pt>
                <c:pt idx="147" c:formatCode="yyyy/mm/dd">
                  <c:v>45516</c:v>
                </c:pt>
                <c:pt idx="148" c:formatCode="yyyy/mm/dd">
                  <c:v>45517</c:v>
                </c:pt>
                <c:pt idx="149" c:formatCode="yyyy/mm/dd">
                  <c:v>45518</c:v>
                </c:pt>
                <c:pt idx="150" c:formatCode="yyyy/mm/dd">
                  <c:v>45519</c:v>
                </c:pt>
                <c:pt idx="151" c:formatCode="yyyy/mm/dd">
                  <c:v>45520</c:v>
                </c:pt>
                <c:pt idx="152" c:formatCode="yyyy/mm/dd">
                  <c:v>45523</c:v>
                </c:pt>
                <c:pt idx="153" c:formatCode="yyyy/mm/dd">
                  <c:v>45524</c:v>
                </c:pt>
                <c:pt idx="154" c:formatCode="yyyy/mm/dd">
                  <c:v>45525</c:v>
                </c:pt>
                <c:pt idx="155" c:formatCode="yyyy/mm/dd">
                  <c:v>45526</c:v>
                </c:pt>
                <c:pt idx="156" c:formatCode="yyyy/mm/dd">
                  <c:v>45527</c:v>
                </c:pt>
                <c:pt idx="157" c:formatCode="yyyy/mm/dd">
                  <c:v>45530</c:v>
                </c:pt>
                <c:pt idx="158" c:formatCode="yyyy/mm/dd">
                  <c:v>45531</c:v>
                </c:pt>
                <c:pt idx="159" c:formatCode="yyyy/mm/dd">
                  <c:v>45532</c:v>
                </c:pt>
                <c:pt idx="160" c:formatCode="yyyy/mm/dd">
                  <c:v>45533</c:v>
                </c:pt>
                <c:pt idx="161" c:formatCode="yyyy/mm/dd">
                  <c:v>45534</c:v>
                </c:pt>
                <c:pt idx="162" c:formatCode="yyyy/mm/dd">
                  <c:v>45537</c:v>
                </c:pt>
                <c:pt idx="163" c:formatCode="yyyy/mm/dd">
                  <c:v>45538</c:v>
                </c:pt>
                <c:pt idx="164" c:formatCode="yyyy/mm/dd">
                  <c:v>45539</c:v>
                </c:pt>
                <c:pt idx="165" c:formatCode="yyyy/mm/dd">
                  <c:v>45540</c:v>
                </c:pt>
                <c:pt idx="166" c:formatCode="yyyy/mm/dd">
                  <c:v>45541</c:v>
                </c:pt>
                <c:pt idx="167" c:formatCode="yyyy/mm/dd">
                  <c:v>45544</c:v>
                </c:pt>
                <c:pt idx="168" c:formatCode="yyyy/mm/dd">
                  <c:v>45545</c:v>
                </c:pt>
                <c:pt idx="169" c:formatCode="yyyy/mm/dd">
                  <c:v>45546</c:v>
                </c:pt>
                <c:pt idx="170" c:formatCode="yyyy/mm/dd">
                  <c:v>45547</c:v>
                </c:pt>
                <c:pt idx="171" c:formatCode="yyyy/mm/dd">
                  <c:v>45548</c:v>
                </c:pt>
                <c:pt idx="172" c:formatCode="yyyy/mm/dd">
                  <c:v>45553</c:v>
                </c:pt>
                <c:pt idx="173" c:formatCode="yyyy/mm/dd">
                  <c:v>45554</c:v>
                </c:pt>
                <c:pt idx="174" c:formatCode="yyyy/mm/dd">
                  <c:v>45555</c:v>
                </c:pt>
                <c:pt idx="175" c:formatCode="yyyy/mm/dd">
                  <c:v>45558</c:v>
                </c:pt>
                <c:pt idx="176" c:formatCode="yyyy/mm/dd">
                  <c:v>45559</c:v>
                </c:pt>
                <c:pt idx="177" c:formatCode="yyyy/mm/dd">
                  <c:v>45560</c:v>
                </c:pt>
                <c:pt idx="178" c:formatCode="yyyy/mm/dd">
                  <c:v>45561</c:v>
                </c:pt>
                <c:pt idx="179" c:formatCode="yyyy/mm/dd">
                  <c:v>45562</c:v>
                </c:pt>
                <c:pt idx="180" c:formatCode="yyyy/mm/dd">
                  <c:v>45565</c:v>
                </c:pt>
                <c:pt idx="181" c:formatCode="yyyy/mm/dd">
                  <c:v>45573</c:v>
                </c:pt>
                <c:pt idx="182" c:formatCode="yyyy/mm/dd">
                  <c:v>45574</c:v>
                </c:pt>
                <c:pt idx="183" c:formatCode="yyyy/mm/dd">
                  <c:v>45575</c:v>
                </c:pt>
                <c:pt idx="184" c:formatCode="yyyy/mm/dd">
                  <c:v>45576</c:v>
                </c:pt>
                <c:pt idx="185" c:formatCode="yyyy/mm/dd">
                  <c:v>45579</c:v>
                </c:pt>
                <c:pt idx="186" c:formatCode="yyyy/mm/dd">
                  <c:v>45580</c:v>
                </c:pt>
                <c:pt idx="187" c:formatCode="yyyy/mm/dd">
                  <c:v>45581</c:v>
                </c:pt>
                <c:pt idx="188" c:formatCode="yyyy/mm/dd">
                  <c:v>45582</c:v>
                </c:pt>
                <c:pt idx="189" c:formatCode="yyyy/mm/dd">
                  <c:v>45583</c:v>
                </c:pt>
                <c:pt idx="190" c:formatCode="yyyy/mm/dd">
                  <c:v>45586</c:v>
                </c:pt>
                <c:pt idx="191" c:formatCode="yyyy/mm/dd">
                  <c:v>45587</c:v>
                </c:pt>
                <c:pt idx="192" c:formatCode="yyyy/mm/dd">
                  <c:v>45588</c:v>
                </c:pt>
                <c:pt idx="193" c:formatCode="yyyy/mm/dd">
                  <c:v>45589</c:v>
                </c:pt>
                <c:pt idx="194" c:formatCode="yyyy/mm/dd">
                  <c:v>45590</c:v>
                </c:pt>
                <c:pt idx="195" c:formatCode="yyyy/mm/dd">
                  <c:v>45593</c:v>
                </c:pt>
                <c:pt idx="196" c:formatCode="yyyy/mm/dd">
                  <c:v>45594</c:v>
                </c:pt>
                <c:pt idx="197" c:formatCode="yyyy/mm/dd">
                  <c:v>45595</c:v>
                </c:pt>
                <c:pt idx="198" c:formatCode="yyyy/mm/dd">
                  <c:v>45596</c:v>
                </c:pt>
                <c:pt idx="199" c:formatCode="yyyy/mm/dd">
                  <c:v>45597</c:v>
                </c:pt>
                <c:pt idx="200" c:formatCode="yyyy/mm/dd">
                  <c:v>45600</c:v>
                </c:pt>
                <c:pt idx="201" c:formatCode="yyyy/mm/dd">
                  <c:v>45601</c:v>
                </c:pt>
                <c:pt idx="202" c:formatCode="yyyy/mm/dd">
                  <c:v>45602</c:v>
                </c:pt>
                <c:pt idx="203" c:formatCode="yyyy/mm/dd">
                  <c:v>45603</c:v>
                </c:pt>
                <c:pt idx="204" c:formatCode="yyyy/mm/dd">
                  <c:v>45604</c:v>
                </c:pt>
                <c:pt idx="205" c:formatCode="yyyy/mm/dd">
                  <c:v>45607</c:v>
                </c:pt>
                <c:pt idx="206" c:formatCode="yyyy/mm/dd">
                  <c:v>45608</c:v>
                </c:pt>
                <c:pt idx="207" c:formatCode="yyyy/mm/dd">
                  <c:v>45609</c:v>
                </c:pt>
                <c:pt idx="208" c:formatCode="yyyy/mm/dd">
                  <c:v>45610</c:v>
                </c:pt>
                <c:pt idx="209" c:formatCode="yyyy/mm/dd">
                  <c:v>45611</c:v>
                </c:pt>
                <c:pt idx="210" c:formatCode="yyyy/mm/dd">
                  <c:v>45614</c:v>
                </c:pt>
                <c:pt idx="211" c:formatCode="yyyy/mm/dd">
                  <c:v>45615</c:v>
                </c:pt>
                <c:pt idx="212" c:formatCode="yyyy/mm/dd">
                  <c:v>45616</c:v>
                </c:pt>
                <c:pt idx="213" c:formatCode="yyyy/mm/dd">
                  <c:v>45617</c:v>
                </c:pt>
                <c:pt idx="214" c:formatCode="yyyy/mm/dd">
                  <c:v>45618</c:v>
                </c:pt>
                <c:pt idx="215" c:formatCode="yyyy/mm/dd">
                  <c:v>45621</c:v>
                </c:pt>
                <c:pt idx="216" c:formatCode="yyyy/mm/dd">
                  <c:v>45622</c:v>
                </c:pt>
                <c:pt idx="217" c:formatCode="yyyy/mm/dd">
                  <c:v>45623</c:v>
                </c:pt>
                <c:pt idx="218" c:formatCode="yyyy/mm/dd">
                  <c:v>45624</c:v>
                </c:pt>
                <c:pt idx="219" c:formatCode="yyyy/mm/dd">
                  <c:v>45625</c:v>
                </c:pt>
                <c:pt idx="220" c:formatCode="yyyy/mm/dd">
                  <c:v>45628</c:v>
                </c:pt>
                <c:pt idx="221" c:formatCode="yyyy/mm/dd">
                  <c:v>45629</c:v>
                </c:pt>
                <c:pt idx="222" c:formatCode="yyyy/mm/dd">
                  <c:v>45630</c:v>
                </c:pt>
                <c:pt idx="223" c:formatCode="yyyy/mm/dd">
                  <c:v>45631</c:v>
                </c:pt>
                <c:pt idx="224" c:formatCode="yyyy/mm/dd">
                  <c:v>45632</c:v>
                </c:pt>
                <c:pt idx="225" c:formatCode="yyyy/mm/dd">
                  <c:v>45635</c:v>
                </c:pt>
                <c:pt idx="226" c:formatCode="yyyy/mm/dd">
                  <c:v>45636</c:v>
                </c:pt>
              </c:numCache>
            </c:numRef>
          </c:cat>
          <c:val>
            <c:numRef>
              <c:f>'走势图 24'!$M$3:$M$322</c:f>
              <c:numCache>
                <c:formatCode>0.00%</c:formatCode>
                <c:ptCount val="320"/>
                <c:pt idx="0">
                  <c:v>0.45845</c:v>
                </c:pt>
                <c:pt idx="1">
                  <c:v>0.458367</c:v>
                </c:pt>
                <c:pt idx="2">
                  <c:v>0.458451</c:v>
                </c:pt>
                <c:pt idx="3">
                  <c:v>0.458416</c:v>
                </c:pt>
                <c:pt idx="4">
                  <c:v>0.459128</c:v>
                </c:pt>
                <c:pt idx="5">
                  <c:v>0.458987</c:v>
                </c:pt>
                <c:pt idx="6">
                  <c:v>0.459315</c:v>
                </c:pt>
                <c:pt idx="7">
                  <c:v>0.45963</c:v>
                </c:pt>
                <c:pt idx="8">
                  <c:v>0.459074</c:v>
                </c:pt>
                <c:pt idx="9">
                  <c:v>0.458874</c:v>
                </c:pt>
                <c:pt idx="10">
                  <c:v>0.458429</c:v>
                </c:pt>
                <c:pt idx="11">
                  <c:v>0.459824</c:v>
                </c:pt>
                <c:pt idx="12">
                  <c:v>0.459921</c:v>
                </c:pt>
                <c:pt idx="13">
                  <c:v>0.460197</c:v>
                </c:pt>
                <c:pt idx="14">
                  <c:v>0.461613</c:v>
                </c:pt>
                <c:pt idx="15">
                  <c:v>0.461473</c:v>
                </c:pt>
                <c:pt idx="16">
                  <c:v>0.459685</c:v>
                </c:pt>
                <c:pt idx="17">
                  <c:v>0.457402</c:v>
                </c:pt>
                <c:pt idx="18">
                  <c:v>0.456274</c:v>
                </c:pt>
                <c:pt idx="19">
                  <c:v>0.458342</c:v>
                </c:pt>
                <c:pt idx="20">
                  <c:v>0.459431</c:v>
                </c:pt>
                <c:pt idx="21">
                  <c:v>0.45943</c:v>
                </c:pt>
                <c:pt idx="22">
                  <c:v>0.459988</c:v>
                </c:pt>
                <c:pt idx="23">
                  <c:v>0.460122</c:v>
                </c:pt>
                <c:pt idx="24">
                  <c:v>0.459524</c:v>
                </c:pt>
                <c:pt idx="25">
                  <c:v>0.457926</c:v>
                </c:pt>
                <c:pt idx="26">
                  <c:v>0.456933</c:v>
                </c:pt>
                <c:pt idx="27">
                  <c:v>0.456659</c:v>
                </c:pt>
                <c:pt idx="28">
                  <c:v>0.454344</c:v>
                </c:pt>
                <c:pt idx="29">
                  <c:v>0.45332</c:v>
                </c:pt>
                <c:pt idx="30">
                  <c:v>0.452518</c:v>
                </c:pt>
                <c:pt idx="31">
                  <c:v>0.451384</c:v>
                </c:pt>
                <c:pt idx="32">
                  <c:v>0.451094</c:v>
                </c:pt>
                <c:pt idx="33">
                  <c:v>0.454919</c:v>
                </c:pt>
                <c:pt idx="34">
                  <c:v>0.454471</c:v>
                </c:pt>
                <c:pt idx="35">
                  <c:v>0.454926</c:v>
                </c:pt>
                <c:pt idx="36">
                  <c:v>0.447538</c:v>
                </c:pt>
                <c:pt idx="37">
                  <c:v>0.447223</c:v>
                </c:pt>
                <c:pt idx="38">
                  <c:v>0.446407</c:v>
                </c:pt>
                <c:pt idx="39">
                  <c:v>0.445488</c:v>
                </c:pt>
                <c:pt idx="40">
                  <c:v>0.445602</c:v>
                </c:pt>
                <c:pt idx="41">
                  <c:v>0.444974</c:v>
                </c:pt>
                <c:pt idx="42">
                  <c:v>0.444189</c:v>
                </c:pt>
                <c:pt idx="43">
                  <c:v>0.444407</c:v>
                </c:pt>
                <c:pt idx="44">
                  <c:v>0.44625</c:v>
                </c:pt>
                <c:pt idx="45">
                  <c:v>0.446366</c:v>
                </c:pt>
                <c:pt idx="46">
                  <c:v>0.445939</c:v>
                </c:pt>
                <c:pt idx="47">
                  <c:v>0.467713</c:v>
                </c:pt>
                <c:pt idx="48">
                  <c:v>0.474876</c:v>
                </c:pt>
                <c:pt idx="49">
                  <c:v>0.475472</c:v>
                </c:pt>
                <c:pt idx="50">
                  <c:v>0.47495</c:v>
                </c:pt>
                <c:pt idx="51">
                  <c:v>0.474825</c:v>
                </c:pt>
                <c:pt idx="52">
                  <c:v>0.490157</c:v>
                </c:pt>
                <c:pt idx="53">
                  <c:v>0.491988</c:v>
                </c:pt>
                <c:pt idx="54">
                  <c:v>0.491729</c:v>
                </c:pt>
                <c:pt idx="55">
                  <c:v>0.491945</c:v>
                </c:pt>
                <c:pt idx="56">
                  <c:v>0.491687</c:v>
                </c:pt>
                <c:pt idx="57">
                  <c:v>0.534558</c:v>
                </c:pt>
                <c:pt idx="58">
                  <c:v>0.534123</c:v>
                </c:pt>
                <c:pt idx="59">
                  <c:v>0.533558</c:v>
                </c:pt>
                <c:pt idx="60">
                  <c:v>0.532613</c:v>
                </c:pt>
                <c:pt idx="61">
                  <c:v>0.531964</c:v>
                </c:pt>
                <c:pt idx="62">
                  <c:v>0.532761</c:v>
                </c:pt>
                <c:pt idx="63">
                  <c:v>0.532036</c:v>
                </c:pt>
                <c:pt idx="64">
                  <c:v>0.53149</c:v>
                </c:pt>
                <c:pt idx="65">
                  <c:v>0.531499</c:v>
                </c:pt>
                <c:pt idx="66">
                  <c:v>0.529082</c:v>
                </c:pt>
                <c:pt idx="67">
                  <c:v>0.530184</c:v>
                </c:pt>
                <c:pt idx="68">
                  <c:v>0.528308</c:v>
                </c:pt>
                <c:pt idx="69">
                  <c:v>0.527826</c:v>
                </c:pt>
                <c:pt idx="70">
                  <c:v>0.527872</c:v>
                </c:pt>
                <c:pt idx="71">
                  <c:v>0.529219</c:v>
                </c:pt>
                <c:pt idx="72">
                  <c:v>0.530641</c:v>
                </c:pt>
                <c:pt idx="73">
                  <c:v>0.530268</c:v>
                </c:pt>
                <c:pt idx="74">
                  <c:v>0.529733</c:v>
                </c:pt>
                <c:pt idx="75">
                  <c:v>0.529571</c:v>
                </c:pt>
                <c:pt idx="76">
                  <c:v>0.532666</c:v>
                </c:pt>
                <c:pt idx="77">
                  <c:v>0.531828</c:v>
                </c:pt>
                <c:pt idx="78">
                  <c:v>0.530983</c:v>
                </c:pt>
                <c:pt idx="79">
                  <c:v>0.53082</c:v>
                </c:pt>
                <c:pt idx="80">
                  <c:v>0.530831</c:v>
                </c:pt>
                <c:pt idx="81">
                  <c:v>0.529771</c:v>
                </c:pt>
                <c:pt idx="82">
                  <c:v>0.529054</c:v>
                </c:pt>
                <c:pt idx="83">
                  <c:v>0.529018</c:v>
                </c:pt>
                <c:pt idx="84">
                  <c:v>0.529193</c:v>
                </c:pt>
                <c:pt idx="85">
                  <c:v>0.529831</c:v>
                </c:pt>
                <c:pt idx="86">
                  <c:v>0.529499</c:v>
                </c:pt>
                <c:pt idx="87">
                  <c:v>0.528517</c:v>
                </c:pt>
                <c:pt idx="88">
                  <c:v>0.526881</c:v>
                </c:pt>
                <c:pt idx="89">
                  <c:v>0.527221</c:v>
                </c:pt>
                <c:pt idx="90">
                  <c:v>0.527462</c:v>
                </c:pt>
                <c:pt idx="91">
                  <c:v>0.528494</c:v>
                </c:pt>
                <c:pt idx="92">
                  <c:v>0.528523</c:v>
                </c:pt>
                <c:pt idx="93">
                  <c:v>0.526488</c:v>
                </c:pt>
                <c:pt idx="94">
                  <c:v>0.529345</c:v>
                </c:pt>
                <c:pt idx="95">
                  <c:v>0.528928</c:v>
                </c:pt>
                <c:pt idx="96">
                  <c:v>0.530384</c:v>
                </c:pt>
                <c:pt idx="97">
                  <c:v>0.530486</c:v>
                </c:pt>
                <c:pt idx="98">
                  <c:v>0.530708</c:v>
                </c:pt>
                <c:pt idx="99">
                  <c:v>0.530135</c:v>
                </c:pt>
                <c:pt idx="100">
                  <c:v>0.530983</c:v>
                </c:pt>
                <c:pt idx="101">
                  <c:v>0.529905</c:v>
                </c:pt>
                <c:pt idx="102">
                  <c:v>0.518198</c:v>
                </c:pt>
                <c:pt idx="103">
                  <c:v>0.520035</c:v>
                </c:pt>
                <c:pt idx="104">
                  <c:v>0.518875</c:v>
                </c:pt>
                <c:pt idx="105">
                  <c:v>0.519601</c:v>
                </c:pt>
                <c:pt idx="106">
                  <c:v>0.520171</c:v>
                </c:pt>
                <c:pt idx="107">
                  <c:v>0.514125</c:v>
                </c:pt>
                <c:pt idx="108">
                  <c:v>0.513807</c:v>
                </c:pt>
                <c:pt idx="109">
                  <c:v>0.513325</c:v>
                </c:pt>
                <c:pt idx="110">
                  <c:v>0.512796</c:v>
                </c:pt>
                <c:pt idx="111">
                  <c:v>0.513201</c:v>
                </c:pt>
                <c:pt idx="112">
                  <c:v>0.516167</c:v>
                </c:pt>
                <c:pt idx="113">
                  <c:v>0.516063</c:v>
                </c:pt>
                <c:pt idx="114">
                  <c:v>0.516097</c:v>
                </c:pt>
                <c:pt idx="115">
                  <c:v>0.516389</c:v>
                </c:pt>
                <c:pt idx="116">
                  <c:v>0.514697</c:v>
                </c:pt>
                <c:pt idx="117">
                  <c:v>0.512447</c:v>
                </c:pt>
                <c:pt idx="118">
                  <c:v>0.512096</c:v>
                </c:pt>
                <c:pt idx="119">
                  <c:v>0.512656</c:v>
                </c:pt>
                <c:pt idx="120">
                  <c:v>0.512719</c:v>
                </c:pt>
                <c:pt idx="121">
                  <c:v>0.513043</c:v>
                </c:pt>
                <c:pt idx="122">
                  <c:v>0.512509</c:v>
                </c:pt>
                <c:pt idx="123">
                  <c:v>0.511443</c:v>
                </c:pt>
                <c:pt idx="124">
                  <c:v>0.513381</c:v>
                </c:pt>
                <c:pt idx="125">
                  <c:v>0.512377</c:v>
                </c:pt>
                <c:pt idx="126">
                  <c:v>0.512774</c:v>
                </c:pt>
                <c:pt idx="127">
                  <c:v>0.511397</c:v>
                </c:pt>
                <c:pt idx="128">
                  <c:v>0.511162</c:v>
                </c:pt>
                <c:pt idx="129">
                  <c:v>0.512753</c:v>
                </c:pt>
                <c:pt idx="130">
                  <c:v>0.51177</c:v>
                </c:pt>
                <c:pt idx="131">
                  <c:v>0.512439</c:v>
                </c:pt>
                <c:pt idx="132">
                  <c:v>0.513543</c:v>
                </c:pt>
                <c:pt idx="133">
                  <c:v>0.514696</c:v>
                </c:pt>
                <c:pt idx="134">
                  <c:v>0.517152</c:v>
                </c:pt>
                <c:pt idx="135">
                  <c:v>0.518731</c:v>
                </c:pt>
                <c:pt idx="136">
                  <c:v>0.518715</c:v>
                </c:pt>
                <c:pt idx="137">
                  <c:v>0.518093</c:v>
                </c:pt>
                <c:pt idx="138">
                  <c:v>0.519317</c:v>
                </c:pt>
                <c:pt idx="139">
                  <c:v>0.518443</c:v>
                </c:pt>
                <c:pt idx="140">
                  <c:v>0.518319</c:v>
                </c:pt>
                <c:pt idx="141">
                  <c:v>0.509257</c:v>
                </c:pt>
                <c:pt idx="142">
                  <c:v>0.510595</c:v>
                </c:pt>
                <c:pt idx="143">
                  <c:v>0.511142</c:v>
                </c:pt>
                <c:pt idx="144">
                  <c:v>0.510463</c:v>
                </c:pt>
                <c:pt idx="145">
                  <c:v>0.510977</c:v>
                </c:pt>
                <c:pt idx="146">
                  <c:v>0.510845</c:v>
                </c:pt>
                <c:pt idx="147">
                  <c:v>0.510797</c:v>
                </c:pt>
                <c:pt idx="148">
                  <c:v>0.510395</c:v>
                </c:pt>
                <c:pt idx="149">
                  <c:v>0.510627</c:v>
                </c:pt>
                <c:pt idx="150">
                  <c:v>0.509737</c:v>
                </c:pt>
                <c:pt idx="151">
                  <c:v>0.506028</c:v>
                </c:pt>
                <c:pt idx="152">
                  <c:v>0.504678</c:v>
                </c:pt>
                <c:pt idx="153">
                  <c:v>0.505649</c:v>
                </c:pt>
                <c:pt idx="154">
                  <c:v>0.505843</c:v>
                </c:pt>
                <c:pt idx="155">
                  <c:v>0.505483</c:v>
                </c:pt>
                <c:pt idx="156">
                  <c:v>0.505497</c:v>
                </c:pt>
                <c:pt idx="157">
                  <c:v>0.505073</c:v>
                </c:pt>
                <c:pt idx="158">
                  <c:v>0.507437</c:v>
                </c:pt>
                <c:pt idx="159">
                  <c:v>0.507819</c:v>
                </c:pt>
                <c:pt idx="160">
                  <c:v>0.509296</c:v>
                </c:pt>
                <c:pt idx="161">
                  <c:v>0.509531</c:v>
                </c:pt>
                <c:pt idx="162">
                  <c:v>0.509507</c:v>
                </c:pt>
                <c:pt idx="163">
                  <c:v>0.500989</c:v>
                </c:pt>
                <c:pt idx="164">
                  <c:v>0.501913</c:v>
                </c:pt>
                <c:pt idx="165">
                  <c:v>0.502359</c:v>
                </c:pt>
                <c:pt idx="166">
                  <c:v>0.502881</c:v>
                </c:pt>
                <c:pt idx="167">
                  <c:v>0.504294</c:v>
                </c:pt>
                <c:pt idx="168">
                  <c:v>0.503933</c:v>
                </c:pt>
                <c:pt idx="169">
                  <c:v>0.505625</c:v>
                </c:pt>
                <c:pt idx="170">
                  <c:v>0.505287</c:v>
                </c:pt>
                <c:pt idx="171">
                  <c:v>0.505072</c:v>
                </c:pt>
                <c:pt idx="172">
                  <c:v>0.503651</c:v>
                </c:pt>
                <c:pt idx="173">
                  <c:v>0.502887</c:v>
                </c:pt>
                <c:pt idx="174">
                  <c:v>0.502243</c:v>
                </c:pt>
                <c:pt idx="175">
                  <c:v>0.503891</c:v>
                </c:pt>
                <c:pt idx="176">
                  <c:v>0.500057</c:v>
                </c:pt>
                <c:pt idx="177">
                  <c:v>0.499201</c:v>
                </c:pt>
                <c:pt idx="178">
                  <c:v>0.496377</c:v>
                </c:pt>
                <c:pt idx="179">
                  <c:v>0.494907</c:v>
                </c:pt>
                <c:pt idx="180">
                  <c:v>0.488273</c:v>
                </c:pt>
                <c:pt idx="181">
                  <c:v>0.486703</c:v>
                </c:pt>
                <c:pt idx="182">
                  <c:v>0.484999</c:v>
                </c:pt>
                <c:pt idx="183">
                  <c:v>0.48209</c:v>
                </c:pt>
                <c:pt idx="184">
                  <c:v>0.483171</c:v>
                </c:pt>
                <c:pt idx="185">
                  <c:v>0.480348</c:v>
                </c:pt>
                <c:pt idx="186">
                  <c:v>0.483085</c:v>
                </c:pt>
                <c:pt idx="187">
                  <c:v>0.482385</c:v>
                </c:pt>
                <c:pt idx="188">
                  <c:v>0.483343</c:v>
                </c:pt>
                <c:pt idx="189">
                  <c:v>0.481841</c:v>
                </c:pt>
                <c:pt idx="190">
                  <c:v>0.481685</c:v>
                </c:pt>
                <c:pt idx="191">
                  <c:v>0.481079</c:v>
                </c:pt>
                <c:pt idx="192">
                  <c:v>0.48101</c:v>
                </c:pt>
                <c:pt idx="193">
                  <c:v>0.48167</c:v>
                </c:pt>
                <c:pt idx="194">
                  <c:v>0.482324</c:v>
                </c:pt>
                <c:pt idx="195">
                  <c:v>0.484903</c:v>
                </c:pt>
                <c:pt idx="196">
                  <c:v>0.485457</c:v>
                </c:pt>
                <c:pt idx="197">
                  <c:v>0.48653</c:v>
                </c:pt>
                <c:pt idx="198">
                  <c:v>0.487193</c:v>
                </c:pt>
                <c:pt idx="199">
                  <c:v>0.485894</c:v>
                </c:pt>
                <c:pt idx="200">
                  <c:v>0.476451</c:v>
                </c:pt>
                <c:pt idx="201">
                  <c:v>0.475173</c:v>
                </c:pt>
                <c:pt idx="202">
                  <c:v>0.475973</c:v>
                </c:pt>
                <c:pt idx="203">
                  <c:v>0.47432</c:v>
                </c:pt>
                <c:pt idx="204">
                  <c:v>0.475075</c:v>
                </c:pt>
                <c:pt idx="205">
                  <c:v>0.475766</c:v>
                </c:pt>
                <c:pt idx="206">
                  <c:v>0.476855</c:v>
                </c:pt>
                <c:pt idx="207">
                  <c:v>0.47604</c:v>
                </c:pt>
                <c:pt idx="208">
                  <c:v>0.477182</c:v>
                </c:pt>
                <c:pt idx="209">
                  <c:v>0.477665</c:v>
                </c:pt>
                <c:pt idx="210">
                  <c:v>0.47765</c:v>
                </c:pt>
                <c:pt idx="211">
                  <c:v>0.477165</c:v>
                </c:pt>
                <c:pt idx="212">
                  <c:v>0.476725</c:v>
                </c:pt>
                <c:pt idx="213">
                  <c:v>0.476504</c:v>
                </c:pt>
                <c:pt idx="214">
                  <c:v>0.478917</c:v>
                </c:pt>
                <c:pt idx="215">
                  <c:v>0.479196</c:v>
                </c:pt>
                <c:pt idx="216">
                  <c:v>0.481717</c:v>
                </c:pt>
                <c:pt idx="217">
                  <c:v>0.480472</c:v>
                </c:pt>
                <c:pt idx="218">
                  <c:v>0.48111</c:v>
                </c:pt>
                <c:pt idx="219">
                  <c:v>0.480161</c:v>
                </c:pt>
                <c:pt idx="220">
                  <c:v>0.479619</c:v>
                </c:pt>
                <c:pt idx="221">
                  <c:v>0.470267</c:v>
                </c:pt>
                <c:pt idx="222">
                  <c:v>0.469627</c:v>
                </c:pt>
                <c:pt idx="223">
                  <c:v>0.469847</c:v>
                </c:pt>
                <c:pt idx="224">
                  <c:v>0.468798</c:v>
                </c:pt>
                <c:pt idx="225">
                  <c:v>0.468303</c:v>
                </c:pt>
                <c:pt idx="226">
                  <c:v>0.46764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175306752"/>
        <c:axId val="1175282624"/>
      </c:barChart>
      <c:lineChart>
        <c:grouping val="standard"/>
        <c:varyColors val="0"/>
        <c:ser>
          <c:idx val="1"/>
          <c:order val="1"/>
          <c:tx>
            <c:strRef>
              <c:f>'走势图 24'!$P$1</c:f>
              <c:strCache>
                <c:ptCount val="1"/>
                <c:pt idx="0">
                  <c:v>转债仓位(穿透)</c:v>
                </c:pt>
              </c:strCache>
            </c:strRef>
          </c:tx>
          <c:spPr>
            <a:ln w="28575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'走势图 24'!$E$3:$E$322</c:f>
              <c:numCache>
                <c:formatCode>yyyy/mm/dd</c:formatCode>
                <c:ptCount val="320"/>
                <c:pt idx="0" c:formatCode="yyyy/mm/dd">
                  <c:v>45293</c:v>
                </c:pt>
                <c:pt idx="1" c:formatCode="yyyy/mm/dd">
                  <c:v>45294</c:v>
                </c:pt>
                <c:pt idx="2" c:formatCode="yyyy/mm/dd">
                  <c:v>45295</c:v>
                </c:pt>
                <c:pt idx="3" c:formatCode="yyyy/mm/dd">
                  <c:v>45296</c:v>
                </c:pt>
                <c:pt idx="4" c:formatCode="yyyy/mm/dd">
                  <c:v>45299</c:v>
                </c:pt>
                <c:pt idx="5" c:formatCode="yyyy/mm/dd">
                  <c:v>45300</c:v>
                </c:pt>
                <c:pt idx="6" c:formatCode="yyyy/mm/dd">
                  <c:v>45301</c:v>
                </c:pt>
                <c:pt idx="7" c:formatCode="yyyy/mm/dd">
                  <c:v>45302</c:v>
                </c:pt>
                <c:pt idx="8" c:formatCode="yyyy/mm/dd">
                  <c:v>45303</c:v>
                </c:pt>
                <c:pt idx="9" c:formatCode="yyyy/mm/dd">
                  <c:v>45306</c:v>
                </c:pt>
                <c:pt idx="10" c:formatCode="yyyy/mm/dd">
                  <c:v>45307</c:v>
                </c:pt>
                <c:pt idx="11" c:formatCode="yyyy/mm/dd">
                  <c:v>45308</c:v>
                </c:pt>
                <c:pt idx="12" c:formatCode="yyyy/mm/dd">
                  <c:v>45309</c:v>
                </c:pt>
                <c:pt idx="13" c:formatCode="yyyy/mm/dd">
                  <c:v>45310</c:v>
                </c:pt>
                <c:pt idx="14" c:formatCode="yyyy/mm/dd">
                  <c:v>45313</c:v>
                </c:pt>
                <c:pt idx="15" c:formatCode="yyyy/mm/dd">
                  <c:v>45314</c:v>
                </c:pt>
                <c:pt idx="16" c:formatCode="yyyy/mm/dd">
                  <c:v>45315</c:v>
                </c:pt>
                <c:pt idx="17" c:formatCode="yyyy/mm/dd">
                  <c:v>45316</c:v>
                </c:pt>
                <c:pt idx="18" c:formatCode="yyyy/mm/dd">
                  <c:v>45317</c:v>
                </c:pt>
                <c:pt idx="19" c:formatCode="yyyy/mm/dd">
                  <c:v>45320</c:v>
                </c:pt>
                <c:pt idx="20" c:formatCode="yyyy/mm/dd">
                  <c:v>45321</c:v>
                </c:pt>
                <c:pt idx="21" c:formatCode="yyyy/mm/dd">
                  <c:v>45322</c:v>
                </c:pt>
                <c:pt idx="22" c:formatCode="yyyy/mm/dd">
                  <c:v>45323</c:v>
                </c:pt>
                <c:pt idx="23" c:formatCode="yyyy/mm/dd">
                  <c:v>45324</c:v>
                </c:pt>
                <c:pt idx="24" c:formatCode="yyyy/mm/dd">
                  <c:v>45327</c:v>
                </c:pt>
                <c:pt idx="25" c:formatCode="yyyy/mm/dd">
                  <c:v>45328</c:v>
                </c:pt>
                <c:pt idx="26" c:formatCode="yyyy/mm/dd">
                  <c:v>45329</c:v>
                </c:pt>
                <c:pt idx="27" c:formatCode="yyyy/mm/dd">
                  <c:v>45330</c:v>
                </c:pt>
                <c:pt idx="28" c:formatCode="yyyy/mm/dd">
                  <c:v>45341</c:v>
                </c:pt>
                <c:pt idx="29" c:formatCode="yyyy/mm/dd">
                  <c:v>45342</c:v>
                </c:pt>
                <c:pt idx="30" c:formatCode="yyyy/mm/dd">
                  <c:v>45343</c:v>
                </c:pt>
                <c:pt idx="31" c:formatCode="yyyy/mm/dd">
                  <c:v>45344</c:v>
                </c:pt>
                <c:pt idx="32" c:formatCode="yyyy/mm/dd">
                  <c:v>45345</c:v>
                </c:pt>
                <c:pt idx="33" c:formatCode="yyyy/mm/dd">
                  <c:v>45348</c:v>
                </c:pt>
                <c:pt idx="34" c:formatCode="yyyy/mm/dd">
                  <c:v>45349</c:v>
                </c:pt>
                <c:pt idx="35" c:formatCode="yyyy/mm/dd">
                  <c:v>45350</c:v>
                </c:pt>
                <c:pt idx="36" c:formatCode="yyyy/mm/dd">
                  <c:v>45351</c:v>
                </c:pt>
                <c:pt idx="37" c:formatCode="yyyy/mm/dd">
                  <c:v>45352</c:v>
                </c:pt>
                <c:pt idx="38" c:formatCode="yyyy/mm/dd">
                  <c:v>45355</c:v>
                </c:pt>
                <c:pt idx="39" c:formatCode="yyyy/mm/dd">
                  <c:v>45356</c:v>
                </c:pt>
                <c:pt idx="40" c:formatCode="yyyy/mm/dd">
                  <c:v>45357</c:v>
                </c:pt>
                <c:pt idx="41" c:formatCode="yyyy/mm/dd">
                  <c:v>45358</c:v>
                </c:pt>
                <c:pt idx="42" c:formatCode="yyyy/mm/dd">
                  <c:v>45359</c:v>
                </c:pt>
                <c:pt idx="43" c:formatCode="yyyy/mm/dd">
                  <c:v>45362</c:v>
                </c:pt>
                <c:pt idx="44" c:formatCode="yyyy/mm/dd">
                  <c:v>45363</c:v>
                </c:pt>
                <c:pt idx="45" c:formatCode="yyyy/mm/dd">
                  <c:v>45364</c:v>
                </c:pt>
                <c:pt idx="46" c:formatCode="yyyy/mm/dd">
                  <c:v>45365</c:v>
                </c:pt>
                <c:pt idx="47" c:formatCode="yyyy/mm/dd">
                  <c:v>45366</c:v>
                </c:pt>
                <c:pt idx="48" c:formatCode="yyyy/mm/dd">
                  <c:v>45369</c:v>
                </c:pt>
                <c:pt idx="49" c:formatCode="yyyy/mm/dd">
                  <c:v>45370</c:v>
                </c:pt>
                <c:pt idx="50" c:formatCode="yyyy/mm/dd">
                  <c:v>45371</c:v>
                </c:pt>
                <c:pt idx="51" c:formatCode="yyyy/mm/dd">
                  <c:v>45372</c:v>
                </c:pt>
                <c:pt idx="52" c:formatCode="yyyy/mm/dd">
                  <c:v>45373</c:v>
                </c:pt>
                <c:pt idx="53" c:formatCode="yyyy/mm/dd">
                  <c:v>45376</c:v>
                </c:pt>
                <c:pt idx="54" c:formatCode="yyyy/mm/dd">
                  <c:v>45377</c:v>
                </c:pt>
                <c:pt idx="55" c:formatCode="yyyy/mm/dd">
                  <c:v>45378</c:v>
                </c:pt>
                <c:pt idx="56" c:formatCode="yyyy/mm/dd">
                  <c:v>45379</c:v>
                </c:pt>
                <c:pt idx="57" c:formatCode="yyyy/mm/dd">
                  <c:v>45380</c:v>
                </c:pt>
                <c:pt idx="58" c:formatCode="yyyy/mm/dd">
                  <c:v>45383</c:v>
                </c:pt>
                <c:pt idx="59" c:formatCode="yyyy/mm/dd">
                  <c:v>45384</c:v>
                </c:pt>
                <c:pt idx="60" c:formatCode="yyyy/mm/dd">
                  <c:v>45385</c:v>
                </c:pt>
                <c:pt idx="61" c:formatCode="yyyy/mm/dd">
                  <c:v>45390</c:v>
                </c:pt>
                <c:pt idx="62" c:formatCode="yyyy/mm/dd">
                  <c:v>45391</c:v>
                </c:pt>
                <c:pt idx="63" c:formatCode="yyyy/mm/dd">
                  <c:v>45392</c:v>
                </c:pt>
                <c:pt idx="64" c:formatCode="yyyy/mm/dd">
                  <c:v>45393</c:v>
                </c:pt>
                <c:pt idx="65" c:formatCode="yyyy/mm/dd">
                  <c:v>45394</c:v>
                </c:pt>
                <c:pt idx="66" c:formatCode="yyyy/mm/dd">
                  <c:v>45397</c:v>
                </c:pt>
                <c:pt idx="67" c:formatCode="yyyy/mm/dd">
                  <c:v>45398</c:v>
                </c:pt>
                <c:pt idx="68" c:formatCode="yyyy/mm/dd">
                  <c:v>45399</c:v>
                </c:pt>
                <c:pt idx="69" c:formatCode="yyyy/mm/dd">
                  <c:v>45400</c:v>
                </c:pt>
                <c:pt idx="70" c:formatCode="yyyy/mm/dd">
                  <c:v>45401</c:v>
                </c:pt>
                <c:pt idx="71" c:formatCode="yyyy/mm/dd">
                  <c:v>45404</c:v>
                </c:pt>
                <c:pt idx="72" c:formatCode="yyyy/mm/dd">
                  <c:v>45405</c:v>
                </c:pt>
                <c:pt idx="73" c:formatCode="yyyy/mm/dd">
                  <c:v>45406</c:v>
                </c:pt>
                <c:pt idx="74" c:formatCode="yyyy/mm/dd">
                  <c:v>45407</c:v>
                </c:pt>
                <c:pt idx="75" c:formatCode="yyyy/mm/dd">
                  <c:v>45408</c:v>
                </c:pt>
                <c:pt idx="76" c:formatCode="yyyy/mm/dd">
                  <c:v>45411</c:v>
                </c:pt>
                <c:pt idx="77" c:formatCode="yyyy/mm/dd">
                  <c:v>45412</c:v>
                </c:pt>
                <c:pt idx="78" c:formatCode="yyyy/mm/dd">
                  <c:v>45418</c:v>
                </c:pt>
                <c:pt idx="79" c:formatCode="yyyy/mm/dd">
                  <c:v>45419</c:v>
                </c:pt>
                <c:pt idx="80" c:formatCode="yyyy/mm/dd">
                  <c:v>45420</c:v>
                </c:pt>
                <c:pt idx="81" c:formatCode="yyyy/mm/dd">
                  <c:v>45421</c:v>
                </c:pt>
                <c:pt idx="82" c:formatCode="yyyy/mm/dd">
                  <c:v>45422</c:v>
                </c:pt>
                <c:pt idx="83" c:formatCode="yyyy/mm/dd">
                  <c:v>45425</c:v>
                </c:pt>
                <c:pt idx="84" c:formatCode="yyyy/mm/dd">
                  <c:v>45426</c:v>
                </c:pt>
                <c:pt idx="85" c:formatCode="yyyy/mm/dd">
                  <c:v>45427</c:v>
                </c:pt>
                <c:pt idx="86" c:formatCode="yyyy/mm/dd">
                  <c:v>45428</c:v>
                </c:pt>
                <c:pt idx="87" c:formatCode="yyyy/mm/dd">
                  <c:v>45429</c:v>
                </c:pt>
                <c:pt idx="88" c:formatCode="yyyy/mm/dd">
                  <c:v>45432</c:v>
                </c:pt>
                <c:pt idx="89" c:formatCode="yyyy/mm/dd">
                  <c:v>45433</c:v>
                </c:pt>
                <c:pt idx="90" c:formatCode="yyyy/mm/dd">
                  <c:v>45434</c:v>
                </c:pt>
                <c:pt idx="91" c:formatCode="yyyy/mm/dd">
                  <c:v>45435</c:v>
                </c:pt>
                <c:pt idx="92" c:formatCode="yyyy/mm/dd">
                  <c:v>45436</c:v>
                </c:pt>
                <c:pt idx="93" c:formatCode="yyyy/mm/dd">
                  <c:v>45439</c:v>
                </c:pt>
                <c:pt idx="94" c:formatCode="yyyy/mm/dd">
                  <c:v>45440</c:v>
                </c:pt>
                <c:pt idx="95" c:formatCode="yyyy/mm/dd">
                  <c:v>45441</c:v>
                </c:pt>
                <c:pt idx="96" c:formatCode="yyyy/mm/dd">
                  <c:v>45442</c:v>
                </c:pt>
                <c:pt idx="97" c:formatCode="yyyy/mm/dd">
                  <c:v>45443</c:v>
                </c:pt>
                <c:pt idx="98" c:formatCode="yyyy/mm/dd">
                  <c:v>45446</c:v>
                </c:pt>
                <c:pt idx="99" c:formatCode="yyyy/mm/dd">
                  <c:v>45447</c:v>
                </c:pt>
                <c:pt idx="100" c:formatCode="yyyy/mm/dd">
                  <c:v>45448</c:v>
                </c:pt>
                <c:pt idx="101" c:formatCode="yyyy/mm/dd">
                  <c:v>45449</c:v>
                </c:pt>
                <c:pt idx="102" c:formatCode="yyyy/mm/dd">
                  <c:v>45450</c:v>
                </c:pt>
                <c:pt idx="103" c:formatCode="yyyy/mm/dd">
                  <c:v>45454</c:v>
                </c:pt>
                <c:pt idx="104" c:formatCode="yyyy/mm/dd">
                  <c:v>45455</c:v>
                </c:pt>
                <c:pt idx="105" c:formatCode="yyyy/mm/dd">
                  <c:v>45456</c:v>
                </c:pt>
                <c:pt idx="106" c:formatCode="yyyy/mm/dd">
                  <c:v>45457</c:v>
                </c:pt>
                <c:pt idx="107" c:formatCode="yyyy/mm/dd">
                  <c:v>45460</c:v>
                </c:pt>
                <c:pt idx="108" c:formatCode="yyyy/mm/dd">
                  <c:v>45461</c:v>
                </c:pt>
                <c:pt idx="109" c:formatCode="yyyy/mm/dd">
                  <c:v>45462</c:v>
                </c:pt>
                <c:pt idx="110" c:formatCode="yyyy/mm/dd">
                  <c:v>45463</c:v>
                </c:pt>
                <c:pt idx="111" c:formatCode="yyyy/mm/dd">
                  <c:v>45464</c:v>
                </c:pt>
                <c:pt idx="112" c:formatCode="yyyy/mm/dd">
                  <c:v>45467</c:v>
                </c:pt>
                <c:pt idx="113" c:formatCode="yyyy/mm/dd">
                  <c:v>45468</c:v>
                </c:pt>
                <c:pt idx="114" c:formatCode="yyyy/mm/dd">
                  <c:v>45469</c:v>
                </c:pt>
                <c:pt idx="115" c:formatCode="yyyy/mm/dd">
                  <c:v>45470</c:v>
                </c:pt>
                <c:pt idx="116" c:formatCode="yyyy/mm/dd">
                  <c:v>45471</c:v>
                </c:pt>
                <c:pt idx="117" c:formatCode="yyyy/mm/dd">
                  <c:v>45474</c:v>
                </c:pt>
                <c:pt idx="118" c:formatCode="yyyy/mm/dd">
                  <c:v>45475</c:v>
                </c:pt>
                <c:pt idx="119" c:formatCode="yyyy/mm/dd">
                  <c:v>45476</c:v>
                </c:pt>
                <c:pt idx="120" c:formatCode="yyyy/mm/dd">
                  <c:v>45477</c:v>
                </c:pt>
                <c:pt idx="121" c:formatCode="yyyy/mm/dd">
                  <c:v>45478</c:v>
                </c:pt>
                <c:pt idx="122" c:formatCode="yyyy/mm/dd">
                  <c:v>45481</c:v>
                </c:pt>
                <c:pt idx="123" c:formatCode="yyyy/mm/dd">
                  <c:v>45482</c:v>
                </c:pt>
                <c:pt idx="124" c:formatCode="yyyy/mm/dd">
                  <c:v>45483</c:v>
                </c:pt>
                <c:pt idx="125" c:formatCode="yyyy/mm/dd">
                  <c:v>45484</c:v>
                </c:pt>
                <c:pt idx="126" c:formatCode="yyyy/mm/dd">
                  <c:v>45485</c:v>
                </c:pt>
                <c:pt idx="127" c:formatCode="yyyy/mm/dd">
                  <c:v>45488</c:v>
                </c:pt>
                <c:pt idx="128" c:formatCode="yyyy/mm/dd">
                  <c:v>45489</c:v>
                </c:pt>
                <c:pt idx="129" c:formatCode="yyyy/mm/dd">
                  <c:v>45490</c:v>
                </c:pt>
                <c:pt idx="130" c:formatCode="yyyy/mm/dd">
                  <c:v>45491</c:v>
                </c:pt>
                <c:pt idx="131" c:formatCode="yyyy/mm/dd">
                  <c:v>45492</c:v>
                </c:pt>
                <c:pt idx="132" c:formatCode="yyyy/mm/dd">
                  <c:v>45495</c:v>
                </c:pt>
                <c:pt idx="133" c:formatCode="yyyy/mm/dd">
                  <c:v>45496</c:v>
                </c:pt>
                <c:pt idx="134" c:formatCode="yyyy/mm/dd">
                  <c:v>45497</c:v>
                </c:pt>
                <c:pt idx="135" c:formatCode="yyyy/mm/dd">
                  <c:v>45498</c:v>
                </c:pt>
                <c:pt idx="136" c:formatCode="yyyy/mm/dd">
                  <c:v>45499</c:v>
                </c:pt>
                <c:pt idx="137" c:formatCode="yyyy/mm/dd">
                  <c:v>45502</c:v>
                </c:pt>
                <c:pt idx="138" c:formatCode="yyyy/mm/dd">
                  <c:v>45503</c:v>
                </c:pt>
                <c:pt idx="139" c:formatCode="yyyy/mm/dd">
                  <c:v>45504</c:v>
                </c:pt>
                <c:pt idx="140" c:formatCode="yyyy/mm/dd">
                  <c:v>45505</c:v>
                </c:pt>
                <c:pt idx="141" c:formatCode="yyyy/mm/dd">
                  <c:v>45506</c:v>
                </c:pt>
                <c:pt idx="142" c:formatCode="yyyy/mm/dd">
                  <c:v>45509</c:v>
                </c:pt>
                <c:pt idx="143" c:formatCode="yyyy/mm/dd">
                  <c:v>45510</c:v>
                </c:pt>
                <c:pt idx="144" c:formatCode="yyyy/mm/dd">
                  <c:v>45511</c:v>
                </c:pt>
                <c:pt idx="145" c:formatCode="yyyy/mm/dd">
                  <c:v>45512</c:v>
                </c:pt>
                <c:pt idx="146" c:formatCode="yyyy/mm/dd">
                  <c:v>45513</c:v>
                </c:pt>
                <c:pt idx="147" c:formatCode="yyyy/mm/dd">
                  <c:v>45516</c:v>
                </c:pt>
                <c:pt idx="148" c:formatCode="yyyy/mm/dd">
                  <c:v>45517</c:v>
                </c:pt>
                <c:pt idx="149" c:formatCode="yyyy/mm/dd">
                  <c:v>45518</c:v>
                </c:pt>
                <c:pt idx="150" c:formatCode="yyyy/mm/dd">
                  <c:v>45519</c:v>
                </c:pt>
                <c:pt idx="151" c:formatCode="yyyy/mm/dd">
                  <c:v>45520</c:v>
                </c:pt>
                <c:pt idx="152" c:formatCode="yyyy/mm/dd">
                  <c:v>45523</c:v>
                </c:pt>
                <c:pt idx="153" c:formatCode="yyyy/mm/dd">
                  <c:v>45524</c:v>
                </c:pt>
                <c:pt idx="154" c:formatCode="yyyy/mm/dd">
                  <c:v>45525</c:v>
                </c:pt>
                <c:pt idx="155" c:formatCode="yyyy/mm/dd">
                  <c:v>45526</c:v>
                </c:pt>
                <c:pt idx="156" c:formatCode="yyyy/mm/dd">
                  <c:v>45527</c:v>
                </c:pt>
                <c:pt idx="157" c:formatCode="yyyy/mm/dd">
                  <c:v>45530</c:v>
                </c:pt>
                <c:pt idx="158" c:formatCode="yyyy/mm/dd">
                  <c:v>45531</c:v>
                </c:pt>
                <c:pt idx="159" c:formatCode="yyyy/mm/dd">
                  <c:v>45532</c:v>
                </c:pt>
                <c:pt idx="160" c:formatCode="yyyy/mm/dd">
                  <c:v>45533</c:v>
                </c:pt>
                <c:pt idx="161" c:formatCode="yyyy/mm/dd">
                  <c:v>45534</c:v>
                </c:pt>
                <c:pt idx="162" c:formatCode="yyyy/mm/dd">
                  <c:v>45537</c:v>
                </c:pt>
                <c:pt idx="163" c:formatCode="yyyy/mm/dd">
                  <c:v>45538</c:v>
                </c:pt>
                <c:pt idx="164" c:formatCode="yyyy/mm/dd">
                  <c:v>45539</c:v>
                </c:pt>
                <c:pt idx="165" c:formatCode="yyyy/mm/dd">
                  <c:v>45540</c:v>
                </c:pt>
                <c:pt idx="166" c:formatCode="yyyy/mm/dd">
                  <c:v>45541</c:v>
                </c:pt>
                <c:pt idx="167" c:formatCode="yyyy/mm/dd">
                  <c:v>45544</c:v>
                </c:pt>
                <c:pt idx="168" c:formatCode="yyyy/mm/dd">
                  <c:v>45545</c:v>
                </c:pt>
                <c:pt idx="169" c:formatCode="yyyy/mm/dd">
                  <c:v>45546</c:v>
                </c:pt>
                <c:pt idx="170" c:formatCode="yyyy/mm/dd">
                  <c:v>45547</c:v>
                </c:pt>
                <c:pt idx="171" c:formatCode="yyyy/mm/dd">
                  <c:v>45548</c:v>
                </c:pt>
                <c:pt idx="172" c:formatCode="yyyy/mm/dd">
                  <c:v>45553</c:v>
                </c:pt>
                <c:pt idx="173" c:formatCode="yyyy/mm/dd">
                  <c:v>45554</c:v>
                </c:pt>
                <c:pt idx="174" c:formatCode="yyyy/mm/dd">
                  <c:v>45555</c:v>
                </c:pt>
                <c:pt idx="175" c:formatCode="yyyy/mm/dd">
                  <c:v>45558</c:v>
                </c:pt>
                <c:pt idx="176" c:formatCode="yyyy/mm/dd">
                  <c:v>45559</c:v>
                </c:pt>
                <c:pt idx="177" c:formatCode="yyyy/mm/dd">
                  <c:v>45560</c:v>
                </c:pt>
                <c:pt idx="178" c:formatCode="yyyy/mm/dd">
                  <c:v>45561</c:v>
                </c:pt>
                <c:pt idx="179" c:formatCode="yyyy/mm/dd">
                  <c:v>45562</c:v>
                </c:pt>
                <c:pt idx="180" c:formatCode="yyyy/mm/dd">
                  <c:v>45565</c:v>
                </c:pt>
                <c:pt idx="181" c:formatCode="yyyy/mm/dd">
                  <c:v>45573</c:v>
                </c:pt>
                <c:pt idx="182" c:formatCode="yyyy/mm/dd">
                  <c:v>45574</c:v>
                </c:pt>
                <c:pt idx="183" c:formatCode="yyyy/mm/dd">
                  <c:v>45575</c:v>
                </c:pt>
                <c:pt idx="184" c:formatCode="yyyy/mm/dd">
                  <c:v>45576</c:v>
                </c:pt>
                <c:pt idx="185" c:formatCode="yyyy/mm/dd">
                  <c:v>45579</c:v>
                </c:pt>
                <c:pt idx="186" c:formatCode="yyyy/mm/dd">
                  <c:v>45580</c:v>
                </c:pt>
                <c:pt idx="187" c:formatCode="yyyy/mm/dd">
                  <c:v>45581</c:v>
                </c:pt>
                <c:pt idx="188" c:formatCode="yyyy/mm/dd">
                  <c:v>45582</c:v>
                </c:pt>
                <c:pt idx="189" c:formatCode="yyyy/mm/dd">
                  <c:v>45583</c:v>
                </c:pt>
                <c:pt idx="190" c:formatCode="yyyy/mm/dd">
                  <c:v>45586</c:v>
                </c:pt>
                <c:pt idx="191" c:formatCode="yyyy/mm/dd">
                  <c:v>45587</c:v>
                </c:pt>
                <c:pt idx="192" c:formatCode="yyyy/mm/dd">
                  <c:v>45588</c:v>
                </c:pt>
                <c:pt idx="193" c:formatCode="yyyy/mm/dd">
                  <c:v>45589</c:v>
                </c:pt>
                <c:pt idx="194" c:formatCode="yyyy/mm/dd">
                  <c:v>45590</c:v>
                </c:pt>
                <c:pt idx="195" c:formatCode="yyyy/mm/dd">
                  <c:v>45593</c:v>
                </c:pt>
                <c:pt idx="196" c:formatCode="yyyy/mm/dd">
                  <c:v>45594</c:v>
                </c:pt>
                <c:pt idx="197" c:formatCode="yyyy/mm/dd">
                  <c:v>45595</c:v>
                </c:pt>
                <c:pt idx="198" c:formatCode="yyyy/mm/dd">
                  <c:v>45596</c:v>
                </c:pt>
                <c:pt idx="199" c:formatCode="yyyy/mm/dd">
                  <c:v>45597</c:v>
                </c:pt>
                <c:pt idx="200" c:formatCode="yyyy/mm/dd">
                  <c:v>45600</c:v>
                </c:pt>
                <c:pt idx="201" c:formatCode="yyyy/mm/dd">
                  <c:v>45601</c:v>
                </c:pt>
                <c:pt idx="202" c:formatCode="yyyy/mm/dd">
                  <c:v>45602</c:v>
                </c:pt>
                <c:pt idx="203" c:formatCode="yyyy/mm/dd">
                  <c:v>45603</c:v>
                </c:pt>
                <c:pt idx="204" c:formatCode="yyyy/mm/dd">
                  <c:v>45604</c:v>
                </c:pt>
                <c:pt idx="205" c:formatCode="yyyy/mm/dd">
                  <c:v>45607</c:v>
                </c:pt>
                <c:pt idx="206" c:formatCode="yyyy/mm/dd">
                  <c:v>45608</c:v>
                </c:pt>
                <c:pt idx="207" c:formatCode="yyyy/mm/dd">
                  <c:v>45609</c:v>
                </c:pt>
                <c:pt idx="208" c:formatCode="yyyy/mm/dd">
                  <c:v>45610</c:v>
                </c:pt>
                <c:pt idx="209" c:formatCode="yyyy/mm/dd">
                  <c:v>45611</c:v>
                </c:pt>
                <c:pt idx="210" c:formatCode="yyyy/mm/dd">
                  <c:v>45614</c:v>
                </c:pt>
                <c:pt idx="211" c:formatCode="yyyy/mm/dd">
                  <c:v>45615</c:v>
                </c:pt>
                <c:pt idx="212" c:formatCode="yyyy/mm/dd">
                  <c:v>45616</c:v>
                </c:pt>
                <c:pt idx="213" c:formatCode="yyyy/mm/dd">
                  <c:v>45617</c:v>
                </c:pt>
                <c:pt idx="214" c:formatCode="yyyy/mm/dd">
                  <c:v>45618</c:v>
                </c:pt>
                <c:pt idx="215" c:formatCode="yyyy/mm/dd">
                  <c:v>45621</c:v>
                </c:pt>
                <c:pt idx="216" c:formatCode="yyyy/mm/dd">
                  <c:v>45622</c:v>
                </c:pt>
                <c:pt idx="217" c:formatCode="yyyy/mm/dd">
                  <c:v>45623</c:v>
                </c:pt>
                <c:pt idx="218" c:formatCode="yyyy/mm/dd">
                  <c:v>45624</c:v>
                </c:pt>
                <c:pt idx="219" c:formatCode="yyyy/mm/dd">
                  <c:v>45625</c:v>
                </c:pt>
                <c:pt idx="220" c:formatCode="yyyy/mm/dd">
                  <c:v>45628</c:v>
                </c:pt>
                <c:pt idx="221" c:formatCode="yyyy/mm/dd">
                  <c:v>45629</c:v>
                </c:pt>
                <c:pt idx="222" c:formatCode="yyyy/mm/dd">
                  <c:v>45630</c:v>
                </c:pt>
                <c:pt idx="223" c:formatCode="yyyy/mm/dd">
                  <c:v>45631</c:v>
                </c:pt>
                <c:pt idx="224" c:formatCode="yyyy/mm/dd">
                  <c:v>45632</c:v>
                </c:pt>
                <c:pt idx="225" c:formatCode="yyyy/mm/dd">
                  <c:v>45635</c:v>
                </c:pt>
                <c:pt idx="226" c:formatCode="yyyy/mm/dd">
                  <c:v>45636</c:v>
                </c:pt>
              </c:numCache>
            </c:numRef>
          </c:cat>
          <c:val>
            <c:numRef>
              <c:f>'走势图 24'!$P$3:$P$322</c:f>
              <c:numCache>
                <c:formatCode>0.00%</c:formatCode>
                <c:ptCount val="320"/>
                <c:pt idx="0">
                  <c:v>0.097463</c:v>
                </c:pt>
                <c:pt idx="1">
                  <c:v>0.097191</c:v>
                </c:pt>
                <c:pt idx="2">
                  <c:v>0.097214</c:v>
                </c:pt>
                <c:pt idx="3">
                  <c:v>0.09772</c:v>
                </c:pt>
                <c:pt idx="4">
                  <c:v>0.097573</c:v>
                </c:pt>
                <c:pt idx="5">
                  <c:v>0.097656</c:v>
                </c:pt>
                <c:pt idx="6">
                  <c:v>0.097732</c:v>
                </c:pt>
                <c:pt idx="7">
                  <c:v>0.097781</c:v>
                </c:pt>
                <c:pt idx="8">
                  <c:v>0.098019</c:v>
                </c:pt>
                <c:pt idx="9">
                  <c:v>0.098016</c:v>
                </c:pt>
                <c:pt idx="10">
                  <c:v>0.098056</c:v>
                </c:pt>
                <c:pt idx="11">
                  <c:v>0.09795</c:v>
                </c:pt>
                <c:pt idx="12">
                  <c:v>0.097967</c:v>
                </c:pt>
                <c:pt idx="13">
                  <c:v>0.098072</c:v>
                </c:pt>
                <c:pt idx="14">
                  <c:v>0.098025</c:v>
                </c:pt>
                <c:pt idx="15">
                  <c:v>0.097967</c:v>
                </c:pt>
                <c:pt idx="16">
                  <c:v>0.097925</c:v>
                </c:pt>
                <c:pt idx="17">
                  <c:v>0.098123</c:v>
                </c:pt>
                <c:pt idx="18">
                  <c:v>0.098306</c:v>
                </c:pt>
                <c:pt idx="19">
                  <c:v>0.098775</c:v>
                </c:pt>
                <c:pt idx="20">
                  <c:v>0.097384</c:v>
                </c:pt>
                <c:pt idx="21">
                  <c:v>0.097347</c:v>
                </c:pt>
                <c:pt idx="22">
                  <c:v>0.097589</c:v>
                </c:pt>
                <c:pt idx="23">
                  <c:v>0.097694</c:v>
                </c:pt>
                <c:pt idx="24">
                  <c:v>0.097202</c:v>
                </c:pt>
                <c:pt idx="25">
                  <c:v>0.097238</c:v>
                </c:pt>
                <c:pt idx="26">
                  <c:v>0.096935</c:v>
                </c:pt>
                <c:pt idx="27">
                  <c:v>0.096853</c:v>
                </c:pt>
                <c:pt idx="28">
                  <c:v>0.096631</c:v>
                </c:pt>
                <c:pt idx="29">
                  <c:v>0.097097</c:v>
                </c:pt>
                <c:pt idx="30">
                  <c:v>0.097694</c:v>
                </c:pt>
                <c:pt idx="31">
                  <c:v>0.097529</c:v>
                </c:pt>
                <c:pt idx="32">
                  <c:v>0.097624</c:v>
                </c:pt>
                <c:pt idx="33">
                  <c:v>0.097878</c:v>
                </c:pt>
                <c:pt idx="34">
                  <c:v>0.09783</c:v>
                </c:pt>
                <c:pt idx="35">
                  <c:v>0.09766</c:v>
                </c:pt>
                <c:pt idx="36">
                  <c:v>0.096191</c:v>
                </c:pt>
                <c:pt idx="37">
                  <c:v>0.096366</c:v>
                </c:pt>
                <c:pt idx="38">
                  <c:v>0.096171</c:v>
                </c:pt>
                <c:pt idx="39">
                  <c:v>0.096058</c:v>
                </c:pt>
                <c:pt idx="40">
                  <c:v>0.096129</c:v>
                </c:pt>
                <c:pt idx="41">
                  <c:v>0.096079</c:v>
                </c:pt>
                <c:pt idx="42">
                  <c:v>0.09587</c:v>
                </c:pt>
                <c:pt idx="43">
                  <c:v>0.095898</c:v>
                </c:pt>
                <c:pt idx="44">
                  <c:v>0.095466</c:v>
                </c:pt>
                <c:pt idx="45">
                  <c:v>0.095537</c:v>
                </c:pt>
                <c:pt idx="46">
                  <c:v>0.095444</c:v>
                </c:pt>
                <c:pt idx="47">
                  <c:v>0.09577</c:v>
                </c:pt>
                <c:pt idx="48">
                  <c:v>0.095863</c:v>
                </c:pt>
                <c:pt idx="49">
                  <c:v>0.095769</c:v>
                </c:pt>
                <c:pt idx="50">
                  <c:v>0.095866</c:v>
                </c:pt>
                <c:pt idx="51">
                  <c:v>0.096004</c:v>
                </c:pt>
                <c:pt idx="52">
                  <c:v>0.09586</c:v>
                </c:pt>
                <c:pt idx="53">
                  <c:v>0.096352</c:v>
                </c:pt>
                <c:pt idx="54">
                  <c:v>0.096258</c:v>
                </c:pt>
                <c:pt idx="55">
                  <c:v>0.096308</c:v>
                </c:pt>
                <c:pt idx="56">
                  <c:v>0.096269</c:v>
                </c:pt>
                <c:pt idx="57">
                  <c:v>0.096055</c:v>
                </c:pt>
                <c:pt idx="58">
                  <c:v>0.095987</c:v>
                </c:pt>
                <c:pt idx="59">
                  <c:v>0.095906</c:v>
                </c:pt>
                <c:pt idx="60">
                  <c:v>0.095696</c:v>
                </c:pt>
                <c:pt idx="61">
                  <c:v>0.095781</c:v>
                </c:pt>
                <c:pt idx="62">
                  <c:v>0.095968</c:v>
                </c:pt>
                <c:pt idx="63">
                  <c:v>0.096014</c:v>
                </c:pt>
                <c:pt idx="64">
                  <c:v>0.096005</c:v>
                </c:pt>
                <c:pt idx="65">
                  <c:v>0.096065</c:v>
                </c:pt>
                <c:pt idx="66">
                  <c:v>0.095946</c:v>
                </c:pt>
                <c:pt idx="67">
                  <c:v>0.096181</c:v>
                </c:pt>
                <c:pt idx="68">
                  <c:v>0.096901</c:v>
                </c:pt>
                <c:pt idx="69">
                  <c:v>0.097031</c:v>
                </c:pt>
                <c:pt idx="70">
                  <c:v>0.096659</c:v>
                </c:pt>
                <c:pt idx="71">
                  <c:v>0.096552</c:v>
                </c:pt>
                <c:pt idx="72">
                  <c:v>0.096857</c:v>
                </c:pt>
                <c:pt idx="73">
                  <c:v>0.096489</c:v>
                </c:pt>
                <c:pt idx="74">
                  <c:v>0.096503</c:v>
                </c:pt>
                <c:pt idx="75">
                  <c:v>0.096217</c:v>
                </c:pt>
                <c:pt idx="76">
                  <c:v>0.096679</c:v>
                </c:pt>
                <c:pt idx="77">
                  <c:v>0.097113</c:v>
                </c:pt>
                <c:pt idx="78">
                  <c:v>0.097333</c:v>
                </c:pt>
                <c:pt idx="79">
                  <c:v>0.097573</c:v>
                </c:pt>
                <c:pt idx="80">
                  <c:v>0.097374</c:v>
                </c:pt>
                <c:pt idx="81">
                  <c:v>0.094851</c:v>
                </c:pt>
                <c:pt idx="82">
                  <c:v>0.088325</c:v>
                </c:pt>
                <c:pt idx="83">
                  <c:v>0.085101</c:v>
                </c:pt>
                <c:pt idx="84">
                  <c:v>0.083521</c:v>
                </c:pt>
                <c:pt idx="85">
                  <c:v>0.082919</c:v>
                </c:pt>
                <c:pt idx="86">
                  <c:v>0.080813</c:v>
                </c:pt>
                <c:pt idx="87">
                  <c:v>0.080153</c:v>
                </c:pt>
                <c:pt idx="88">
                  <c:v>0.078889</c:v>
                </c:pt>
                <c:pt idx="89">
                  <c:v>0.077453</c:v>
                </c:pt>
                <c:pt idx="90">
                  <c:v>0.080341</c:v>
                </c:pt>
                <c:pt idx="91">
                  <c:v>0.081659</c:v>
                </c:pt>
                <c:pt idx="92">
                  <c:v>0.079671</c:v>
                </c:pt>
                <c:pt idx="93">
                  <c:v>0.078805</c:v>
                </c:pt>
                <c:pt idx="94">
                  <c:v>0.075216</c:v>
                </c:pt>
                <c:pt idx="95">
                  <c:v>0.073005</c:v>
                </c:pt>
                <c:pt idx="96">
                  <c:v>0.070012</c:v>
                </c:pt>
                <c:pt idx="97">
                  <c:v>0.07033</c:v>
                </c:pt>
                <c:pt idx="98">
                  <c:v>0.068419</c:v>
                </c:pt>
                <c:pt idx="99">
                  <c:v>0.068448</c:v>
                </c:pt>
                <c:pt idx="100">
                  <c:v>0.06741</c:v>
                </c:pt>
                <c:pt idx="101">
                  <c:v>0.063577</c:v>
                </c:pt>
                <c:pt idx="102">
                  <c:v>0.062898</c:v>
                </c:pt>
                <c:pt idx="103">
                  <c:v>0.062467</c:v>
                </c:pt>
                <c:pt idx="104">
                  <c:v>0.062213</c:v>
                </c:pt>
                <c:pt idx="105">
                  <c:v>0.059518</c:v>
                </c:pt>
                <c:pt idx="106">
                  <c:v>0.05847</c:v>
                </c:pt>
                <c:pt idx="107">
                  <c:v>0.056828</c:v>
                </c:pt>
                <c:pt idx="108">
                  <c:v>0.054269</c:v>
                </c:pt>
                <c:pt idx="109">
                  <c:v>0.052921</c:v>
                </c:pt>
                <c:pt idx="110">
                  <c:v>0.053753</c:v>
                </c:pt>
                <c:pt idx="111">
                  <c:v>0.053289</c:v>
                </c:pt>
                <c:pt idx="112">
                  <c:v>0.052546</c:v>
                </c:pt>
                <c:pt idx="113">
                  <c:v>0.052265</c:v>
                </c:pt>
                <c:pt idx="114">
                  <c:v>0.052134</c:v>
                </c:pt>
                <c:pt idx="115">
                  <c:v>0.051767</c:v>
                </c:pt>
                <c:pt idx="116">
                  <c:v>0.051446</c:v>
                </c:pt>
                <c:pt idx="117">
                  <c:v>0.051035</c:v>
                </c:pt>
                <c:pt idx="118">
                  <c:v>0.050865</c:v>
                </c:pt>
                <c:pt idx="119">
                  <c:v>0.050673</c:v>
                </c:pt>
                <c:pt idx="120">
                  <c:v>0.050581</c:v>
                </c:pt>
                <c:pt idx="121">
                  <c:v>0.050533</c:v>
                </c:pt>
                <c:pt idx="122">
                  <c:v>0.050363</c:v>
                </c:pt>
                <c:pt idx="123">
                  <c:v>0.050311</c:v>
                </c:pt>
                <c:pt idx="124">
                  <c:v>0.050334</c:v>
                </c:pt>
                <c:pt idx="125">
                  <c:v>0.050192</c:v>
                </c:pt>
                <c:pt idx="126">
                  <c:v>0.049866</c:v>
                </c:pt>
                <c:pt idx="127">
                  <c:v>0.049761</c:v>
                </c:pt>
                <c:pt idx="128">
                  <c:v>0.049744</c:v>
                </c:pt>
                <c:pt idx="129">
                  <c:v>0.049897</c:v>
                </c:pt>
                <c:pt idx="130">
                  <c:v>0.049779</c:v>
                </c:pt>
                <c:pt idx="131">
                  <c:v>0.049777</c:v>
                </c:pt>
                <c:pt idx="132">
                  <c:v>0.049801</c:v>
                </c:pt>
                <c:pt idx="133">
                  <c:v>0.049863</c:v>
                </c:pt>
                <c:pt idx="134">
                  <c:v>0.049991</c:v>
                </c:pt>
                <c:pt idx="135">
                  <c:v>0.050131</c:v>
                </c:pt>
                <c:pt idx="136">
                  <c:v>0.050173</c:v>
                </c:pt>
                <c:pt idx="137">
                  <c:v>0.050154</c:v>
                </c:pt>
                <c:pt idx="138">
                  <c:v>0.050256</c:v>
                </c:pt>
                <c:pt idx="139">
                  <c:v>0.050177</c:v>
                </c:pt>
                <c:pt idx="140">
                  <c:v>0.050181</c:v>
                </c:pt>
                <c:pt idx="141">
                  <c:v>0.046483</c:v>
                </c:pt>
                <c:pt idx="142">
                  <c:v>0.046571</c:v>
                </c:pt>
                <c:pt idx="143">
                  <c:v>0.046588</c:v>
                </c:pt>
                <c:pt idx="144">
                  <c:v>0.046522</c:v>
                </c:pt>
                <c:pt idx="145">
                  <c:v>0.047069</c:v>
                </c:pt>
                <c:pt idx="146">
                  <c:v>0.047665</c:v>
                </c:pt>
                <c:pt idx="147">
                  <c:v>0.047735</c:v>
                </c:pt>
                <c:pt idx="148">
                  <c:v>0.048347</c:v>
                </c:pt>
                <c:pt idx="149">
                  <c:v>0.048869</c:v>
                </c:pt>
                <c:pt idx="150">
                  <c:v>0.04874</c:v>
                </c:pt>
                <c:pt idx="151">
                  <c:v>0.048281</c:v>
                </c:pt>
                <c:pt idx="152">
                  <c:v>0.048246</c:v>
                </c:pt>
                <c:pt idx="153">
                  <c:v>0.048262</c:v>
                </c:pt>
                <c:pt idx="154">
                  <c:v>0.048273</c:v>
                </c:pt>
                <c:pt idx="155">
                  <c:v>0.048202</c:v>
                </c:pt>
                <c:pt idx="156">
                  <c:v>0.048187</c:v>
                </c:pt>
                <c:pt idx="157">
                  <c:v>0.048205</c:v>
                </c:pt>
                <c:pt idx="158">
                  <c:v>0.048386</c:v>
                </c:pt>
                <c:pt idx="159">
                  <c:v>0.049182</c:v>
                </c:pt>
                <c:pt idx="160">
                  <c:v>0.049317</c:v>
                </c:pt>
                <c:pt idx="161">
                  <c:v>0.05016</c:v>
                </c:pt>
                <c:pt idx="162">
                  <c:v>0.050464</c:v>
                </c:pt>
                <c:pt idx="163">
                  <c:v>0.049625</c:v>
                </c:pt>
                <c:pt idx="164">
                  <c:v>0.049699</c:v>
                </c:pt>
                <c:pt idx="165">
                  <c:v>0.050298</c:v>
                </c:pt>
                <c:pt idx="166">
                  <c:v>0.050859</c:v>
                </c:pt>
                <c:pt idx="167">
                  <c:v>0.050954</c:v>
                </c:pt>
                <c:pt idx="168">
                  <c:v>0.050891</c:v>
                </c:pt>
                <c:pt idx="169">
                  <c:v>0.051039</c:v>
                </c:pt>
                <c:pt idx="170">
                  <c:v>0.050962</c:v>
                </c:pt>
                <c:pt idx="171">
                  <c:v>0.050935</c:v>
                </c:pt>
                <c:pt idx="172">
                  <c:v>0.051553</c:v>
                </c:pt>
                <c:pt idx="173">
                  <c:v>0.051489</c:v>
                </c:pt>
                <c:pt idx="174">
                  <c:v>0.051405</c:v>
                </c:pt>
                <c:pt idx="175">
                  <c:v>0.051538</c:v>
                </c:pt>
                <c:pt idx="176">
                  <c:v>0.051362</c:v>
                </c:pt>
                <c:pt idx="177">
                  <c:v>0.051315</c:v>
                </c:pt>
                <c:pt idx="178">
                  <c:v>0.051292</c:v>
                </c:pt>
                <c:pt idx="179">
                  <c:v>0.051088</c:v>
                </c:pt>
                <c:pt idx="180">
                  <c:v>0.050846</c:v>
                </c:pt>
                <c:pt idx="181">
                  <c:v>0.05077</c:v>
                </c:pt>
                <c:pt idx="182">
                  <c:v>0.049895</c:v>
                </c:pt>
                <c:pt idx="183">
                  <c:v>0.04975</c:v>
                </c:pt>
                <c:pt idx="184">
                  <c:v>0.049835</c:v>
                </c:pt>
                <c:pt idx="185">
                  <c:v>0.049918</c:v>
                </c:pt>
                <c:pt idx="186">
                  <c:v>0.050253</c:v>
                </c:pt>
                <c:pt idx="187">
                  <c:v>0.050434</c:v>
                </c:pt>
                <c:pt idx="188">
                  <c:v>0.050459</c:v>
                </c:pt>
                <c:pt idx="189">
                  <c:v>0.048969</c:v>
                </c:pt>
                <c:pt idx="190">
                  <c:v>0.048977</c:v>
                </c:pt>
                <c:pt idx="191">
                  <c:v>0.048926</c:v>
                </c:pt>
                <c:pt idx="192">
                  <c:v>0.048962</c:v>
                </c:pt>
                <c:pt idx="193">
                  <c:v>0.048903</c:v>
                </c:pt>
                <c:pt idx="194">
                  <c:v>0.048947</c:v>
                </c:pt>
                <c:pt idx="195">
                  <c:v>0.049163</c:v>
                </c:pt>
                <c:pt idx="196">
                  <c:v>0.049239</c:v>
                </c:pt>
                <c:pt idx="197">
                  <c:v>0.049331</c:v>
                </c:pt>
                <c:pt idx="198">
                  <c:v>0.0494</c:v>
                </c:pt>
                <c:pt idx="199">
                  <c:v>0.049432</c:v>
                </c:pt>
                <c:pt idx="200">
                  <c:v>0.048549</c:v>
                </c:pt>
                <c:pt idx="201">
                  <c:v>0.04852</c:v>
                </c:pt>
                <c:pt idx="202">
                  <c:v>0.048641</c:v>
                </c:pt>
                <c:pt idx="203">
                  <c:v>0.048654</c:v>
                </c:pt>
                <c:pt idx="204">
                  <c:v>0.048777</c:v>
                </c:pt>
                <c:pt idx="205">
                  <c:v>0.048888</c:v>
                </c:pt>
                <c:pt idx="206">
                  <c:v>0.075429</c:v>
                </c:pt>
                <c:pt idx="207">
                  <c:v>0.074707</c:v>
                </c:pt>
                <c:pt idx="208">
                  <c:v>0.07374</c:v>
                </c:pt>
                <c:pt idx="209">
                  <c:v>0.07348</c:v>
                </c:pt>
                <c:pt idx="210">
                  <c:v>0.073028</c:v>
                </c:pt>
                <c:pt idx="211">
                  <c:v>0.073059</c:v>
                </c:pt>
                <c:pt idx="212">
                  <c:v>0.072637</c:v>
                </c:pt>
                <c:pt idx="213">
                  <c:v>0.072512</c:v>
                </c:pt>
                <c:pt idx="214">
                  <c:v>0.072521</c:v>
                </c:pt>
                <c:pt idx="215">
                  <c:v>0.072327</c:v>
                </c:pt>
                <c:pt idx="216">
                  <c:v>0.072634</c:v>
                </c:pt>
                <c:pt idx="217">
                  <c:v>0.072675</c:v>
                </c:pt>
                <c:pt idx="218">
                  <c:v>0.072167</c:v>
                </c:pt>
                <c:pt idx="219">
                  <c:v>0.072119</c:v>
                </c:pt>
                <c:pt idx="220">
                  <c:v>0.071913</c:v>
                </c:pt>
                <c:pt idx="221">
                  <c:v>0.070078</c:v>
                </c:pt>
                <c:pt idx="222">
                  <c:v>0.069423</c:v>
                </c:pt>
                <c:pt idx="223">
                  <c:v>0.069089</c:v>
                </c:pt>
                <c:pt idx="224">
                  <c:v>0.069284</c:v>
                </c:pt>
                <c:pt idx="225">
                  <c:v>0.069</c:v>
                </c:pt>
                <c:pt idx="226">
                  <c:v>0.068879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883106680"/>
        <c:axId val="883114224"/>
      </c:lineChart>
      <c:dateAx>
        <c:axId val="1175306752"/>
        <c:scaling>
          <c:orientation val="minMax"/>
        </c:scaling>
        <c:delete val="0"/>
        <c:axPos val="b"/>
        <c:numFmt formatCode="yyyy/mm/dd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</a:p>
        </c:txPr>
        <c:crossAx val="1175282624"/>
        <c:crosses val="autoZero"/>
        <c:auto val="1"/>
        <c:lblOffset val="100"/>
        <c:baseTimeUnit val="days"/>
        <c:majorUnit val="2"/>
        <c:majorTimeUnit val="months"/>
        <c:minorUnit val="30"/>
        <c:minorTimeUnit val="days"/>
      </c:dateAx>
      <c:valAx>
        <c:axId val="1175282624"/>
        <c:scaling>
          <c:orientation val="minMax"/>
          <c:min val="0"/>
        </c:scaling>
        <c:delete val="0"/>
        <c:axPos val="r"/>
        <c:majorGridlines>
          <c:spPr>
            <a:ln w="9525" cap="flat" cmpd="sng" algn="ctr">
              <a:solidFill>
                <a:schemeClr val="bg1">
                  <a:lumMod val="85000"/>
                </a:schemeClr>
              </a:solidFill>
              <a:prstDash val="dash"/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spPr>
          <a:noFill/>
          <a:ln>
            <a:solidFill>
              <a:schemeClr val="bg1">
                <a:lumMod val="8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</a:p>
        </c:txPr>
        <c:crossAx val="1175306752"/>
        <c:crosses val="max"/>
        <c:crossBetween val="between"/>
      </c:valAx>
      <c:dateAx>
        <c:axId val="883106680"/>
        <c:scaling>
          <c:orientation val="minMax"/>
        </c:scaling>
        <c:delete val="1"/>
        <c:axPos val="b"/>
        <c:numFmt formatCode="yyyy/mm/dd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</a:p>
        </c:txPr>
        <c:crossAx val="883114224"/>
        <c:crosses val="autoZero"/>
        <c:auto val="1"/>
        <c:lblOffset val="100"/>
        <c:baseTimeUnit val="days"/>
      </c:dateAx>
      <c:valAx>
        <c:axId val="883114224"/>
        <c:scaling>
          <c:orientation val="minMax"/>
          <c:min val="0"/>
        </c:scaling>
        <c:delete val="0"/>
        <c:axPos val="l"/>
        <c:numFmt formatCode="0.00%" sourceLinked="1"/>
        <c:majorTickMark val="out"/>
        <c:minorTickMark val="none"/>
        <c:tickLblPos val="nextTo"/>
        <c:spPr>
          <a:noFill/>
          <a:ln>
            <a:solidFill>
              <a:schemeClr val="bg1">
                <a:lumMod val="8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</a:p>
        </c:txPr>
        <c:crossAx val="883106680"/>
        <c:crosses val="autoZero"/>
        <c:crossBetween val="between"/>
        <c:majorUnit val="0.02"/>
        <c:minorUnit val="0.008"/>
      </c:valAx>
      <c:spPr>
        <a:noFill/>
        <a:ln>
          <a:noFill/>
        </a:ln>
        <a:effectLst/>
      </c:spPr>
    </c:plotArea>
    <c:legend>
      <c:legendPos val="t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ea"/>
              <a:sym typeface="+mn-lt"/>
            </a:defRPr>
          </a:pPr>
        </a:p>
      </c:txPr>
    </c:legend>
    <c:plotVisOnly val="0"/>
    <c:dispBlanksAs val="span"/>
    <c:showDLblsOverMax val="0"/>
    <c:extLst>
      <c:ext uri="{0b15fc19-7d7d-44ad-8c2d-2c3a37ce22c3}">
        <chartProps xmlns="https://web.wps.cn/et/2018/main" chartId="{67577880-bc7e-4692-87ce-c3482993471b}"/>
      </c:ext>
    </c:extLst>
  </c:chart>
  <c:spPr>
    <a:noFill/>
    <a:ln>
      <a:noFill/>
    </a:ln>
    <a:effectLst/>
  </c:spPr>
  <c:txPr>
    <a:bodyPr/>
    <a:lstStyle/>
    <a:p>
      <a:pPr>
        <a:defRPr lang="zh-CN">
          <a:latin typeface="+mn-lt"/>
          <a:ea typeface="+mn-ea"/>
          <a:cs typeface="+mn-ea"/>
          <a:sym typeface="+mn-lt"/>
        </a:defRPr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8967" cy="498677"/>
          </a:xfrm>
          <a:prstGeom prst="rect">
            <a:avLst/>
          </a:prstGeom>
        </p:spPr>
        <p:txBody>
          <a:bodyPr vert="horz" lIns="88304" tIns="44152" rIns="88304" bIns="44152" rtlCol="0"/>
          <a:lstStyle>
            <a:lvl1pPr algn="l">
              <a:defRPr sz="1200"/>
            </a:lvl1pPr>
          </a:lstStyle>
          <a:p>
            <a:endParaRPr lang="zh-CN" altLang="en-US"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4767" y="0"/>
            <a:ext cx="2948967" cy="498677"/>
          </a:xfrm>
          <a:prstGeom prst="rect">
            <a:avLst/>
          </a:prstGeom>
        </p:spPr>
        <p:txBody>
          <a:bodyPr vert="horz" lIns="88304" tIns="44152" rIns="88304" bIns="44152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ea typeface="微软雅黑" panose="020B0503020204020204" pitchFamily="34" charset="-122"/>
              </a:rPr>
            </a:fld>
            <a:endParaRPr lang="zh-CN" altLang="en-US"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40353"/>
            <a:ext cx="2948967" cy="498676"/>
          </a:xfrm>
          <a:prstGeom prst="rect">
            <a:avLst/>
          </a:prstGeom>
        </p:spPr>
        <p:txBody>
          <a:bodyPr vert="horz" lIns="88304" tIns="44152" rIns="88304" bIns="44152" rtlCol="0" anchor="b"/>
          <a:lstStyle>
            <a:lvl1pPr algn="l">
              <a:defRPr sz="1200"/>
            </a:lvl1pPr>
          </a:lstStyle>
          <a:p>
            <a:endParaRPr lang="zh-CN" altLang="en-US"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4767" y="9440353"/>
            <a:ext cx="2948967" cy="498676"/>
          </a:xfrm>
          <a:prstGeom prst="rect">
            <a:avLst/>
          </a:prstGeom>
        </p:spPr>
        <p:txBody>
          <a:bodyPr vert="horz" lIns="88304" tIns="44152" rIns="88304" bIns="44152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ea typeface="微软雅黑" panose="020B0503020204020204" pitchFamily="34" charset="-122"/>
              </a:rPr>
            </a:fld>
            <a:endParaRPr lang="zh-CN" altLang="en-US"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8846" cy="497969"/>
          </a:xfrm>
          <a:prstGeom prst="rect">
            <a:avLst/>
          </a:prstGeom>
        </p:spPr>
        <p:txBody>
          <a:bodyPr vert="horz" lIns="88304" tIns="44152" rIns="88304" bIns="44152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5247" y="1"/>
            <a:ext cx="2948845" cy="497969"/>
          </a:xfrm>
          <a:prstGeom prst="rect">
            <a:avLst/>
          </a:prstGeom>
        </p:spPr>
        <p:txBody>
          <a:bodyPr vert="horz" lIns="88304" tIns="44152" rIns="88304" bIns="44152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26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8304" tIns="44152" rIns="88304" bIns="44152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1322" y="4783895"/>
            <a:ext cx="5444490" cy="3912834"/>
          </a:xfrm>
          <a:prstGeom prst="rect">
            <a:avLst/>
          </a:prstGeom>
        </p:spPr>
        <p:txBody>
          <a:bodyPr vert="horz" lIns="88304" tIns="44152" rIns="88304" bIns="44152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41369"/>
            <a:ext cx="2948846" cy="497969"/>
          </a:xfrm>
          <a:prstGeom prst="rect">
            <a:avLst/>
          </a:prstGeom>
        </p:spPr>
        <p:txBody>
          <a:bodyPr vert="horz" lIns="88304" tIns="44152" rIns="88304" bIns="44152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5247" y="9441369"/>
            <a:ext cx="2948845" cy="497969"/>
          </a:xfrm>
          <a:prstGeom prst="rect">
            <a:avLst/>
          </a:prstGeom>
        </p:spPr>
        <p:txBody>
          <a:bodyPr vert="horz" lIns="88304" tIns="44152" rIns="88304" bIns="44152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8113713" y="430213"/>
            <a:ext cx="2062162" cy="116046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883285">
              <a:defRPr/>
            </a:pPr>
            <a:fld id="{E2E3AE05-7DD1-4AF0-924E-BEEA496F3737}" type="slidenum">
              <a:rPr lang="zh-CN" altLang="en-US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</a:fld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0620" y="1274445"/>
            <a:ext cx="4095750" cy="4095750"/>
          </a:xfrm>
          <a:prstGeom prst="rect">
            <a:avLst/>
          </a:prstGeom>
        </p:spPr>
      </p:pic>
      <p:sp>
        <p:nvSpPr>
          <p:cNvPr id="9" name="椭圆 8"/>
          <p:cNvSpPr/>
          <p:nvPr userDrawn="1"/>
        </p:nvSpPr>
        <p:spPr>
          <a:xfrm>
            <a:off x="838199" y="2159953"/>
            <a:ext cx="2324735" cy="2324735"/>
          </a:xfrm>
          <a:prstGeom prst="ellipse">
            <a:avLst/>
          </a:prstGeom>
          <a:solidFill>
            <a:schemeClr val="bg1">
              <a:alpha val="86000"/>
            </a:schemeClr>
          </a:solidFill>
          <a:effectLst>
            <a:outerShdw blurRad="368300" dist="38100" dir="2700000" sx="104000" sy="104000" algn="tl" rotWithShape="0">
              <a:srgbClr val="154481">
                <a:alpha val="15000"/>
              </a:srgbClr>
            </a:outerShdw>
          </a:effec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9900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 录</a:t>
            </a:r>
            <a:endParaRPr kumimoji="0" lang="zh-CN" altLang="en-US" sz="4400" b="1" i="0" u="none" strike="noStrike" kern="1200" cap="none" spc="0" normalizeH="0" baseline="0" noProof="0" dirty="0">
              <a:ln w="9525">
                <a:solidFill>
                  <a:schemeClr val="bg1"/>
                </a:solidFill>
                <a:prstDash val="solid"/>
              </a:ln>
              <a:solidFill>
                <a:srgbClr val="990000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7" name="图片 6" descr="联合logo标准版"/>
          <p:cNvPicPr>
            <a:picLocks noChangeAspect="1"/>
          </p:cNvPicPr>
          <p:nvPr userDrawn="1"/>
        </p:nvPicPr>
        <p:blipFill>
          <a:blip r:embed="rId3"/>
          <a:srcRect l="6478" t="22548" r="4274" b="27631"/>
          <a:stretch>
            <a:fillRect/>
          </a:stretch>
        </p:blipFill>
        <p:spPr>
          <a:xfrm>
            <a:off x="331470" y="187325"/>
            <a:ext cx="4218940" cy="73279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 userDrawn="1"/>
        </p:nvCxnSpPr>
        <p:spPr>
          <a:xfrm>
            <a:off x="245534" y="736283"/>
            <a:ext cx="11700933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组合 7"/>
          <p:cNvGrpSpPr/>
          <p:nvPr userDrawn="1"/>
        </p:nvGrpSpPr>
        <p:grpSpPr bwMode="auto">
          <a:xfrm rot="5400000">
            <a:off x="106954" y="374287"/>
            <a:ext cx="642938" cy="95249"/>
            <a:chOff x="5021588" y="764308"/>
            <a:chExt cx="908314" cy="67779"/>
          </a:xfrm>
        </p:grpSpPr>
        <p:sp>
          <p:nvSpPr>
            <p:cNvPr id="7" name="圆角矩形 6"/>
            <p:cNvSpPr/>
            <p:nvPr/>
          </p:nvSpPr>
          <p:spPr>
            <a:xfrm>
              <a:off x="5021589" y="764308"/>
              <a:ext cx="625728" cy="67779"/>
            </a:xfrm>
            <a:prstGeom prst="round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sz="1200" noProof="1"/>
            </a:p>
          </p:txBody>
        </p:sp>
        <p:sp>
          <p:nvSpPr>
            <p:cNvPr id="8" name="圆角矩形 7"/>
            <p:cNvSpPr/>
            <p:nvPr/>
          </p:nvSpPr>
          <p:spPr>
            <a:xfrm>
              <a:off x="5304175" y="764308"/>
              <a:ext cx="625728" cy="67779"/>
            </a:xfrm>
            <a:prstGeom prst="roundRect">
              <a:avLst/>
            </a:prstGeom>
            <a:solidFill>
              <a:srgbClr val="2F559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sz="1200" noProof="1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6048" y="108088"/>
            <a:ext cx="8856000" cy="627651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2200" b="1">
                <a:solidFill>
                  <a:srgbClr val="C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9" name="灯片编号占位符 14"/>
          <p:cNvSpPr>
            <a:spLocks noGrp="1"/>
          </p:cNvSpPr>
          <p:nvPr>
            <p:ph type="sldNum" sz="quarter" idx="10"/>
          </p:nvPr>
        </p:nvSpPr>
        <p:spPr>
          <a:xfrm>
            <a:off x="11460479" y="6336804"/>
            <a:ext cx="596399" cy="366936"/>
          </a:xfrm>
          <a:prstGeom prst="rect">
            <a:avLst/>
          </a:prstGeom>
        </p:spPr>
        <p:txBody>
          <a:bodyPr anchor="ctr"/>
          <a:lstStyle>
            <a:lvl1pPr algn="r">
              <a:defRPr sz="1200" smtClean="0">
                <a:latin typeface="思源宋体 CN Heavy" panose="02020900000000000000" pitchFamily="18" charset="-122"/>
                <a:ea typeface="思源宋体 CN Heavy" panose="02020900000000000000" pitchFamily="18" charset="-122"/>
                <a:cs typeface="Arial" panose="020B0604020202090204" pitchFamily="34" charset="0"/>
              </a:defRPr>
            </a:lvl1pPr>
          </a:lstStyle>
          <a:p>
            <a:fld id="{A0E155EB-C51F-4C96-BAE0-0E3CFD4553C9}" type="slidenum">
              <a:rPr lang="en-US" smtClean="0"/>
            </a:fld>
            <a:endParaRPr lang="en-US" dirty="0"/>
          </a:p>
        </p:txBody>
      </p:sp>
      <p:pic>
        <p:nvPicPr>
          <p:cNvPr id="4" name="图片 3" descr="联合logo标准版"/>
          <p:cNvPicPr>
            <a:picLocks noChangeAspect="1"/>
          </p:cNvPicPr>
          <p:nvPr userDrawn="1"/>
        </p:nvPicPr>
        <p:blipFill>
          <a:blip r:embed="rId2"/>
          <a:srcRect l="6478" t="22548" r="4274" b="27631"/>
          <a:stretch>
            <a:fillRect/>
          </a:stretch>
        </p:blipFill>
        <p:spPr>
          <a:xfrm>
            <a:off x="9105900" y="154260"/>
            <a:ext cx="3086100" cy="5353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 userDrawn="1"/>
        </p:nvCxnSpPr>
        <p:spPr>
          <a:xfrm>
            <a:off x="1048576" y="624125"/>
            <a:ext cx="986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组合 7"/>
          <p:cNvGrpSpPr/>
          <p:nvPr userDrawn="1"/>
        </p:nvGrpSpPr>
        <p:grpSpPr bwMode="auto">
          <a:xfrm rot="5400000">
            <a:off x="754112" y="261683"/>
            <a:ext cx="588928" cy="87248"/>
            <a:chOff x="5021588" y="764308"/>
            <a:chExt cx="908314" cy="67779"/>
          </a:xfrm>
        </p:grpSpPr>
        <p:sp>
          <p:nvSpPr>
            <p:cNvPr id="7" name="圆角矩形 6"/>
            <p:cNvSpPr/>
            <p:nvPr/>
          </p:nvSpPr>
          <p:spPr>
            <a:xfrm>
              <a:off x="5021589" y="764308"/>
              <a:ext cx="625728" cy="67779"/>
            </a:xfrm>
            <a:prstGeom prst="round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sz="1200" noProof="1"/>
            </a:p>
          </p:txBody>
        </p:sp>
        <p:sp>
          <p:nvSpPr>
            <p:cNvPr id="8" name="圆角矩形 7"/>
            <p:cNvSpPr/>
            <p:nvPr/>
          </p:nvSpPr>
          <p:spPr>
            <a:xfrm>
              <a:off x="5304175" y="764308"/>
              <a:ext cx="625728" cy="67779"/>
            </a:xfrm>
            <a:prstGeom prst="roundRect">
              <a:avLst/>
            </a:prstGeom>
            <a:solidFill>
              <a:srgbClr val="2F559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sz="1200" noProof="1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06128" y="0"/>
            <a:ext cx="8856000" cy="627651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2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pic>
        <p:nvPicPr>
          <p:cNvPr id="4" name="图片 3" descr="联合logo标准版"/>
          <p:cNvPicPr>
            <a:picLocks noChangeAspect="1"/>
          </p:cNvPicPr>
          <p:nvPr userDrawn="1"/>
        </p:nvPicPr>
        <p:blipFill>
          <a:blip r:embed="rId2"/>
          <a:srcRect l="6478" t="22548" r="4274" b="27631"/>
          <a:stretch>
            <a:fillRect/>
          </a:stretch>
        </p:blipFill>
        <p:spPr>
          <a:xfrm>
            <a:off x="8779715" y="10844"/>
            <a:ext cx="3487757" cy="604975"/>
          </a:xfrm>
          <a:prstGeom prst="rect">
            <a:avLst/>
          </a:prstGeom>
        </p:spPr>
      </p:pic>
      <p:sp>
        <p:nvSpPr>
          <p:cNvPr id="15" name="灯片编号占位符 4"/>
          <p:cNvSpPr txBox="1"/>
          <p:nvPr userDrawn="1"/>
        </p:nvSpPr>
        <p:spPr>
          <a:xfrm>
            <a:off x="4724400" y="64919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0" y="-69812"/>
            <a:ext cx="1106129" cy="617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6240500"/>
            <a:ext cx="1106129" cy="617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11210925" y="-69812"/>
            <a:ext cx="1106129" cy="617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11210925" y="6240500"/>
            <a:ext cx="1106129" cy="617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7" name="表格 6"/>
          <p:cNvGraphicFramePr>
            <a:graphicFrameLocks noGrp="1"/>
          </p:cNvGraphicFramePr>
          <p:nvPr userDrawn="1"/>
        </p:nvGraphicFramePr>
        <p:xfrm>
          <a:off x="-2165351" y="0"/>
          <a:ext cx="2076451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7700"/>
                <a:gridCol w="529551"/>
                <a:gridCol w="422624"/>
                <a:gridCol w="476576"/>
              </a:tblGrid>
              <a:tr h="12151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dirty="0">
                          <a:solidFill>
                            <a:sysClr val="windowText" lastClr="000000"/>
                          </a:solidFill>
                        </a:rPr>
                        <a:t>大标题</a:t>
                      </a:r>
                      <a:endParaRPr lang="zh-CN" altLang="en-US" sz="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ysClr val="windowText" lastClr="000000"/>
                          </a:solidFill>
                        </a:rPr>
                        <a:t>28</a:t>
                      </a:r>
                      <a:r>
                        <a:rPr lang="zh-CN" altLang="en-US" sz="800" dirty="0">
                          <a:solidFill>
                            <a:sysClr val="windowText" lastClr="000000"/>
                          </a:solidFill>
                        </a:rPr>
                        <a:t>号</a:t>
                      </a:r>
                      <a:endParaRPr lang="zh-CN" altLang="en-US" sz="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600" dirty="0">
                          <a:solidFill>
                            <a:srgbClr val="C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思源黑体 CN Regular" panose="020B0500000000000000" charset="-122"/>
                          <a:sym typeface="+mn-ea"/>
                        </a:rPr>
                        <a:t>R:199 G:0 B:11</a:t>
                      </a:r>
                      <a:endParaRPr lang="zh-CN" altLang="en-US" sz="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6000B"/>
                    </a:solidFill>
                  </a:tcPr>
                </a:tc>
              </a:tr>
              <a:tr h="12151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dirty="0">
                          <a:solidFill>
                            <a:srgbClr val="333333"/>
                          </a:solidFill>
                          <a:latin typeface="楷体_GB2312" panose="02010609030101010101" pitchFamily="49" charset="-122"/>
                          <a:ea typeface="楷体_GB2312" panose="02010609030101010101" pitchFamily="49" charset="-122"/>
                          <a:cs typeface="Source Han Sans CN" panose="020B0A00000000000000" charset="-122"/>
                          <a:sym typeface="+mn-ea"/>
                        </a:rPr>
                        <a:t>副标题</a:t>
                      </a:r>
                      <a:endParaRPr lang="zh-CN" altLang="en-US" sz="800" dirty="0">
                        <a:solidFill>
                          <a:sysClr val="windowText" lastClr="000000"/>
                        </a:solidFill>
                        <a:latin typeface="楷体_GB2312" panose="02010609030101010101" pitchFamily="49" charset="-122"/>
                        <a:ea typeface="楷体_GB2312" panose="02010609030101010101" pitchFamily="49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ysClr val="windowText" lastClr="000000"/>
                          </a:solidFill>
                        </a:rPr>
                        <a:t>18</a:t>
                      </a:r>
                      <a:r>
                        <a:rPr lang="zh-CN" altLang="en-US" sz="800" dirty="0">
                          <a:solidFill>
                            <a:sysClr val="windowText" lastClr="000000"/>
                          </a:solidFill>
                        </a:rPr>
                        <a:t>号</a:t>
                      </a:r>
                      <a:endParaRPr lang="zh-CN" altLang="en-US" sz="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600" dirty="0">
                          <a:solidFill>
                            <a:srgbClr val="C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思源黑体 CN Regular" panose="020B0500000000000000" charset="-122"/>
                          <a:sym typeface="+mn-ea"/>
                        </a:rPr>
                        <a:t>R:51 G:51 B:51</a:t>
                      </a:r>
                      <a:endParaRPr lang="zh-CN" altLang="en-US" sz="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3333"/>
                    </a:solidFill>
                  </a:tcPr>
                </a:tc>
              </a:tr>
              <a:tr h="12151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dirty="0">
                          <a:solidFill>
                            <a:sysClr val="windowText" lastClr="000000"/>
                          </a:solidFill>
                        </a:rPr>
                        <a:t>正文标题</a:t>
                      </a:r>
                      <a:endParaRPr lang="zh-CN" altLang="en-US" sz="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ysClr val="windowText" lastClr="000000"/>
                          </a:solidFill>
                        </a:rPr>
                        <a:t>18</a:t>
                      </a:r>
                      <a:r>
                        <a:rPr lang="zh-CN" altLang="en-US" sz="800" dirty="0">
                          <a:solidFill>
                            <a:sysClr val="windowText" lastClr="000000"/>
                          </a:solidFill>
                        </a:rPr>
                        <a:t>号</a:t>
                      </a:r>
                      <a:endParaRPr lang="zh-CN" altLang="en-US" sz="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600" dirty="0">
                          <a:solidFill>
                            <a:srgbClr val="C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思源黑体 CN Regular" panose="020B0500000000000000" charset="-122"/>
                          <a:sym typeface="+mn-ea"/>
                        </a:rPr>
                        <a:t>R:51 G:51 B:51</a:t>
                      </a:r>
                      <a:endParaRPr lang="zh-CN" altLang="en-US" sz="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3333"/>
                    </a:solidFill>
                  </a:tcPr>
                </a:tc>
              </a:tr>
              <a:tr h="12151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dirty="0">
                          <a:solidFill>
                            <a:sysClr val="windowText" lastClr="000000"/>
                          </a:solidFill>
                        </a:rPr>
                        <a:t>正文内容</a:t>
                      </a:r>
                      <a:endParaRPr lang="zh-CN" altLang="en-US" sz="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ysClr val="windowText" lastClr="000000"/>
                          </a:solidFill>
                        </a:rPr>
                        <a:t>10</a:t>
                      </a:r>
                      <a:r>
                        <a:rPr lang="zh-CN" altLang="en-US" sz="800" dirty="0">
                          <a:solidFill>
                            <a:sysClr val="windowText" lastClr="000000"/>
                          </a:solidFill>
                        </a:rPr>
                        <a:t>号</a:t>
                      </a:r>
                      <a:endParaRPr lang="zh-CN" altLang="en-US" sz="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600" dirty="0">
                          <a:solidFill>
                            <a:srgbClr val="C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思源黑体 CN Regular" panose="020B0500000000000000" charset="-122"/>
                          <a:sym typeface="+mn-ea"/>
                        </a:rPr>
                        <a:t>R:51 G:51 B:51</a:t>
                      </a:r>
                      <a:endParaRPr lang="zh-CN" altLang="en-US" sz="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3333"/>
                    </a:solidFill>
                  </a:tcPr>
                </a:tc>
              </a:tr>
              <a:tr h="12151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dirty="0">
                          <a:solidFill>
                            <a:sysClr val="windowText" lastClr="000000"/>
                          </a:solidFill>
                        </a:rPr>
                        <a:t>关键内容</a:t>
                      </a:r>
                      <a:endParaRPr lang="zh-CN" altLang="en-US" sz="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ysClr val="windowText" lastClr="000000"/>
                          </a:solidFill>
                        </a:rPr>
                        <a:t>10</a:t>
                      </a:r>
                      <a:r>
                        <a:rPr lang="zh-CN" altLang="en-US" sz="800" dirty="0">
                          <a:solidFill>
                            <a:sysClr val="windowText" lastClr="000000"/>
                          </a:solidFill>
                        </a:rPr>
                        <a:t>号</a:t>
                      </a:r>
                      <a:endParaRPr lang="zh-CN" altLang="en-US" sz="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600" dirty="0">
                          <a:solidFill>
                            <a:srgbClr val="C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思源黑体 CN Regular" panose="020B0500000000000000" charset="-122"/>
                          <a:sym typeface="+mn-ea"/>
                        </a:rPr>
                        <a:t>R:162 G:15 B:17</a:t>
                      </a:r>
                      <a:endParaRPr lang="zh-CN" altLang="en-US" sz="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20F11"/>
                    </a:solidFill>
                  </a:tcPr>
                </a:tc>
              </a:tr>
              <a:tr h="15623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dirty="0">
                          <a:solidFill>
                            <a:sysClr val="windowText" lastClr="000000"/>
                          </a:solidFill>
                        </a:rPr>
                        <a:t>注释</a:t>
                      </a:r>
                      <a:endParaRPr lang="zh-CN" altLang="en-US" sz="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ysClr val="windowText" lastClr="000000"/>
                          </a:solidFill>
                        </a:rPr>
                        <a:t>6</a:t>
                      </a:r>
                      <a:r>
                        <a:rPr lang="zh-CN" altLang="en-US" sz="800" dirty="0">
                          <a:solidFill>
                            <a:sysClr val="windowText" lastClr="000000"/>
                          </a:solidFill>
                        </a:rPr>
                        <a:t>号</a:t>
                      </a:r>
                      <a:endParaRPr lang="zh-CN" altLang="en-US" sz="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600" dirty="0">
                          <a:solidFill>
                            <a:srgbClr val="C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思源黑体 CN Regular" panose="020B0500000000000000" charset="-122"/>
                          <a:sym typeface="+mn-ea"/>
                        </a:rPr>
                        <a:t>R:102 G:102 B:102</a:t>
                      </a:r>
                      <a:endParaRPr lang="zh-CN" altLang="en-US" sz="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666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 userDrawn="1"/>
        </p:nvGraphicFramePr>
        <p:xfrm>
          <a:off x="-1385570" y="2303151"/>
          <a:ext cx="129794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647"/>
                <a:gridCol w="432647"/>
                <a:gridCol w="432647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2F559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D2293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EE763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楷体_GB2312" panose="02010609030101010101" pitchFamily="49" charset="-122"/>
          <a:ea typeface="楷体_GB2312" panose="02010609030101010101" pitchFamily="49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楷体_GB2312" panose="02010609030101010101" pitchFamily="49" charset="-122"/>
          <a:ea typeface="楷体_GB2312" panose="0201060903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楷体_GB2312" panose="02010609030101010101" pitchFamily="49" charset="-122"/>
          <a:ea typeface="楷体_GB2312" panose="02010609030101010101" pitchFamily="49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楷体_GB2312" panose="02010609030101010101" pitchFamily="49" charset="-122"/>
          <a:ea typeface="楷体_GB2312" panose="02010609030101010101" pitchFamily="49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楷体_GB2312" panose="02010609030101010101" pitchFamily="49" charset="-122"/>
          <a:ea typeface="楷体_GB2312" panose="0201060903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 userDrawn="1"/>
        </p:nvSpPr>
        <p:spPr>
          <a:xfrm>
            <a:off x="5861613" y="-164483"/>
            <a:ext cx="627067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600" b="1" i="0" u="none" strike="noStrike" kern="1200" cap="none" spc="0" normalizeH="0" baseline="0" noProof="0" dirty="0">
                <a:ln w="3175">
                  <a:gradFill>
                    <a:gsLst>
                      <a:gs pos="0">
                        <a:prstClr val="white">
                          <a:lumMod val="85000"/>
                          <a:alpha val="50000"/>
                        </a:prstClr>
                      </a:gs>
                      <a:gs pos="100000">
                        <a:prstClr val="white">
                          <a:lumMod val="85000"/>
                          <a:alpha val="0"/>
                        </a:prstClr>
                      </a:gs>
                    </a:gsLst>
                    <a:lin ang="5400000" scaled="1"/>
                  </a:gradFill>
                </a:ln>
                <a:gradFill>
                  <a:gsLst>
                    <a:gs pos="0">
                      <a:prstClr val="white">
                        <a:lumMod val="95000"/>
                        <a:alpha val="33000"/>
                      </a:prstClr>
                    </a:gs>
                    <a:gs pos="65000">
                      <a:prstClr val="white">
                        <a:lumMod val="85000"/>
                        <a:alpha val="0"/>
                      </a:prstClr>
                    </a:gs>
                  </a:gsLst>
                  <a:lin ang="5400000" scaled="1"/>
                </a:gra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Arial" panose="020B0604020202090204" pitchFamily="34" charset="0"/>
              </a:rPr>
              <a:t>ICBCCS</a:t>
            </a:r>
            <a:endParaRPr kumimoji="0" lang="zh-CN" altLang="en-US" sz="9600" b="1" i="0" u="none" strike="noStrike" kern="1200" cap="none" spc="0" normalizeH="0" baseline="0" noProof="0" dirty="0">
              <a:ln w="3175">
                <a:gradFill>
                  <a:gsLst>
                    <a:gs pos="0">
                      <a:prstClr val="white">
                        <a:lumMod val="85000"/>
                        <a:alpha val="50000"/>
                      </a:prstClr>
                    </a:gs>
                    <a:gs pos="100000">
                      <a:prstClr val="white">
                        <a:lumMod val="85000"/>
                        <a:alpha val="0"/>
                      </a:prstClr>
                    </a:gs>
                  </a:gsLst>
                  <a:lin ang="5400000" scaled="1"/>
                </a:gradFill>
              </a:ln>
              <a:gradFill>
                <a:gsLst>
                  <a:gs pos="0">
                    <a:prstClr val="white">
                      <a:lumMod val="95000"/>
                      <a:alpha val="33000"/>
                    </a:prstClr>
                  </a:gs>
                  <a:gs pos="65000">
                    <a:prstClr val="white">
                      <a:lumMod val="85000"/>
                      <a:alpha val="0"/>
                    </a:prstClr>
                  </a:gs>
                </a:gsLst>
                <a:lin ang="5400000" scaled="1"/>
              </a:gra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Arial" panose="020B0604020202090204" pitchFamily="34" charset="0"/>
            </a:endParaRPr>
          </a:p>
        </p:txBody>
      </p:sp>
      <p:sp>
        <p:nvSpPr>
          <p:cNvPr id="13" name="矩形 12"/>
          <p:cNvSpPr/>
          <p:nvPr userDrawn="1"/>
        </p:nvSpPr>
        <p:spPr bwMode="auto">
          <a:xfrm>
            <a:off x="0" y="6715125"/>
            <a:ext cx="12192000" cy="1488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04C8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285440" y="293025"/>
            <a:ext cx="8716056" cy="4349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37845" y="113601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z="2800" dirty="0">
                <a:sym typeface="+mn-ea"/>
              </a:rPr>
              <a:t>单击此处编辑母版文本样式</a:t>
            </a:r>
            <a:endParaRPr lang="zh-CN" altLang="en-US" sz="2800" dirty="0"/>
          </a:p>
          <a:p>
            <a:pPr lvl="1"/>
            <a:r>
              <a:rPr lang="zh-CN" altLang="en-US" sz="2800" dirty="0">
                <a:sym typeface="+mn-ea"/>
              </a:rPr>
              <a:t>第二级</a:t>
            </a:r>
            <a:endParaRPr lang="zh-CN" altLang="en-US" sz="2800" dirty="0"/>
          </a:p>
          <a:p>
            <a:pPr lvl="2"/>
            <a:r>
              <a:rPr lang="zh-CN" altLang="en-US" sz="2800" dirty="0">
                <a:sym typeface="+mn-ea"/>
              </a:rPr>
              <a:t>第三级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9882084" y="6715125"/>
            <a:ext cx="1865416" cy="1607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29650" y="6715125"/>
            <a:ext cx="1222072" cy="1607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4EC7F1D-91E8-4A6E-93E1-908A3D6BAEB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0" y="800100"/>
            <a:ext cx="12192000" cy="8045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1" y="266701"/>
            <a:ext cx="119063" cy="473868"/>
          </a:xfrm>
          <a:prstGeom prst="rect">
            <a:avLst/>
          </a:prstGeom>
          <a:solidFill>
            <a:srgbClr val="104C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154780" y="266701"/>
            <a:ext cx="52389" cy="47386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pic>
        <p:nvPicPr>
          <p:cNvPr id="4" name="图片 3" descr="联合logo标准版"/>
          <p:cNvPicPr>
            <a:picLocks noChangeAspect="1"/>
          </p:cNvPicPr>
          <p:nvPr userDrawn="1"/>
        </p:nvPicPr>
        <p:blipFill>
          <a:blip r:embed="rId1"/>
          <a:srcRect l="6478" t="22548" r="4274" b="27631"/>
          <a:stretch>
            <a:fillRect/>
          </a:stretch>
        </p:blipFill>
        <p:spPr>
          <a:xfrm>
            <a:off x="8334375" y="181610"/>
            <a:ext cx="3526790" cy="61214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b="1" kern="1200">
          <a:solidFill>
            <a:srgbClr val="0E4078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2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chart" Target="../charts/chart5.xml"/><Relationship Id="rId1" Type="http://schemas.openxmlformats.org/officeDocument/2006/relationships/chart" Target="../charts/char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0702-工银19周年ppt背板横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635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336550" y="2422525"/>
            <a:ext cx="1151826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400" b="1" dirty="0">
                <a:solidFill>
                  <a:schemeClr val="bg1"/>
                </a:solidFill>
                <a:latin typeface="方正小标宋简体" panose="02000000000000000000" pitchFamily="65" charset="-122"/>
                <a:ea typeface="方正小标宋简体" panose="02000000000000000000" pitchFamily="65" charset="-122"/>
                <a:cs typeface="+mn-ea"/>
                <a:sym typeface="+mn-lt"/>
              </a:rPr>
              <a:t>标题</a:t>
            </a:r>
            <a:r>
              <a:rPr lang="en-US" altLang="zh-CN" sz="4400" b="1" dirty="0">
                <a:solidFill>
                  <a:schemeClr val="bg1"/>
                </a:solidFill>
                <a:latin typeface="方正小标宋简体" panose="02000000000000000000" pitchFamily="65" charset="-122"/>
                <a:ea typeface="方正小标宋简体" panose="02000000000000000000" pitchFamily="65" charset="-122"/>
                <a:cs typeface="+mn-ea"/>
                <a:sym typeface="+mn-lt"/>
              </a:rPr>
              <a:t>1</a:t>
            </a:r>
            <a:endParaRPr lang="en-US" altLang="zh-CN" sz="4400" b="1" dirty="0">
              <a:solidFill>
                <a:schemeClr val="bg1"/>
              </a:solidFill>
              <a:latin typeface="方正小标宋简体" panose="02000000000000000000" pitchFamily="65" charset="-122"/>
              <a:ea typeface="方正小标宋简体" panose="02000000000000000000" pitchFamily="65" charset="-122"/>
              <a:cs typeface="+mn-ea"/>
              <a:sym typeface="+mn-lt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5222875" y="4664075"/>
            <a:ext cx="1726565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200" dirty="0">
                <a:solidFill>
                  <a:schemeClr val="bg1"/>
                </a:solidFill>
                <a:latin typeface="方正小标宋简体" panose="02000000000000000000" pitchFamily="65" charset="-122"/>
                <a:ea typeface="方正小标宋简体" panose="02000000000000000000" pitchFamily="65" charset="-122"/>
                <a:cs typeface="+mn-ea"/>
                <a:sym typeface="+mn-lt"/>
              </a:rPr>
              <a:t>日期</a:t>
            </a:r>
            <a:r>
              <a:rPr lang="en-US" altLang="zh-CN" sz="2200" dirty="0">
                <a:solidFill>
                  <a:schemeClr val="bg1"/>
                </a:solidFill>
                <a:latin typeface="方正小标宋简体" panose="02000000000000000000" pitchFamily="65" charset="-122"/>
                <a:ea typeface="方正小标宋简体" panose="02000000000000000000" pitchFamily="65" charset="-122"/>
                <a:cs typeface="+mn-ea"/>
                <a:sym typeface="+mn-lt"/>
              </a:rPr>
              <a:t>1</a:t>
            </a:r>
            <a:endParaRPr lang="en-US" altLang="zh-CN" sz="2200" dirty="0">
              <a:solidFill>
                <a:schemeClr val="bg1"/>
              </a:solidFill>
              <a:latin typeface="方正小标宋简体" panose="02000000000000000000" pitchFamily="65" charset="-122"/>
              <a:ea typeface="方正小标宋简体" panose="02000000000000000000" pitchFamily="65" charset="-122"/>
              <a:cs typeface="+mn-ea"/>
              <a:sym typeface="+mn-lt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0194925" y="6265545"/>
            <a:ext cx="139700" cy="244475"/>
          </a:xfrm>
          <a:prstGeom prst="rect">
            <a:avLst/>
          </a:prstGeom>
          <a:solidFill>
            <a:srgbClr val="C7000B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116132" y="3429317"/>
            <a:ext cx="9816861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600" dirty="0">
                <a:solidFill>
                  <a:schemeClr val="bg1"/>
                </a:solidFill>
                <a:latin typeface="方正小标宋简体" panose="02000000000000000000" pitchFamily="65" charset="-122"/>
                <a:ea typeface="方正小标宋简体" panose="02000000000000000000" pitchFamily="65" charset="-122"/>
                <a:cs typeface="+mn-ea"/>
                <a:sym typeface="+mn-lt"/>
              </a:rPr>
              <a:t>标题</a:t>
            </a:r>
            <a:r>
              <a:rPr lang="en-US" altLang="zh-CN" sz="2600" dirty="0">
                <a:solidFill>
                  <a:schemeClr val="bg1"/>
                </a:solidFill>
                <a:latin typeface="方正小标宋简体" panose="02000000000000000000" pitchFamily="65" charset="-122"/>
                <a:ea typeface="方正小标宋简体" panose="02000000000000000000" pitchFamily="65" charset="-122"/>
                <a:cs typeface="+mn-ea"/>
                <a:sym typeface="+mn-lt"/>
              </a:rPr>
              <a:t>2</a:t>
            </a:r>
            <a:endParaRPr lang="en-US" altLang="zh-CN" sz="2600" dirty="0">
              <a:solidFill>
                <a:schemeClr val="bg1"/>
              </a:solidFill>
              <a:latin typeface="方正小标宋简体" panose="02000000000000000000" pitchFamily="65" charset="-122"/>
              <a:ea typeface="方正小标宋简体" panose="02000000000000000000" pitchFamily="65" charset="-122"/>
              <a:cs typeface="+mn-ea"/>
              <a:sym typeface="+mn-lt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ea typeface="+mn-ea"/>
                <a:cs typeface="+mn-ea"/>
                <a:sym typeface="+mn-lt"/>
              </a:rPr>
            </a:fld>
            <a:endParaRPr lang="zh-CN" altLang="en-US"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4691236" y="2324936"/>
            <a:ext cx="5662718" cy="553998"/>
            <a:chOff x="4230011" y="1632599"/>
            <a:chExt cx="5662718" cy="553998"/>
          </a:xfrm>
        </p:grpSpPr>
        <p:sp>
          <p:nvSpPr>
            <p:cNvPr id="13" name="文本框 12"/>
            <p:cNvSpPr txBox="1"/>
            <p:nvPr>
              <p:custDataLst>
                <p:tags r:id="rId1"/>
              </p:custDataLst>
            </p:nvPr>
          </p:nvSpPr>
          <p:spPr>
            <a:xfrm>
              <a:off x="5104729" y="1632599"/>
              <a:ext cx="4788000" cy="55399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>
                <a:defRPr/>
              </a:pPr>
              <a:r>
                <a:rPr lang="zh-CN" altLang="en-US" sz="3000" b="1" dirty="0">
                  <a:solidFill>
                    <a:srgbClr val="990000"/>
                  </a:solidFill>
                  <a:cs typeface="+mn-ea"/>
                  <a:sym typeface="+mn-lt"/>
                </a:rPr>
                <a:t>投资组合运作情况回顾</a:t>
              </a:r>
              <a:endParaRPr lang="zh-CN" altLang="en-US" sz="3000" b="1" dirty="0">
                <a:solidFill>
                  <a:srgbClr val="990000"/>
                </a:solidFill>
                <a:cs typeface="+mn-ea"/>
                <a:sym typeface="+mn-lt"/>
              </a:endParaRPr>
            </a:p>
          </p:txBody>
        </p:sp>
        <p:sp>
          <p:nvSpPr>
            <p:cNvPr id="14" name="箭头: 五边形 53"/>
            <p:cNvSpPr/>
            <p:nvPr>
              <p:custDataLst>
                <p:tags r:id="rId2"/>
              </p:custDataLst>
            </p:nvPr>
          </p:nvSpPr>
          <p:spPr>
            <a:xfrm>
              <a:off x="4230011" y="1632599"/>
              <a:ext cx="828000" cy="540000"/>
            </a:xfrm>
            <a:prstGeom prst="homePlate">
              <a:avLst>
                <a:gd name="adj" fmla="val 40890"/>
              </a:avLst>
            </a:prstGeom>
            <a:solidFill>
              <a:srgbClr val="990000"/>
            </a:solidFill>
            <a:ln w="0"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u="none" strike="noStrike" kern="1200" cap="none" spc="0" normalizeH="0" baseline="0" noProof="0" dirty="0">
                  <a:ln w="0"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cs typeface="+mn-ea"/>
                  <a:sym typeface="+mn-lt"/>
                </a:rPr>
                <a:t>01</a:t>
              </a:r>
              <a:endParaRPr kumimoji="0" lang="zh-CN" altLang="en-US" sz="2800" b="1" u="none" strike="noStrike" kern="1200" cap="none" spc="0" normalizeH="0" baseline="0" noProof="0" dirty="0">
                <a:ln w="0"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4691236" y="3241619"/>
            <a:ext cx="5842718" cy="553998"/>
            <a:chOff x="4230011" y="2671657"/>
            <a:chExt cx="5842718" cy="553998"/>
          </a:xfrm>
        </p:grpSpPr>
        <p:sp>
          <p:nvSpPr>
            <p:cNvPr id="18" name="文本框 17"/>
            <p:cNvSpPr txBox="1"/>
            <p:nvPr>
              <p:custDataLst>
                <p:tags r:id="rId3"/>
              </p:custDataLst>
            </p:nvPr>
          </p:nvSpPr>
          <p:spPr>
            <a:xfrm>
              <a:off x="5104729" y="2671657"/>
              <a:ext cx="4968000" cy="55399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000" b="1" u="none" strike="noStrike" kern="1200" cap="none" normalizeH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cs typeface="+mn-ea"/>
                  <a:sym typeface="+mn-lt"/>
                </a:rPr>
                <a:t>市场展望及下阶段操作</a:t>
              </a:r>
              <a:endParaRPr kumimoji="0" lang="zh-CN" altLang="en-US" sz="3000" b="1" u="none" strike="noStrike" kern="1200" cap="none" normalizeH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9" name="箭头: 五边形 53"/>
            <p:cNvSpPr/>
            <p:nvPr>
              <p:custDataLst>
                <p:tags r:id="rId4"/>
              </p:custDataLst>
            </p:nvPr>
          </p:nvSpPr>
          <p:spPr>
            <a:xfrm>
              <a:off x="4230011" y="2678656"/>
              <a:ext cx="828000" cy="540000"/>
            </a:xfrm>
            <a:prstGeom prst="homePlate">
              <a:avLst>
                <a:gd name="adj" fmla="val 40890"/>
              </a:avLst>
            </a:prstGeom>
            <a:solidFill>
              <a:srgbClr val="BFBFBF"/>
            </a:solidFill>
            <a:ln w="0"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u="none" strike="noStrike" kern="1200" cap="none" spc="0" normalizeH="0" baseline="0" noProof="0">
                  <a:ln w="0"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cs typeface="+mn-ea"/>
                  <a:sym typeface="+mn-lt"/>
                </a:rPr>
                <a:t>02</a:t>
              </a:r>
              <a:endParaRPr kumimoji="0" lang="zh-CN" altLang="en-US" sz="2800" b="1" u="none" strike="noStrike" kern="1200" cap="none" spc="0" normalizeH="0" baseline="0" noProof="0">
                <a:ln w="0"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4691236" y="4158302"/>
            <a:ext cx="5842718" cy="553998"/>
            <a:chOff x="4230011" y="2678656"/>
            <a:chExt cx="5842718" cy="553998"/>
          </a:xfrm>
        </p:grpSpPr>
        <p:sp>
          <p:nvSpPr>
            <p:cNvPr id="3" name="文本框 2"/>
            <p:cNvSpPr txBox="1"/>
            <p:nvPr>
              <p:custDataLst>
                <p:tags r:id="rId5"/>
              </p:custDataLst>
            </p:nvPr>
          </p:nvSpPr>
          <p:spPr>
            <a:xfrm>
              <a:off x="5104729" y="2678656"/>
              <a:ext cx="4968000" cy="55399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000" b="1" u="none" strike="noStrike" kern="1200" cap="none" normalizeH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cs typeface="+mn-ea"/>
                  <a:sym typeface="+mn-lt"/>
                </a:rPr>
                <a:t>年金组合的管理与思考</a:t>
              </a:r>
              <a:endParaRPr kumimoji="0" lang="zh-CN" altLang="en-US" sz="3000" b="1" u="none" strike="noStrike" kern="1200" cap="none" normalizeH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" name="箭头: 五边形 53"/>
            <p:cNvSpPr/>
            <p:nvPr>
              <p:custDataLst>
                <p:tags r:id="rId6"/>
              </p:custDataLst>
            </p:nvPr>
          </p:nvSpPr>
          <p:spPr>
            <a:xfrm>
              <a:off x="4230011" y="2678656"/>
              <a:ext cx="828000" cy="540000"/>
            </a:xfrm>
            <a:prstGeom prst="homePlate">
              <a:avLst>
                <a:gd name="adj" fmla="val 40890"/>
              </a:avLst>
            </a:prstGeom>
            <a:solidFill>
              <a:srgbClr val="BFBFBF"/>
            </a:solidFill>
            <a:ln w="0"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u="none" strike="noStrike" kern="1200" cap="none" spc="0" normalizeH="0" baseline="0" noProof="0" dirty="0">
                  <a:ln w="0"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cs typeface="+mn-ea"/>
                  <a:sym typeface="+mn-lt"/>
                </a:rPr>
                <a:t>03</a:t>
              </a:r>
              <a:endParaRPr kumimoji="0" lang="zh-CN" altLang="en-US" sz="2800" b="1" u="none" strike="noStrike" kern="1200" cap="none" spc="0" normalizeH="0" baseline="0" noProof="0" dirty="0">
                <a:ln w="0"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ea typeface="+mn-ea"/>
                <a:cs typeface="+mn-ea"/>
                <a:sym typeface="+mn-lt"/>
              </a:rPr>
            </a:fld>
            <a:endParaRPr lang="zh-CN" altLang="en-US"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altLang="zh-CN" sz="2800" dirty="0">
                <a:cs typeface="+mn-ea"/>
                <a:sym typeface="+mn-lt"/>
              </a:rPr>
              <a:t>1. </a:t>
            </a:r>
            <a:r>
              <a:rPr lang="zh-CN" altLang="en-US" sz="2800" dirty="0">
                <a:cs typeface="+mn-ea"/>
                <a:sym typeface="+mn-lt"/>
              </a:rPr>
              <a:t>组合业绩表现</a:t>
            </a:r>
            <a:endParaRPr lang="zh-CN" altLang="en-US" sz="2800" dirty="0">
              <a:cs typeface="+mn-ea"/>
              <a:sym typeface="+mn-lt"/>
            </a:endParaRPr>
          </a:p>
        </p:txBody>
      </p:sp>
      <p:grpSp>
        <p:nvGrpSpPr>
          <p:cNvPr id="58" name="组合 57"/>
          <p:cNvGrpSpPr/>
          <p:nvPr/>
        </p:nvGrpSpPr>
        <p:grpSpPr>
          <a:xfrm>
            <a:off x="896035" y="2520099"/>
            <a:ext cx="5178959" cy="3618047"/>
            <a:chOff x="214749" y="3497413"/>
            <a:chExt cx="5754533" cy="3221852"/>
          </a:xfrm>
        </p:grpSpPr>
        <p:sp>
          <p:nvSpPr>
            <p:cNvPr id="3" name="矩形 2"/>
            <p:cNvSpPr/>
            <p:nvPr/>
          </p:nvSpPr>
          <p:spPr>
            <a:xfrm>
              <a:off x="214750" y="3497413"/>
              <a:ext cx="5754532" cy="322185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aphicFrame>
          <p:nvGraphicFramePr>
            <p:cNvPr id="5" name="图表 4"/>
            <p:cNvGraphicFramePr/>
            <p:nvPr/>
          </p:nvGraphicFramePr>
          <p:xfrm>
            <a:off x="214749" y="3497413"/>
            <a:ext cx="5743075" cy="322185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"/>
            </a:graphicData>
          </a:graphic>
        </p:graphicFrame>
      </p:grpSp>
      <p:grpSp>
        <p:nvGrpSpPr>
          <p:cNvPr id="46" name="组合 45"/>
          <p:cNvGrpSpPr/>
          <p:nvPr/>
        </p:nvGrpSpPr>
        <p:grpSpPr>
          <a:xfrm>
            <a:off x="874713" y="926712"/>
            <a:ext cx="10442575" cy="583565"/>
            <a:chOff x="2142379" y="1148135"/>
            <a:chExt cx="3816355" cy="583565"/>
          </a:xfrm>
        </p:grpSpPr>
        <p:sp>
          <p:nvSpPr>
            <p:cNvPr id="47" name="矩形: 圆角 46"/>
            <p:cNvSpPr/>
            <p:nvPr/>
          </p:nvSpPr>
          <p:spPr>
            <a:xfrm>
              <a:off x="2142379" y="1148135"/>
              <a:ext cx="3816355" cy="375860"/>
            </a:xfrm>
            <a:prstGeom prst="roundRect">
              <a:avLst>
                <a:gd name="adj" fmla="val 3577"/>
              </a:avLst>
            </a:prstGeom>
            <a:solidFill>
              <a:srgbClr val="2F559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2199546" y="1148135"/>
              <a:ext cx="3228511" cy="583565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3200">
                  <a:solidFill>
                    <a:schemeClr val="accent2"/>
                  </a:solidFill>
                  <a:latin typeface="+mj-ea"/>
                  <a:ea typeface="+mj-ea"/>
                </a:defRPr>
              </a:lvl1pPr>
            </a:lstStyle>
            <a:p>
              <a:pPr>
                <a:defRPr/>
              </a:pPr>
              <a:r>
                <a:rPr lang="zh-CN" altLang="en-US" sz="1600" b="1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组合</a:t>
              </a:r>
              <a:r>
                <a:rPr lang="zh-CN" altLang="en-US" sz="1600" b="1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名称  </a:t>
              </a:r>
              <a:r>
                <a:rPr lang="zh-CN" altLang="en-US" sz="1200" dirty="0">
                  <a:solidFill>
                    <a:schemeClr val="bg1">
                      <a:lumMod val="8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成立于</a:t>
              </a:r>
              <a:r>
                <a:rPr lang="en-US" altLang="zh-CN" sz="1200" dirty="0">
                  <a:solidFill>
                    <a:schemeClr val="bg1">
                      <a:lumMod val="8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2013</a:t>
              </a:r>
              <a:r>
                <a:rPr lang="zh-CN" altLang="en-US" sz="1200" dirty="0">
                  <a:solidFill>
                    <a:schemeClr val="bg1">
                      <a:lumMod val="8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年</a:t>
              </a:r>
              <a:r>
                <a:rPr lang="en-US" altLang="zh-CN" sz="1200" dirty="0">
                  <a:solidFill>
                    <a:schemeClr val="bg1">
                      <a:lumMod val="8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6</a:t>
              </a:r>
              <a:r>
                <a:rPr lang="zh-CN" altLang="en-US" sz="1200" dirty="0">
                  <a:solidFill>
                    <a:schemeClr val="bg1">
                      <a:lumMod val="8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月</a:t>
              </a:r>
              <a:r>
                <a:rPr lang="en-US" altLang="zh-CN" sz="1200" dirty="0">
                  <a:solidFill>
                    <a:schemeClr val="bg1">
                      <a:lumMod val="8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5</a:t>
              </a:r>
              <a:r>
                <a:rPr lang="zh-CN" altLang="en-US" sz="1200" dirty="0">
                  <a:solidFill>
                    <a:schemeClr val="bg1">
                      <a:lumMod val="8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日</a:t>
              </a:r>
              <a:r>
                <a:rPr lang="zh-CN" altLang="en-US" sz="1600" dirty="0">
                  <a:solidFill>
                    <a:schemeClr val="bg1">
                      <a:lumMod val="8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，</a:t>
              </a:r>
              <a:r>
                <a:rPr lang="zh-CN" altLang="en-US" sz="1200" dirty="0">
                  <a:solidFill>
                    <a:schemeClr val="bg1">
                      <a:lumMod val="8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截至</a:t>
              </a:r>
              <a:r>
                <a:rPr lang="en-US" altLang="zh-CN" sz="1200" dirty="0">
                  <a:solidFill>
                    <a:schemeClr val="bg1">
                      <a:lumMod val="8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2024</a:t>
              </a:r>
              <a:r>
                <a:rPr lang="zh-CN" altLang="en-US" sz="1200" dirty="0">
                  <a:solidFill>
                    <a:schemeClr val="bg1">
                      <a:lumMod val="8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年</a:t>
              </a:r>
              <a:r>
                <a:rPr lang="en-US" altLang="zh-CN" sz="1200" dirty="0">
                  <a:solidFill>
                    <a:schemeClr val="bg1">
                      <a:lumMod val="8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11</a:t>
              </a:r>
              <a:r>
                <a:rPr lang="zh-CN" altLang="en-US" sz="1200" dirty="0">
                  <a:solidFill>
                    <a:schemeClr val="bg1">
                      <a:lumMod val="8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月</a:t>
              </a:r>
              <a:r>
                <a:rPr lang="en-US" altLang="zh-CN" sz="1200" dirty="0">
                  <a:solidFill>
                    <a:schemeClr val="bg1">
                      <a:lumMod val="8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30</a:t>
              </a:r>
              <a:r>
                <a:rPr lang="zh-CN" altLang="en-US" sz="1200" dirty="0">
                  <a:solidFill>
                    <a:schemeClr val="bg1">
                      <a:lumMod val="8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日</a:t>
              </a:r>
              <a:endParaRPr lang="zh-CN" altLang="en-US" sz="1200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6141858" y="2520099"/>
            <a:ext cx="5256334" cy="3624773"/>
            <a:chOff x="6141858" y="2923020"/>
            <a:chExt cx="5256334" cy="3221852"/>
          </a:xfrm>
        </p:grpSpPr>
        <p:sp>
          <p:nvSpPr>
            <p:cNvPr id="60" name="矩形 59"/>
            <p:cNvSpPr/>
            <p:nvPr/>
          </p:nvSpPr>
          <p:spPr>
            <a:xfrm>
              <a:off x="6141858" y="2923020"/>
              <a:ext cx="5178958" cy="322185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aphicFrame>
          <p:nvGraphicFramePr>
            <p:cNvPr id="59" name="图表 58"/>
            <p:cNvGraphicFramePr/>
            <p:nvPr/>
          </p:nvGraphicFramePr>
          <p:xfrm>
            <a:off x="6230472" y="2923020"/>
            <a:ext cx="5167720" cy="322185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</p:grp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868644" y="1561471"/>
          <a:ext cx="517895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6319"/>
                <a:gridCol w="1726319"/>
                <a:gridCol w="1726319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rgbClr val="CA865F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本年收益</a:t>
                      </a:r>
                      <a:endParaRPr lang="zh-CN" altLang="en-US" sz="1600" dirty="0">
                        <a:solidFill>
                          <a:srgbClr val="CA865F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rgbClr val="CA865F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资产规模</a:t>
                      </a:r>
                      <a:endParaRPr lang="zh-CN" altLang="en-US" sz="1600" dirty="0">
                        <a:solidFill>
                          <a:srgbClr val="CA865F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rgbClr val="CA865F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本年</a:t>
                      </a:r>
                      <a:r>
                        <a:rPr lang="zh-CN" altLang="en-US" sz="1400" dirty="0">
                          <a:solidFill>
                            <a:srgbClr val="CA865F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收益金额</a:t>
                      </a:r>
                      <a:endParaRPr lang="zh-CN" altLang="en-US" sz="1600" dirty="0">
                        <a:solidFill>
                          <a:srgbClr val="CA865F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DD7EE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6.46%</a:t>
                      </a:r>
                      <a:endParaRPr lang="zh-CN" altLang="en-US" sz="16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14.58</a:t>
                      </a:r>
                      <a:r>
                        <a:rPr lang="zh-CN" altLang="en-US" sz="16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亿元</a:t>
                      </a:r>
                      <a:endParaRPr lang="zh-CN" altLang="en-US" sz="16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8552.72</a:t>
                      </a:r>
                      <a:r>
                        <a:rPr lang="zh-CN" altLang="en-US" sz="16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万元</a:t>
                      </a:r>
                      <a:endParaRPr lang="zh-CN" altLang="en-US" sz="16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DD7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6138331" y="1561471"/>
          <a:ext cx="517895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6319"/>
                <a:gridCol w="1726319"/>
                <a:gridCol w="1726319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rgbClr val="CA865F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累计</a:t>
                      </a:r>
                      <a:r>
                        <a:rPr lang="zh-CN" altLang="en-US" sz="1400" dirty="0">
                          <a:solidFill>
                            <a:srgbClr val="CA865F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收益率</a:t>
                      </a:r>
                      <a:endParaRPr lang="zh-CN" altLang="en-US" sz="1600" dirty="0">
                        <a:solidFill>
                          <a:srgbClr val="CA865F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rgbClr val="CA865F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平均年化</a:t>
                      </a:r>
                      <a:endParaRPr lang="zh-CN" altLang="en-US" sz="1600" dirty="0">
                        <a:solidFill>
                          <a:srgbClr val="CA865F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rgbClr val="CA865F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累计</a:t>
                      </a:r>
                      <a:r>
                        <a:rPr lang="zh-CN" altLang="en-US" sz="1400" dirty="0">
                          <a:solidFill>
                            <a:srgbClr val="CA865F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收益金额</a:t>
                      </a:r>
                      <a:endParaRPr lang="zh-CN" altLang="en-US" sz="1600" dirty="0">
                        <a:solidFill>
                          <a:srgbClr val="CA865F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DD7EE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83.49%</a:t>
                      </a:r>
                      <a:endParaRPr lang="zh-CN" altLang="en-US" sz="16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5.42%</a:t>
                      </a:r>
                      <a:endParaRPr lang="zh-CN" altLang="en-US" sz="16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35,987</a:t>
                      </a:r>
                      <a:r>
                        <a:rPr lang="zh-CN" altLang="en-US" sz="16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万元</a:t>
                      </a:r>
                      <a:endParaRPr lang="zh-CN" altLang="en-US" sz="16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DD7EE"/>
                    </a:solidFill>
                  </a:tcPr>
                </a:tc>
              </a:tr>
            </a:tbl>
          </a:graphicData>
        </a:graphic>
      </p:graphicFrame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E155EB-C51F-4C96-BAE0-0E3CFD4553C9}" type="slidenum">
              <a:rPr lang="en-US" smtClean="0">
                <a:latin typeface="+mn-lt"/>
                <a:ea typeface="+mn-ea"/>
                <a:cs typeface="+mn-ea"/>
                <a:sym typeface="+mn-lt"/>
              </a:rPr>
            </a:fld>
            <a:endParaRPr lang="en-US" dirty="0">
              <a:latin typeface="+mn-lt"/>
              <a:ea typeface="+mn-ea"/>
              <a:cs typeface="+mn-ea"/>
              <a:sym typeface="+mn-lt"/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-1385570" y="2303151"/>
          <a:ext cx="129794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647"/>
                <a:gridCol w="432647"/>
                <a:gridCol w="432647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2F559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D2293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EE763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altLang="zh-CN" sz="2800" dirty="0">
                <a:latin typeface="+mn-lt"/>
                <a:ea typeface="+mn-ea"/>
                <a:cs typeface="+mn-ea"/>
                <a:sym typeface="+mn-lt"/>
              </a:rPr>
              <a:t>2. </a:t>
            </a:r>
            <a:r>
              <a:rPr lang="zh-CN" altLang="en-US" sz="2800" dirty="0">
                <a:latin typeface="+mn-lt"/>
                <a:ea typeface="+mn-ea"/>
                <a:cs typeface="+mn-ea"/>
                <a:sym typeface="+mn-lt"/>
              </a:rPr>
              <a:t>组合</a:t>
            </a:r>
            <a:r>
              <a:rPr lang="en-US" altLang="zh-CN" sz="2800" dirty="0">
                <a:latin typeface="+mn-lt"/>
                <a:ea typeface="+mn-ea"/>
                <a:cs typeface="+mn-ea"/>
                <a:sym typeface="+mn-lt"/>
              </a:rPr>
              <a:t>2024</a:t>
            </a:r>
            <a:r>
              <a:rPr sz="2800" dirty="0">
                <a:latin typeface="+mn-lt"/>
                <a:ea typeface="+mn-ea"/>
                <a:cs typeface="+mn-ea"/>
                <a:sym typeface="+mn-lt"/>
              </a:rPr>
              <a:t>年</a:t>
            </a:r>
            <a:r>
              <a:rPr lang="en-US" sz="2800" dirty="0">
                <a:latin typeface="+mn-lt"/>
                <a:ea typeface="+mn-ea"/>
                <a:cs typeface="+mn-ea"/>
                <a:sym typeface="+mn-lt"/>
              </a:rPr>
              <a:t>1-11</a:t>
            </a:r>
            <a:r>
              <a:rPr lang="zh-CN" altLang="en-US" sz="2800" dirty="0">
                <a:latin typeface="+mn-lt"/>
                <a:ea typeface="+mn-ea"/>
                <a:cs typeface="+mn-ea"/>
                <a:sym typeface="+mn-lt"/>
              </a:rPr>
              <a:t>月业绩归因</a:t>
            </a:r>
            <a:endParaRPr lang="zh-CN" altLang="en-US" sz="28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TextBox 2"/>
          <p:cNvSpPr txBox="1"/>
          <p:nvPr/>
        </p:nvSpPr>
        <p:spPr>
          <a:xfrm>
            <a:off x="6423407" y="1162676"/>
            <a:ext cx="5043302" cy="3609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11150" marR="0" lvl="1" indent="-311150" algn="just" defTabSz="1019175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Wingdings" panose="05000000000000000000" charset="0"/>
              <a:buChar char="Ø"/>
              <a:tabLst>
                <a:tab pos="268605" algn="l"/>
              </a:tabLst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权益类资产平均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18.41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%的配置比例，收益贡献为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3.13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%</a:t>
            </a: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  <a:p>
            <a:pPr marL="716280" marR="0" lvl="2" indent="-311150" algn="just" defTabSz="1019175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Wingdings" panose="05000000000000000000" charset="0"/>
              <a:buChar char="ü"/>
              <a:tabLst>
                <a:tab pos="268605" algn="l"/>
              </a:tabLst>
              <a:defRPr/>
            </a:pPr>
            <a:r>
              <a:rPr kumimoji="0" sz="1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权益类资产收益率</a:t>
            </a: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17.02</a:t>
            </a:r>
            <a:r>
              <a:rPr kumimoji="0" sz="1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%，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优</a:t>
            </a:r>
            <a:r>
              <a:rPr kumimoji="0" lang="zh-CN" sz="1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于</a:t>
            </a:r>
            <a:r>
              <a:rPr kumimoji="0" sz="1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市场同期主要指数表现：沪深300指数回报</a:t>
            </a: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14.15</a:t>
            </a:r>
            <a:r>
              <a:rPr kumimoji="0" sz="1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%，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上证</a:t>
            </a:r>
            <a:r>
              <a:rPr kumimoji="0" sz="1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指数回报</a:t>
            </a: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11.82</a:t>
            </a:r>
            <a:r>
              <a:rPr kumimoji="0" sz="1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%，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深证成指</a:t>
            </a:r>
            <a:r>
              <a:rPr kumimoji="0" sz="1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回报</a:t>
            </a: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11.41</a:t>
            </a:r>
            <a:r>
              <a:rPr kumimoji="0" sz="1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%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。</a:t>
            </a:r>
            <a:endParaRPr kumimoji="0" sz="14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  <a:p>
            <a:pPr marL="768350" marR="0" lvl="2" indent="-311150" algn="just" defTabSz="1019175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Wingdings" panose="05000000000000000000" charset="0"/>
              <a:buChar char="ü"/>
              <a:tabLst>
                <a:tab pos="268605" algn="l"/>
              </a:tabLst>
              <a:defRPr/>
            </a:pP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  <a:p>
            <a:pPr marL="311150" marR="0" lvl="1" indent="-311150" algn="just" defTabSz="1019175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Wingdings" panose="05000000000000000000" charset="0"/>
              <a:buChar char="Ø"/>
              <a:tabLst>
                <a:tab pos="268605" algn="l"/>
              </a:tabLst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固收类资产平均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81.46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%的配置比例，收益贡献为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3.51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%</a:t>
            </a: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  <a:p>
            <a:pPr marL="716280" marR="0" lvl="2" indent="-311150" algn="just" defTabSz="1019175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Wingdings" panose="05000000000000000000" charset="0"/>
              <a:buChar char="ü"/>
              <a:tabLst>
                <a:tab pos="268605" algn="l"/>
              </a:tabLst>
              <a:defRPr/>
            </a:pPr>
            <a:r>
              <a:rPr kumimoji="0" sz="1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固收市值类资产收益率</a:t>
            </a: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6.14</a:t>
            </a:r>
            <a:r>
              <a:rPr kumimoji="0" sz="1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%，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优于</a:t>
            </a:r>
            <a:r>
              <a:rPr kumimoji="0" sz="1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市场同期主要指数表现：中债-市场隐含评级AAA信用债财富（总值）指数回报</a:t>
            </a: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3.74</a:t>
            </a:r>
            <a:r>
              <a:rPr kumimoji="0" sz="1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%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。</a:t>
            </a:r>
            <a:endParaRPr kumimoji="0" sz="14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  <a:p>
            <a:pPr marL="716280" marR="0" lvl="2" indent="-311150" algn="just" defTabSz="1019175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Wingdings" panose="05000000000000000000" charset="0"/>
              <a:buChar char="ü"/>
              <a:tabLst>
                <a:tab pos="268605" algn="l"/>
              </a:tabLst>
              <a:defRPr/>
            </a:pPr>
            <a:r>
              <a:rPr kumimoji="0" sz="140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固收成本类资产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平均持仓</a:t>
            </a:r>
            <a:r>
              <a:rPr kumimoji="0" lang="en-US" altLang="zh-CN" sz="1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49.57%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，均为优质银行存款，</a:t>
            </a:r>
            <a:r>
              <a:rPr kumimoji="0" sz="140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为组合提供稳定的</a:t>
            </a:r>
            <a:r>
              <a:rPr lang="en-US" sz="1400" dirty="0">
                <a:solidFill>
                  <a:srgbClr val="000000"/>
                </a:solidFill>
                <a:cs typeface="+mn-ea"/>
                <a:sym typeface="+mn-lt"/>
              </a:rPr>
              <a:t>1.56</a:t>
            </a: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%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收益。</a:t>
            </a:r>
            <a:endParaRPr kumimoji="0" sz="14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885839" y="868680"/>
          <a:ext cx="5210163" cy="5260670"/>
        </p:xfrm>
        <a:graphic>
          <a:graphicData uri="http://schemas.openxmlformats.org/drawingml/2006/table">
            <a:tbl>
              <a:tblPr/>
              <a:tblGrid>
                <a:gridCol w="684888"/>
                <a:gridCol w="1307515"/>
                <a:gridCol w="643552"/>
                <a:gridCol w="643552"/>
                <a:gridCol w="643552"/>
                <a:gridCol w="643552"/>
                <a:gridCol w="643552"/>
              </a:tblGrid>
              <a:tr h="28449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资产大类</a:t>
                      </a:r>
                      <a:endParaRPr lang="zh-CN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资产类别 </a:t>
                      </a:r>
                      <a:endParaRPr lang="zh-CN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投资比例（</a:t>
                      </a:r>
                      <a:r>
                        <a:rPr lang="en-US" altLang="zh-C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%</a:t>
                      </a:r>
                      <a:r>
                        <a:rPr lang="zh-CN" alt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）  </a:t>
                      </a:r>
                      <a:endParaRPr lang="zh-CN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投资收益率  （</a:t>
                      </a:r>
                      <a:r>
                        <a:rPr lang="en-US" altLang="zh-C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%</a:t>
                      </a:r>
                      <a:r>
                        <a:rPr lang="zh-CN" alt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）  </a:t>
                      </a:r>
                      <a:endParaRPr lang="zh-CN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收益贡献（</a:t>
                      </a:r>
                      <a:r>
                        <a:rPr lang="en-US" altLang="zh-C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%</a:t>
                      </a:r>
                      <a:r>
                        <a:rPr lang="zh-CN" alt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）  </a:t>
                      </a:r>
                      <a:endParaRPr lang="zh-CN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</a:tr>
              <a:tr h="284495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组合期初</a:t>
                      </a:r>
                      <a:endParaRPr lang="zh-CN" altLang="en-US" sz="1000" b="1" i="0" u="none" strike="noStrike">
                        <a:solidFill>
                          <a:srgbClr val="FFFFFF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组合期末</a:t>
                      </a:r>
                      <a:endParaRPr lang="zh-CN" altLang="en-US" sz="1000" b="1" i="0" u="none" strike="noStrike">
                        <a:solidFill>
                          <a:srgbClr val="FFFFFF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组合平均</a:t>
                      </a:r>
                      <a:endParaRPr lang="zh-CN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 vMerge="1">
                  <a:tcPr/>
                </a:tc>
                <a:tc vMerge="1">
                  <a:tcPr/>
                </a:tc>
              </a:tr>
              <a:tr h="234584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权益类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股票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15.73 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19.05 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18.20 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17.44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3.17 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4584">
                <a:tc vMerge="1"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其中：新股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0.00 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0.00 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0.00 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0.00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0.44 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4584">
                <a:tc vMerge="1"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股票基金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0.70 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0.73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0.22 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-18.23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-0.04 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4584">
                <a:tc vMerge="1"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小计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16.43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19.78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18.41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17.02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3.13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234584">
                <a:tc rowSpan="10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固收类</a:t>
                      </a:r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企业债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4.63 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4.19 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4.18 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3.63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0.15 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4584">
                <a:tc vMerge="1"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中期票据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1.52 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0.69 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1.12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2.78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0.03 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4584">
                <a:tc vMerge="1"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可转债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9.74 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4.05 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7.02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12.50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0.88 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4584">
                <a:tc vMerge="1"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金融债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6.63 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14.25 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9.54 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3.04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0.29 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4584">
                <a:tc vMerge="1"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债券基金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14.46 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6.87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7.79 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7.17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0.56 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4584">
                <a:tc vMerge="1"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国债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5.05 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0.84 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2.23 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2.15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0.05 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4584">
                <a:tc vMerge="1"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固定市值类合计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42.04 </a:t>
                      </a: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30.89 </a:t>
                      </a: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31.88 </a:t>
                      </a: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6.14 </a:t>
                      </a: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1.96 </a:t>
                      </a: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34584">
                <a:tc vMerge="1"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银行存款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45.87 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48.01 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49.57 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3.14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1.56 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4584">
                <a:tc vMerge="1"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固定成本类合计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45.87 </a:t>
                      </a: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48.01 </a:t>
                      </a: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49.57 </a:t>
                      </a: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3.14 </a:t>
                      </a: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1.56 </a:t>
                      </a: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34584">
                <a:tc vMerge="1"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小计</a:t>
                      </a:r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87.90 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78.91 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81.46 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4.31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3.51 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234584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货币类</a:t>
                      </a:r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小计</a:t>
                      </a:r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1.34 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0.98 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3.07 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1.38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0.04 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234584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其他类</a:t>
                      </a:r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其他</a:t>
                      </a:r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1.41 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2.45 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1.86 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0.00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0.00 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234584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负债类</a:t>
                      </a:r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正回购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-6.90 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-1.64 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-4.43 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-1.99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-0.09 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4584">
                <a:tc vMerge="1"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各类费用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-0.19 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-0.47 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-0.38 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-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-0.14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4584">
                <a:tc vMerge="1"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小计</a:t>
                      </a:r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-7.08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-2.11 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-4.80 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-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-0.23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234584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合计 </a:t>
                      </a:r>
                      <a:endParaRPr lang="zh-CN" altLang="en-US" sz="1000" b="1" i="0" u="none" strike="noStrike">
                        <a:solidFill>
                          <a:srgbClr val="FFFFFF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100.00 </a:t>
                      </a:r>
                      <a:endParaRPr lang="en-US" altLang="zh-CN" sz="1000" b="0" i="0" u="none" strike="noStrike">
                        <a:solidFill>
                          <a:srgbClr val="FFFFFF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100.00 </a:t>
                      </a:r>
                      <a:endParaRPr lang="en-US" altLang="zh-CN" sz="1000" b="0" i="0" u="none" strike="noStrike">
                        <a:solidFill>
                          <a:srgbClr val="FFFFFF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100.00 </a:t>
                      </a:r>
                      <a:endParaRPr lang="en-US" altLang="zh-CN" sz="1000" b="0" i="0" u="none" strike="noStrike">
                        <a:solidFill>
                          <a:srgbClr val="FFFFFF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6.46 </a:t>
                      </a:r>
                      <a:endParaRPr lang="en-US" altLang="zh-CN" sz="1000" b="0" i="0" u="none" strike="noStrike">
                        <a:solidFill>
                          <a:srgbClr val="FFFFFF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6.46 </a:t>
                      </a:r>
                      <a:endParaRPr lang="en-US" altLang="zh-CN" sz="1000" b="0" i="0" u="none" strike="noStrike" dirty="0">
                        <a:solidFill>
                          <a:srgbClr val="FFFFFF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</a:tr>
            </a:tbl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E155EB-C51F-4C96-BAE0-0E3CFD4553C9}" type="slidenum">
              <a:rPr lang="en-US" smtClean="0">
                <a:latin typeface="+mn-lt"/>
                <a:ea typeface="+mn-ea"/>
                <a:cs typeface="+mn-ea"/>
                <a:sym typeface="+mn-lt"/>
              </a:rPr>
            </a:fld>
            <a:endParaRPr lang="en-US" dirty="0"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6115049" y="3255879"/>
            <a:ext cx="5252869" cy="28734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55662" y="3255879"/>
            <a:ext cx="5221287" cy="28734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7" name="TextBox 2"/>
          <p:cNvSpPr txBox="1"/>
          <p:nvPr/>
        </p:nvSpPr>
        <p:spPr>
          <a:xfrm>
            <a:off x="539210" y="651275"/>
            <a:ext cx="10809658" cy="2415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11150" lvl="2" indent="-311150" algn="just" eaLnBrk="0" fontAlgn="base" hangingPunct="0">
              <a:lnSpc>
                <a:spcPct val="200000"/>
              </a:lnSpc>
              <a:buClr>
                <a:srgbClr val="C00000"/>
              </a:buClr>
              <a:buSzPct val="100000"/>
              <a:buFont typeface="Wingdings" panose="05000000000000000000" pitchFamily="2" charset="2"/>
              <a:buChar char="Ø"/>
              <a:tabLst>
                <a:tab pos="268605" algn="l"/>
              </a:tabLst>
              <a:defRPr/>
            </a:pP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仓位上，综合评估权益类资产的配置性价比，组合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重视权益类资产的中长期配置价值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，整体维持相对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中性偏积极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的仓位水平。今年以来权益仓位</a:t>
            </a:r>
            <a:r>
              <a:rPr lang="zh-CN" altLang="en-US" dirty="0">
                <a:solidFill>
                  <a:srgbClr val="C00000"/>
                </a:solidFill>
                <a:cs typeface="+mn-ea"/>
                <a:sym typeface="+mn-lt"/>
              </a:rPr>
              <a:t>平均</a:t>
            </a:r>
            <a:r>
              <a:rPr lang="en-US" altLang="zh-CN" dirty="0">
                <a:solidFill>
                  <a:srgbClr val="C00000"/>
                </a:solidFill>
                <a:cs typeface="+mn-ea"/>
                <a:sym typeface="+mn-lt"/>
              </a:rPr>
              <a:t>18.41%</a:t>
            </a:r>
            <a:r>
              <a:rPr lang="zh-CN" altLang="en-US" dirty="0">
                <a:solidFill>
                  <a:srgbClr val="C00000"/>
                </a:solidFill>
                <a:cs typeface="+mn-ea"/>
                <a:sym typeface="+mn-lt"/>
              </a:rPr>
              <a:t>。</a:t>
            </a:r>
            <a:endParaRPr lang="zh-CN" altLang="en-US" dirty="0">
              <a:solidFill>
                <a:srgbClr val="C00000"/>
              </a:solidFill>
              <a:cs typeface="+mn-ea"/>
              <a:sym typeface="+mn-lt"/>
            </a:endParaRPr>
          </a:p>
          <a:p>
            <a:pPr marL="311150" lvl="2" indent="-311150" algn="just" eaLnBrk="0" fontAlgn="base" hangingPunct="0">
              <a:lnSpc>
                <a:spcPct val="200000"/>
              </a:lnSpc>
              <a:buClr>
                <a:srgbClr val="C00000"/>
              </a:buClr>
              <a:buSzPct val="100000"/>
              <a:buFont typeface="Wingdings" panose="05000000000000000000" pitchFamily="2" charset="2"/>
              <a:buChar char="Ø"/>
              <a:tabLst>
                <a:tab pos="268605" algn="l"/>
              </a:tabLst>
              <a:defRPr/>
            </a:pP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结构上，组合持续优化配置。考虑市场短期内可能不会出现整体趋势性的反转，重点关注结构性机会。基于行业供需周期分析，我们认为中期供需关系良好、资产质量优良且盈利稳定性强的行业和公司，具备相对较高的配置价值。期间择机减持食品饮料、钢铁、电子等板块，增持了有色金属、煤炭等周期品。目前，组合主要持仓行业为银行、有色金属、公用事业、煤炭、交通运输等。</a:t>
            </a:r>
            <a:endParaRPr lang="en-US" altLang="zh-CN" sz="14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altLang="zh-CN" sz="2800" dirty="0">
                <a:latin typeface="+mn-lt"/>
                <a:ea typeface="+mn-ea"/>
                <a:cs typeface="+mn-ea"/>
                <a:sym typeface="+mn-lt"/>
              </a:rPr>
              <a:t>3.1 </a:t>
            </a:r>
            <a:r>
              <a:rPr lang="zh-CN" altLang="en-US" sz="2800" dirty="0">
                <a:latin typeface="+mn-lt"/>
                <a:ea typeface="+mn-ea"/>
                <a:cs typeface="+mn-ea"/>
                <a:sym typeface="+mn-lt"/>
              </a:rPr>
              <a:t>组合</a:t>
            </a:r>
            <a:r>
              <a:rPr lang="en-US" altLang="zh-CN" sz="2800" dirty="0">
                <a:latin typeface="+mn-lt"/>
                <a:ea typeface="+mn-ea"/>
                <a:cs typeface="+mn-ea"/>
                <a:sym typeface="+mn-lt"/>
              </a:rPr>
              <a:t>2024</a:t>
            </a:r>
            <a:r>
              <a:rPr sz="2800" dirty="0">
                <a:latin typeface="+mn-lt"/>
                <a:ea typeface="+mn-ea"/>
                <a:cs typeface="+mn-ea"/>
                <a:sym typeface="+mn-lt"/>
              </a:rPr>
              <a:t>年</a:t>
            </a:r>
            <a:r>
              <a:rPr lang="zh-CN" altLang="en-US" sz="2800" dirty="0">
                <a:latin typeface="+mn-lt"/>
                <a:ea typeface="+mn-ea"/>
                <a:cs typeface="+mn-ea"/>
                <a:sym typeface="+mn-lt"/>
              </a:rPr>
              <a:t>权益操作回顾</a:t>
            </a:r>
            <a:endParaRPr lang="zh-CN" altLang="en-US" sz="28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3" name="文本框 9"/>
          <p:cNvSpPr txBox="1"/>
          <p:nvPr/>
        </p:nvSpPr>
        <p:spPr bwMode="auto">
          <a:xfrm>
            <a:off x="6877773" y="3484019"/>
            <a:ext cx="4038937" cy="27721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defRPr sz="1200">
                <a:latin typeface="微软雅黑"/>
                <a:ea typeface="微软雅黑"/>
                <a:cs typeface="微软雅黑"/>
              </a:defRPr>
            </a:pPr>
            <a:r>
              <a:rPr 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+mn-ea"/>
                <a:sym typeface="+mn-lt"/>
              </a:rPr>
              <a:t>行业配置及收益情况（前五大）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楷体_GB2312" panose="02010609030101010101" pitchFamily="49" charset="-122"/>
              <a:ea typeface="楷体_GB2312" panose="02010609030101010101" pitchFamily="49" charset="-122"/>
              <a:cs typeface="+mn-ea"/>
              <a:sym typeface="+mn-lt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6256502" y="4046220"/>
          <a:ext cx="5029202" cy="1959971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737367"/>
                <a:gridCol w="858367"/>
                <a:gridCol w="858367"/>
                <a:gridCol w="858367"/>
                <a:gridCol w="858367"/>
                <a:gridCol w="858367"/>
              </a:tblGrid>
              <a:tr h="55975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行业名称</a:t>
                      </a:r>
                      <a:br>
                        <a:rPr lang="zh-CN" altLang="en-US" sz="90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</a:br>
                      <a:r>
                        <a:rPr lang="zh-CN" altLang="en-US" sz="90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（申万一级）</a:t>
                      </a:r>
                      <a:endParaRPr lang="zh-CN" alt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solidFill>
                      <a:srgbClr val="2F559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期初占净值比例（</a:t>
                      </a:r>
                      <a:r>
                        <a:rPr lang="en-US" altLang="zh-CN" sz="90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%)</a:t>
                      </a:r>
                      <a:endParaRPr lang="en-US" altLang="zh-CN" sz="9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solidFill>
                      <a:srgbClr val="2F559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期末占净值比例（</a:t>
                      </a:r>
                      <a:r>
                        <a:rPr lang="en-US" altLang="zh-CN" sz="90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%)</a:t>
                      </a:r>
                      <a:endParaRPr lang="en-US" altLang="zh-CN" sz="9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solidFill>
                      <a:srgbClr val="2F559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平均占净值比例（</a:t>
                      </a:r>
                      <a:r>
                        <a:rPr lang="en-US" altLang="zh-CN" sz="90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%)</a:t>
                      </a:r>
                      <a:endParaRPr lang="en-US" altLang="zh-CN" sz="9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solidFill>
                      <a:srgbClr val="2F559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行业收益率</a:t>
                      </a:r>
                      <a:endParaRPr lang="en-US" altLang="zh-CN" sz="90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algn="ctr" fontAlgn="ctr"/>
                      <a:r>
                        <a:rPr lang="zh-CN" altLang="en-US" sz="90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（</a:t>
                      </a:r>
                      <a:r>
                        <a:rPr lang="en-US" altLang="zh-CN" sz="90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%</a:t>
                      </a:r>
                      <a:r>
                        <a:rPr lang="zh-CN" altLang="en-US" sz="90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）</a:t>
                      </a:r>
                      <a:endParaRPr lang="zh-CN" alt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solidFill>
                      <a:srgbClr val="2F559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行业收益贡献</a:t>
                      </a:r>
                      <a:endParaRPr lang="en-US" altLang="zh-CN" sz="90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algn="ctr" fontAlgn="ctr"/>
                      <a:r>
                        <a:rPr lang="en-US" altLang="zh-CN" sz="90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(%)</a:t>
                      </a:r>
                      <a:endParaRPr lang="en-US" altLang="zh-CN" sz="9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solidFill>
                      <a:srgbClr val="2F5596"/>
                    </a:solidFill>
                  </a:tcPr>
                </a:tc>
              </a:tr>
              <a:tr h="28072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银行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3.36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4.24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4.01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29.81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1.20 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9874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有色金属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1.58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3.49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3.15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10.93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0.34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9874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公用事业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2.64 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3.08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3.39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14.97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0.51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9874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煤炭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0.50 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1.46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1.28 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3.84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0.05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9874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交通运输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0.65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1.44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1.12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0.63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 dirty="0"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0.01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9525" marR="9525" marT="9525" marB="0" anchor="ctr"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9" name="图表 8"/>
          <p:cNvGraphicFramePr/>
          <p:nvPr/>
        </p:nvGraphicFramePr>
        <p:xfrm>
          <a:off x="906294" y="3429000"/>
          <a:ext cx="5189707" cy="26372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E155EB-C51F-4C96-BAE0-0E3CFD4553C9}" type="slidenum">
              <a:rPr lang="en-US" smtClean="0">
                <a:latin typeface="+mn-lt"/>
                <a:ea typeface="+mn-ea"/>
                <a:cs typeface="+mn-ea"/>
                <a:sym typeface="+mn-lt"/>
              </a:rPr>
            </a:fld>
            <a:endParaRPr lang="en-US" dirty="0"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115049" y="3255879"/>
            <a:ext cx="5252869" cy="28734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865187" y="3255879"/>
            <a:ext cx="5221287" cy="28734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altLang="zh-CN" sz="2800" dirty="0">
                <a:latin typeface="+mn-lt"/>
                <a:ea typeface="+mn-ea"/>
                <a:cs typeface="+mn-ea"/>
                <a:sym typeface="+mn-lt"/>
              </a:rPr>
              <a:t>3.2 </a:t>
            </a:r>
            <a:r>
              <a:rPr lang="zh-CN" altLang="en-US" sz="2800" dirty="0">
                <a:latin typeface="+mn-lt"/>
                <a:ea typeface="+mn-ea"/>
                <a:cs typeface="+mn-ea"/>
                <a:sym typeface="+mn-lt"/>
              </a:rPr>
              <a:t>组合</a:t>
            </a:r>
            <a:r>
              <a:rPr lang="en-US" altLang="zh-CN" sz="2800" dirty="0">
                <a:latin typeface="+mn-lt"/>
                <a:ea typeface="+mn-ea"/>
                <a:cs typeface="+mn-ea"/>
                <a:sym typeface="+mn-lt"/>
              </a:rPr>
              <a:t>2024</a:t>
            </a:r>
            <a:r>
              <a:rPr sz="2800" dirty="0">
                <a:latin typeface="+mn-lt"/>
                <a:ea typeface="+mn-ea"/>
                <a:cs typeface="+mn-ea"/>
                <a:sym typeface="+mn-lt"/>
              </a:rPr>
              <a:t>年</a:t>
            </a:r>
            <a:r>
              <a:rPr lang="zh-CN" altLang="en-US" sz="2800" dirty="0">
                <a:latin typeface="+mn-lt"/>
                <a:ea typeface="+mn-ea"/>
                <a:cs typeface="+mn-ea"/>
                <a:sym typeface="+mn-lt"/>
              </a:rPr>
              <a:t>固收操作</a:t>
            </a:r>
            <a:endParaRPr lang="zh-CN" altLang="en-US" sz="28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TextBox 2"/>
          <p:cNvSpPr txBox="1"/>
          <p:nvPr/>
        </p:nvSpPr>
        <p:spPr>
          <a:xfrm>
            <a:off x="343756" y="961728"/>
            <a:ext cx="11499679" cy="19231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9580" lvl="2" indent="-311150" algn="just" defTabSz="1019175" eaLnBrk="0" fontAlgn="base" hangingPunct="0">
              <a:lnSpc>
                <a:spcPct val="200000"/>
              </a:lnSpc>
              <a:buClr>
                <a:srgbClr val="C00000"/>
              </a:buClr>
              <a:buSzPct val="100000"/>
              <a:buFont typeface="Wingdings" panose="05000000000000000000" pitchFamily="2" charset="2"/>
              <a:buChar char="Ø"/>
              <a:tabLst>
                <a:tab pos="268605" algn="l"/>
              </a:tabLst>
              <a:defRPr/>
            </a:pPr>
            <a:r>
              <a:rPr lang="zh-CN" altLang="en-US" sz="1600" b="1" dirty="0">
                <a:solidFill>
                  <a:srgbClr val="000000"/>
                </a:solidFill>
                <a:cs typeface="+mn-ea"/>
                <a:sym typeface="+mn-lt"/>
              </a:rPr>
              <a:t>久期及杠杆方面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，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本初组合久期在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1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年左右，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4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月以来维持在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0.4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年左右的偏低水平；组合平均杠杆约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104%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。</a:t>
            </a:r>
            <a:endParaRPr lang="en-US" altLang="zh-CN" sz="1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449580" lvl="2" indent="-311150" algn="just" defTabSz="1019175" eaLnBrk="0" fontAlgn="base" hangingPunct="0">
              <a:lnSpc>
                <a:spcPct val="200000"/>
              </a:lnSpc>
              <a:buClr>
                <a:srgbClr val="C00000"/>
              </a:buClr>
              <a:buSzPct val="100000"/>
              <a:buFont typeface="Wingdings" panose="05000000000000000000" pitchFamily="2" charset="2"/>
              <a:buChar char="Ø"/>
              <a:tabLst>
                <a:tab pos="268605" algn="l"/>
              </a:tabLst>
              <a:defRPr/>
            </a:pPr>
            <a:r>
              <a:rPr lang="zh-CN" altLang="en-US" sz="1600" b="1" dirty="0">
                <a:solidFill>
                  <a:srgbClr val="000000"/>
                </a:solidFill>
                <a:cs typeface="+mn-ea"/>
                <a:sym typeface="+mn-lt"/>
              </a:rPr>
              <a:t>可转债方面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，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组合重视转债的配置价值，本年平均持仓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7.02%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，以低价、债性银行转债持仓为主。</a:t>
            </a:r>
            <a:endParaRPr lang="zh-CN" altLang="en-US" sz="1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449580" lvl="2" indent="-311150" algn="just" defTabSz="1019175" eaLnBrk="0" fontAlgn="base" hangingPunct="0">
              <a:lnSpc>
                <a:spcPct val="200000"/>
              </a:lnSpc>
              <a:buClr>
                <a:srgbClr val="C00000"/>
              </a:buClr>
              <a:buSzPct val="100000"/>
              <a:buFont typeface="Wingdings" panose="05000000000000000000" pitchFamily="2" charset="2"/>
              <a:buChar char="Ø"/>
              <a:tabLst>
                <a:tab pos="268605" algn="l"/>
              </a:tabLst>
              <a:defRPr/>
            </a:pPr>
            <a:r>
              <a:rPr lang="zh-CN" altLang="en-US" sz="1600" b="1" dirty="0">
                <a:solidFill>
                  <a:srgbClr val="000000"/>
                </a:solidFill>
                <a:cs typeface="+mn-ea"/>
                <a:sym typeface="+mn-lt"/>
              </a:rPr>
              <a:t>成本估值资产方面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，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组合配置了约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50%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的成本估值类资产，均为优质银行存款，增强组合收益稳定性。</a:t>
            </a:r>
            <a:endParaRPr lang="zh-CN" altLang="en-US" sz="1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768350" marR="0" lvl="2" indent="-311150" algn="just" defTabSz="1019175" rtl="0" eaLnBrk="0" fontAlgn="base" latinLnBrk="0" hangingPunc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Wingdings" panose="05000000000000000000" charset="0"/>
              <a:buChar char="ü"/>
              <a:tabLst>
                <a:tab pos="268605" algn="l"/>
              </a:tabLst>
              <a:defRPr/>
            </a:pPr>
            <a:endParaRPr kumimoji="0" lang="zh-CN" altLang="en-US" sz="14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aphicFrame>
        <p:nvGraphicFramePr>
          <p:cNvPr id="8" name="图表 7"/>
          <p:cNvGraphicFramePr/>
          <p:nvPr/>
        </p:nvGraphicFramePr>
        <p:xfrm>
          <a:off x="874713" y="3428999"/>
          <a:ext cx="5152685" cy="27003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0" name="图表 9"/>
          <p:cNvGraphicFramePr/>
          <p:nvPr/>
        </p:nvGraphicFramePr>
        <p:xfrm>
          <a:off x="6164604" y="3429000"/>
          <a:ext cx="5152683" cy="2700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E155EB-C51F-4C96-BAE0-0E3CFD4553C9}" type="slidenum">
              <a:rPr lang="en-US" smtClean="0">
                <a:latin typeface="+mn-lt"/>
                <a:ea typeface="+mn-ea"/>
                <a:cs typeface="+mn-ea"/>
                <a:sym typeface="+mn-lt"/>
              </a:rPr>
            </a:fld>
            <a:endParaRPr lang="en-US" dirty="0"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altLang="zh-CN" sz="2800" dirty="0">
                <a:latin typeface="+mn-lt"/>
                <a:ea typeface="+mn-ea"/>
                <a:cs typeface="+mn-ea"/>
                <a:sym typeface="+mn-lt"/>
              </a:rPr>
              <a:t>4. </a:t>
            </a:r>
            <a:r>
              <a:rPr sz="2800" dirty="0">
                <a:latin typeface="+mn-lt"/>
                <a:ea typeface="+mn-ea"/>
                <a:cs typeface="+mn-ea"/>
                <a:sym typeface="+mn-lt"/>
              </a:rPr>
              <a:t>组合</a:t>
            </a:r>
            <a:r>
              <a:rPr lang="en-US" altLang="zh-CN" sz="2800" dirty="0">
                <a:latin typeface="+mn-lt"/>
                <a:ea typeface="+mn-ea"/>
                <a:cs typeface="+mn-ea"/>
                <a:sym typeface="+mn-lt"/>
              </a:rPr>
              <a:t>2024</a:t>
            </a:r>
            <a:r>
              <a:rPr sz="2800" dirty="0">
                <a:latin typeface="+mn-lt"/>
                <a:ea typeface="+mn-ea"/>
                <a:cs typeface="+mn-ea"/>
                <a:sym typeface="+mn-lt"/>
              </a:rPr>
              <a:t>年得失分析</a:t>
            </a:r>
            <a:endParaRPr sz="28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3464" y="953102"/>
            <a:ext cx="11308597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11150" marR="0" lvl="1" indent="-311150" algn="just" defTabSz="1019175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Wingdings" panose="05000000000000000000" charset="0"/>
              <a:buChar char="Ø"/>
              <a:tabLst>
                <a:tab pos="268605" algn="l"/>
              </a:tabLst>
              <a:defRPr/>
            </a:pPr>
            <a:r>
              <a:rPr kumimoji="0" 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操作亮点</a:t>
            </a:r>
            <a:endParaRPr kumimoji="0" lang="zh-CN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  <a:p>
            <a:pPr marL="768350" lvl="2" indent="-311150" algn="just" defTabSz="1019175" eaLnBrk="0" fontAlgn="base" hangingPunct="0">
              <a:lnSpc>
                <a:spcPct val="150000"/>
              </a:lnSpc>
              <a:buClr>
                <a:srgbClr val="C00000"/>
              </a:buClr>
              <a:buSzPct val="100000"/>
              <a:buFont typeface="Wingdings" panose="05000000000000000000" charset="0"/>
              <a:buChar char="ü"/>
              <a:tabLst>
                <a:tab pos="268605" algn="l"/>
              </a:tabLst>
              <a:defRPr/>
            </a:pPr>
            <a:r>
              <a:rPr lang="zh-CN" altLang="en-US" sz="1400" dirty="0">
                <a:cs typeface="+mn-ea"/>
                <a:sym typeface="+mn-lt"/>
              </a:rPr>
              <a:t>今年上半年组合持续重仓上游周期和稳定红利类行业，与市场风格较为契合，取得了明显的超额收益；</a:t>
            </a:r>
            <a:endParaRPr lang="zh-CN" altLang="en-US" sz="1400" dirty="0">
              <a:cs typeface="+mn-ea"/>
              <a:sym typeface="+mn-lt"/>
            </a:endParaRPr>
          </a:p>
          <a:p>
            <a:pPr marL="768350" lvl="2" indent="-311150" algn="just" defTabSz="1019175" eaLnBrk="0" fontAlgn="base" hangingPunct="0">
              <a:lnSpc>
                <a:spcPct val="150000"/>
              </a:lnSpc>
              <a:buClr>
                <a:srgbClr val="C00000"/>
              </a:buClr>
              <a:buSzPct val="100000"/>
              <a:buFont typeface="Wingdings" panose="05000000000000000000" charset="0"/>
              <a:buChar char="ü"/>
              <a:tabLst>
                <a:tab pos="268605" algn="l"/>
              </a:tabLst>
              <a:defRPr/>
            </a:pPr>
            <a:r>
              <a:rPr lang="en-US" altLang="zh-CN" sz="1400" dirty="0">
                <a:cs typeface="+mn-ea"/>
                <a:sym typeface="+mn-lt"/>
              </a:rPr>
              <a:t>7</a:t>
            </a:r>
            <a:r>
              <a:rPr lang="zh-CN" altLang="en-US" sz="1400" dirty="0">
                <a:cs typeface="+mn-ea"/>
                <a:sym typeface="+mn-lt"/>
              </a:rPr>
              <a:t>、</a:t>
            </a:r>
            <a:r>
              <a:rPr lang="en-US" altLang="zh-CN" sz="1400" dirty="0">
                <a:cs typeface="+mn-ea"/>
                <a:sym typeface="+mn-lt"/>
              </a:rPr>
              <a:t>8</a:t>
            </a:r>
            <a:r>
              <a:rPr lang="zh-CN" altLang="en-US" sz="1400" dirty="0">
                <a:cs typeface="+mn-ea"/>
                <a:sym typeface="+mn-lt"/>
              </a:rPr>
              <a:t>月份受市场震荡下行影响，组合业绩有所回撤。在仓位上保持定力，</a:t>
            </a:r>
            <a:r>
              <a:rPr lang="en-US" altLang="zh-CN" sz="1400" dirty="0">
                <a:cs typeface="+mn-ea"/>
                <a:sym typeface="+mn-lt"/>
              </a:rPr>
              <a:t>9</a:t>
            </a:r>
            <a:r>
              <a:rPr lang="zh-CN" altLang="en-US" sz="1400" dirty="0">
                <a:cs typeface="+mn-ea"/>
                <a:sym typeface="+mn-lt"/>
              </a:rPr>
              <a:t>月底市场反弹过程中业绩回升明显；</a:t>
            </a:r>
            <a:endParaRPr lang="zh-CN" altLang="en-US" sz="1400" dirty="0">
              <a:cs typeface="+mn-ea"/>
              <a:sym typeface="+mn-lt"/>
            </a:endParaRPr>
          </a:p>
          <a:p>
            <a:pPr marL="768350" lvl="2" indent="-311150" algn="just" defTabSz="1019175" eaLnBrk="0" fontAlgn="base" hangingPunct="0">
              <a:lnSpc>
                <a:spcPct val="150000"/>
              </a:lnSpc>
              <a:buClr>
                <a:srgbClr val="C00000"/>
              </a:buClr>
              <a:buSzPct val="100000"/>
              <a:buFont typeface="Wingdings" panose="05000000000000000000" charset="0"/>
              <a:buChar char="ü"/>
              <a:tabLst>
                <a:tab pos="268605" algn="l"/>
              </a:tabLst>
              <a:defRPr/>
            </a:pPr>
            <a:r>
              <a:rPr lang="zh-CN" altLang="zh-CN" sz="1400" dirty="0">
                <a:cs typeface="+mn-ea"/>
                <a:sym typeface="+mn-lt"/>
              </a:rPr>
              <a:t>可转债策略灵活施展，主要选择偏债标的，本年以来品种收益率</a:t>
            </a:r>
            <a:r>
              <a:rPr lang="en-US" altLang="zh-CN" sz="1400" dirty="0">
                <a:cs typeface="+mn-ea"/>
                <a:sym typeface="+mn-lt"/>
              </a:rPr>
              <a:t>12.50%</a:t>
            </a:r>
            <a:r>
              <a:rPr lang="zh-CN" altLang="en-US" sz="1400" dirty="0">
                <a:cs typeface="+mn-ea"/>
                <a:sym typeface="+mn-lt"/>
              </a:rPr>
              <a:t>大幅跑赢市场指数（中证转债指数同期回报</a:t>
            </a:r>
            <a:r>
              <a:rPr lang="en-US" altLang="zh-CN" sz="1400" dirty="0">
                <a:cs typeface="+mn-ea"/>
                <a:sym typeface="+mn-lt"/>
              </a:rPr>
              <a:t>4.52%</a:t>
            </a:r>
            <a:r>
              <a:rPr lang="zh-CN" altLang="en-US" sz="1400" dirty="0">
                <a:cs typeface="+mn-ea"/>
                <a:sym typeface="+mn-lt"/>
              </a:rPr>
              <a:t>）；</a:t>
            </a:r>
            <a:endParaRPr lang="en-US" altLang="zh-CN" sz="1400" dirty="0">
              <a:cs typeface="+mn-ea"/>
              <a:sym typeface="+mn-lt"/>
            </a:endParaRPr>
          </a:p>
          <a:p>
            <a:pPr marL="768350" marR="0" lvl="2" indent="-311150" algn="just" defTabSz="1019175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Wingdings" panose="05000000000000000000" charset="0"/>
              <a:buChar char="ü"/>
              <a:tabLst>
                <a:tab pos="268605" algn="l"/>
              </a:tabLst>
              <a:defRPr/>
            </a:pPr>
            <a:r>
              <a:rPr kumimoji="0" sz="140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ea"/>
                <a:sym typeface="+mn-lt"/>
              </a:rPr>
              <a:t>坚持高信用策略实现零信用风险</a:t>
            </a:r>
            <a:r>
              <a:rPr kumimoji="0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ea"/>
                <a:sym typeface="+mn-lt"/>
              </a:rPr>
              <a:t>，</a:t>
            </a:r>
            <a:r>
              <a:rPr kumimoji="0" lang="zh-CN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ea"/>
                <a:sym typeface="+mn-lt"/>
              </a:rPr>
              <a:t>同时维持较高的成本计价类资产比例，为组合提供了较为稳定的收益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ea"/>
                <a:sym typeface="+mn-lt"/>
              </a:rPr>
              <a:t>。</a:t>
            </a:r>
            <a:endParaRPr kumimoji="0" lang="zh-CN" sz="14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+mn-ea"/>
              <a:sym typeface="+mn-lt"/>
            </a:endParaRPr>
          </a:p>
          <a:p>
            <a:pPr marL="768350" marR="0" lvl="2" indent="-311150" algn="just" defTabSz="1019175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Wingdings" panose="05000000000000000000" charset="0"/>
              <a:buChar char="ü"/>
              <a:tabLst>
                <a:tab pos="268605" algn="l"/>
              </a:tabLst>
              <a:defRPr/>
            </a:pPr>
            <a:endParaRPr kumimoji="0" sz="14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+mn-ea"/>
              <a:sym typeface="+mn-lt"/>
            </a:endParaRPr>
          </a:p>
          <a:p>
            <a:pPr marL="311150" marR="0" lvl="1" indent="-311150" algn="just" defTabSz="1019175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Wingdings" panose="05000000000000000000" charset="0"/>
              <a:buChar char="Ø"/>
              <a:tabLst>
                <a:tab pos="268605" algn="l"/>
              </a:tabLst>
              <a:defRPr/>
            </a:pPr>
            <a:r>
              <a:rPr kumimoji="0" 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不足之处</a:t>
            </a: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  <a:p>
            <a:pPr marL="768350" lvl="2" indent="-311150" algn="just" defTabSz="1019175" eaLnBrk="0" fontAlgn="base" hangingPunct="0">
              <a:lnSpc>
                <a:spcPct val="150000"/>
              </a:lnSpc>
              <a:buClr>
                <a:srgbClr val="C00000"/>
              </a:buClr>
              <a:buSzPct val="100000"/>
              <a:buFont typeface="Wingdings" panose="05000000000000000000" charset="0"/>
              <a:buChar char="ü"/>
              <a:tabLst>
                <a:tab pos="268605" algn="l"/>
              </a:tabLst>
              <a:defRPr/>
            </a:pPr>
            <a:r>
              <a:rPr lang="zh-CN" altLang="en-US" sz="1400" dirty="0">
                <a:cs typeface="+mn-ea"/>
                <a:sym typeface="+mn-lt"/>
              </a:rPr>
              <a:t>权益市场</a:t>
            </a:r>
            <a:r>
              <a:rPr lang="en-US" altLang="zh-CN" sz="1400" dirty="0">
                <a:cs typeface="+mn-ea"/>
                <a:sym typeface="+mn-lt"/>
              </a:rPr>
              <a:t>10</a:t>
            </a:r>
            <a:r>
              <a:rPr lang="zh-CN" altLang="en-US" sz="1400" dirty="0">
                <a:cs typeface="+mn-ea"/>
                <a:sym typeface="+mn-lt"/>
              </a:rPr>
              <a:t>月初冲高回落后，整体进入震荡调整阶段。组合持仓风格较为均衡，略重仓稳定红利类行业，与短期市场风格不太匹配，</a:t>
            </a:r>
            <a:r>
              <a:rPr lang="en-US" altLang="zh-CN" sz="1400" dirty="0">
                <a:cs typeface="+mn-ea"/>
                <a:sym typeface="+mn-lt"/>
              </a:rPr>
              <a:t>10-11</a:t>
            </a:r>
            <a:r>
              <a:rPr lang="zh-CN" altLang="en-US" sz="1400" dirty="0">
                <a:cs typeface="+mn-ea"/>
                <a:sym typeface="+mn-lt"/>
              </a:rPr>
              <a:t>月短期表现相对落后，已进行一定的再平衡；</a:t>
            </a:r>
            <a:endParaRPr kumimoji="0" lang="en-US" altLang="zh-CN" sz="14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cs typeface="+mn-ea"/>
              <a:sym typeface="+mn-lt"/>
            </a:endParaRPr>
          </a:p>
          <a:p>
            <a:pPr marL="768350" lvl="2" indent="-311150" algn="just" defTabSz="1019175" eaLnBrk="0" fontAlgn="base" hangingPunct="0">
              <a:lnSpc>
                <a:spcPct val="150000"/>
              </a:lnSpc>
              <a:buClr>
                <a:srgbClr val="C00000"/>
              </a:buClr>
              <a:buSzPct val="100000"/>
              <a:buFont typeface="Wingdings" panose="05000000000000000000" charset="0"/>
              <a:buChar char="ü"/>
              <a:tabLst>
                <a:tab pos="268605" algn="l"/>
              </a:tabLst>
              <a:defRPr/>
            </a:pPr>
            <a:r>
              <a:rPr lang="zh-CN" altLang="en-US" sz="1400" dirty="0">
                <a:cs typeface="+mn-ea"/>
                <a:sym typeface="+mn-lt"/>
              </a:rPr>
              <a:t>从中长期的角度来看，组合久期及杠杆策略偏谨慎，市场机会未能充分把握。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E155EB-C51F-4C96-BAE0-0E3CFD4553C9}" type="slidenum">
              <a:rPr lang="en-US" smtClean="0">
                <a:latin typeface="+mn-lt"/>
                <a:ea typeface="+mn-ea"/>
                <a:cs typeface="+mn-ea"/>
                <a:sym typeface="+mn-lt"/>
              </a:rPr>
            </a:fld>
            <a:endParaRPr lang="en-US" dirty="0"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ISLIDE.GUIDESSETTING" val="{&quot;Id&quot;:&quot;85622506-f8ef-42c3-a78e-f80061dfd6a8&quot;,&quot;Name&quot;:null,&quot;Kind&quot;:1,&quot;OldGuidesSetting&quot;:{&quot;HeaderHeight&quot;:0.0,&quot;FooterHeight&quot;:0.0,&quot;SideMargin&quot;:0.0,&quot;TopMargin&quot;:0.0,&quot;BottomMargin&quot;:0.0,&quot;IntervalMargin&quot;:0.0}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8e8c22ab-cf97-4677-a7a5-0ed73c7d4959">
      <a:majorFont>
        <a:latin typeface="楷体_GB2312"/>
        <a:ea typeface="楷体_GB2312"/>
        <a:cs typeface=""/>
      </a:majorFont>
      <a:minorFont>
        <a:latin typeface="楷体_GB2312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8e8c22ab-cf97-4677-a7a5-0ed73c7d4959">
      <a:majorFont>
        <a:latin typeface="楷体_GB2312"/>
        <a:ea typeface="楷体_GB2312"/>
        <a:cs typeface=""/>
      </a:majorFont>
      <a:minorFont>
        <a:latin typeface="楷体_GB2312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2149</Words>
  <Application>WPS 演示</Application>
  <PresentationFormat>宽屏</PresentationFormat>
  <Paragraphs>478</Paragraphs>
  <Slides>7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27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36" baseType="lpstr">
      <vt:lpstr>Arial</vt:lpstr>
      <vt:lpstr>宋体</vt:lpstr>
      <vt:lpstr>Wingdings</vt:lpstr>
      <vt:lpstr>微软雅黑</vt:lpstr>
      <vt:lpstr>汉仪旗黑</vt:lpstr>
      <vt:lpstr>黑体</vt:lpstr>
      <vt:lpstr>汉仪中黑KW</vt:lpstr>
      <vt:lpstr>思源黑体 CN Regular</vt:lpstr>
      <vt:lpstr>楷体_GB2312</vt:lpstr>
      <vt:lpstr>Source Han Sans CN</vt:lpstr>
      <vt:lpstr>汉仪楷体简</vt:lpstr>
      <vt:lpstr>思源宋体 CN Heavy</vt:lpstr>
      <vt:lpstr>汉仪书宋二KW</vt:lpstr>
      <vt:lpstr>宋体</vt:lpstr>
      <vt:lpstr>等线</vt:lpstr>
      <vt:lpstr>Calibri</vt:lpstr>
      <vt:lpstr>方正小标宋简体</vt:lpstr>
      <vt:lpstr>Wingdings</vt:lpstr>
      <vt:lpstr>微软雅黑</vt:lpstr>
      <vt:lpstr>宋体</vt:lpstr>
      <vt:lpstr>Arial Unicode MS</vt:lpstr>
      <vt:lpstr>苹方-简</vt:lpstr>
      <vt:lpstr>汉仪中等线KW</vt:lpstr>
      <vt:lpstr>Helvetica Neue</vt:lpstr>
      <vt:lpstr>微软雅黑</vt:lpstr>
      <vt:lpstr>楷体_GB2312</vt:lpstr>
      <vt:lpstr>等线</vt:lpstr>
      <vt:lpstr>Office 主题​​</vt:lpstr>
      <vt:lpstr>2_Office 主题​​</vt:lpstr>
      <vt:lpstr>PowerPoint 演示文稿</vt:lpstr>
      <vt:lpstr>PowerPoint 演示文稿</vt:lpstr>
      <vt:lpstr>1. 组合业绩表现</vt:lpstr>
      <vt:lpstr>2. 组合2024年1-11月业绩归因</vt:lpstr>
      <vt:lpstr>3.1 组合2024年权益操作回顾</vt:lpstr>
      <vt:lpstr>3.2 组合2024年固收操作</vt:lpstr>
      <vt:lpstr>4. 组合2024年得失分析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gyrx-lipw</dc:creator>
  <cp:lastModifiedBy>李翰林</cp:lastModifiedBy>
  <cp:revision>914</cp:revision>
  <cp:lastPrinted>2025-11-02T05:06:19Z</cp:lastPrinted>
  <dcterms:created xsi:type="dcterms:W3CDTF">2025-11-02T05:06:19Z</dcterms:created>
  <dcterms:modified xsi:type="dcterms:W3CDTF">2025-11-02T05:06:19Z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2052-12.1.22553.22553</vt:lpwstr>
  </property>
  <property fmtid="{D5CDD505-2E9C-101B-9397-08002B2CF9AE}" pid="3" name="ICV">
    <vt:lpwstr>12FD8015D7412104CAE60669C65385C0_43</vt:lpwstr>
  </property>
</Properties>
</file>